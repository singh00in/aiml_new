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49"/>
  </p:notesMasterIdLst>
  <p:sldIdLst>
    <p:sldId id="256" r:id="rId3"/>
    <p:sldId id="257" r:id="rId4"/>
    <p:sldId id="258" r:id="rId5"/>
    <p:sldId id="306" r:id="rId6"/>
    <p:sldId id="307" r:id="rId7"/>
    <p:sldId id="259" r:id="rId8"/>
    <p:sldId id="297" r:id="rId9"/>
    <p:sldId id="298" r:id="rId10"/>
    <p:sldId id="299" r:id="rId11"/>
    <p:sldId id="268" r:id="rId12"/>
    <p:sldId id="285" r:id="rId13"/>
    <p:sldId id="287" r:id="rId14"/>
    <p:sldId id="288" r:id="rId15"/>
    <p:sldId id="289" r:id="rId16"/>
    <p:sldId id="290" r:id="rId17"/>
    <p:sldId id="291" r:id="rId18"/>
    <p:sldId id="292" r:id="rId19"/>
    <p:sldId id="293" r:id="rId20"/>
    <p:sldId id="294" r:id="rId21"/>
    <p:sldId id="295" r:id="rId22"/>
    <p:sldId id="305" r:id="rId23"/>
    <p:sldId id="308" r:id="rId24"/>
    <p:sldId id="309" r:id="rId25"/>
    <p:sldId id="310" r:id="rId26"/>
    <p:sldId id="311" r:id="rId27"/>
    <p:sldId id="312" r:id="rId28"/>
    <p:sldId id="313" r:id="rId29"/>
    <p:sldId id="314" r:id="rId30"/>
    <p:sldId id="315" r:id="rId31"/>
    <p:sldId id="316" r:id="rId32"/>
    <p:sldId id="286" r:id="rId33"/>
    <p:sldId id="261" r:id="rId34"/>
    <p:sldId id="300" r:id="rId35"/>
    <p:sldId id="284" r:id="rId36"/>
    <p:sldId id="275" r:id="rId37"/>
    <p:sldId id="274" r:id="rId38"/>
    <p:sldId id="302" r:id="rId39"/>
    <p:sldId id="303" r:id="rId40"/>
    <p:sldId id="282" r:id="rId41"/>
    <p:sldId id="280" r:id="rId42"/>
    <p:sldId id="304" r:id="rId43"/>
    <p:sldId id="264" r:id="rId44"/>
    <p:sldId id="279" r:id="rId45"/>
    <p:sldId id="265" r:id="rId46"/>
    <p:sldId id="266" r:id="rId47"/>
    <p:sldId id="267" r:id="rId48"/>
  </p:sldIdLst>
  <p:sldSz cx="9144000" cy="5143500" type="screen16x9"/>
  <p:notesSz cx="6858000" cy="9144000"/>
  <p:embeddedFontLst>
    <p:embeddedFont>
      <p:font typeface="Nunito" pitchFamily="2" charset="0"/>
      <p:regular r:id="rId50"/>
      <p:bold r:id="rId51"/>
      <p:italic r:id="rId52"/>
      <p:boldItalic r:id="rId53"/>
    </p:embeddedFont>
    <p:embeddedFont>
      <p:font typeface="Nunito ExtraBold" pitchFamily="2" charset="0"/>
      <p:bold r:id="rId54"/>
      <p:boldItalic r:id="rId55"/>
    </p:embeddedFont>
    <p:embeddedFont>
      <p:font typeface="Nunito SemiBold" pitchFamily="2" charset="0"/>
      <p:regular r:id="rId56"/>
      <p:bold r:id="rId57"/>
      <p:italic r:id="rId58"/>
      <p:boldItalic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0" roundtripDataSignature="AMtx7mgJqCccHXhuciI1lV75Fqrgt7OnV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E0D15-DC57-43CC-80A0-55CFC7BA3EC1}" v="1104" dt="2025-11-10T02:01:04.787"/>
  </p1510:revLst>
</p1510:revInfo>
</file>

<file path=ppt/tableStyles.xml><?xml version="1.0" encoding="utf-8"?>
<a:tblStyleLst xmlns:a="http://schemas.openxmlformats.org/drawingml/2006/main" def="{12084AC0-A0CB-4F2F-9A05-E4AD725CB356}">
  <a:tblStyle styleId="{12084AC0-A0CB-4F2F-9A05-E4AD725CB35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860" y="2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4.fntdata"/><Relationship Id="rId58" Type="http://schemas.openxmlformats.org/officeDocument/2006/relationships/font" Target="fonts/font9.fntdata"/><Relationship Id="rId66"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7.fntdata"/><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2.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5.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3.fntdata"/><Relationship Id="rId60" Type="http://customschemas.google.com/relationships/presentationmetadata" Target="metadata"/><Relationship Id="rId65"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pal Singh" userId="1f20a8d43ef8778a" providerId="LiveId" clId="{1E95CC3D-3B64-425B-8C82-068FDEABA628}"/>
    <pc:docChg chg="undo custSel addSld delSld modSld sldOrd">
      <pc:chgData name="Yashpal Singh" userId="1f20a8d43ef8778a" providerId="LiveId" clId="{1E95CC3D-3B64-425B-8C82-068FDEABA628}" dt="2025-11-10T07:43:05.007" v="16423" actId="20577"/>
      <pc:docMkLst>
        <pc:docMk/>
      </pc:docMkLst>
      <pc:sldChg chg="addSp modSp mod modNotes">
        <pc:chgData name="Yashpal Singh" userId="1f20a8d43ef8778a" providerId="LiveId" clId="{1E95CC3D-3B64-425B-8C82-068FDEABA628}" dt="2025-11-09T06:47:35.259" v="12411" actId="1076"/>
        <pc:sldMkLst>
          <pc:docMk/>
          <pc:sldMk cId="0" sldId="256"/>
        </pc:sldMkLst>
        <pc:spChg chg="add mod">
          <ac:chgData name="Yashpal Singh" userId="1f20a8d43ef8778a" providerId="LiveId" clId="{1E95CC3D-3B64-425B-8C82-068FDEABA628}" dt="2025-11-09T06:47:12.619" v="12409" actId="20577"/>
          <ac:spMkLst>
            <pc:docMk/>
            <pc:sldMk cId="0" sldId="256"/>
            <ac:spMk id="2" creationId="{74BF6A2A-2389-22FF-7866-5D33B6E78D11}"/>
          </ac:spMkLst>
        </pc:spChg>
        <pc:spChg chg="mod">
          <ac:chgData name="Yashpal Singh" userId="1f20a8d43ef8778a" providerId="LiveId" clId="{1E95CC3D-3B64-425B-8C82-068FDEABA628}" dt="2025-11-09T06:47:35.259" v="12411" actId="1076"/>
          <ac:spMkLst>
            <pc:docMk/>
            <pc:sldMk cId="0" sldId="256"/>
            <ac:spMk id="105" creationId="{00000000-0000-0000-0000-000000000000}"/>
          </ac:spMkLst>
        </pc:spChg>
        <pc:spChg chg="mod">
          <ac:chgData name="Yashpal Singh" userId="1f20a8d43ef8778a" providerId="LiveId" clId="{1E95CC3D-3B64-425B-8C82-068FDEABA628}" dt="2025-11-09T06:47:33.868" v="12410" actId="207"/>
          <ac:spMkLst>
            <pc:docMk/>
            <pc:sldMk cId="0" sldId="256"/>
            <ac:spMk id="106" creationId="{00000000-0000-0000-0000-000000000000}"/>
          </ac:spMkLst>
        </pc:spChg>
        <pc:spChg chg="mod">
          <ac:chgData name="Yashpal Singh" userId="1f20a8d43ef8778a" providerId="LiveId" clId="{1E95CC3D-3B64-425B-8C82-068FDEABA628}" dt="2025-11-09T06:46:24.229" v="12388" actId="20577"/>
          <ac:spMkLst>
            <pc:docMk/>
            <pc:sldMk cId="0" sldId="256"/>
            <ac:spMk id="107" creationId="{00000000-0000-0000-0000-000000000000}"/>
          </ac:spMkLst>
        </pc:spChg>
      </pc:sldChg>
      <pc:sldChg chg="addSp delSp modSp mod ord">
        <pc:chgData name="Yashpal Singh" userId="1f20a8d43ef8778a" providerId="LiveId" clId="{1E95CC3D-3B64-425B-8C82-068FDEABA628}" dt="2025-11-10T07:43:05.007" v="16423" actId="20577"/>
        <pc:sldMkLst>
          <pc:docMk/>
          <pc:sldMk cId="0" sldId="258"/>
        </pc:sldMkLst>
        <pc:spChg chg="add mod">
          <ac:chgData name="Yashpal Singh" userId="1f20a8d43ef8778a" providerId="LiveId" clId="{1E95CC3D-3B64-425B-8C82-068FDEABA628}" dt="2025-11-10T00:57:51.359" v="15504" actId="113"/>
          <ac:spMkLst>
            <pc:docMk/>
            <pc:sldMk cId="0" sldId="258"/>
            <ac:spMk id="2" creationId="{246C1D06-E386-0A7E-9B42-3B6FAC3785F4}"/>
          </ac:spMkLst>
        </pc:spChg>
        <pc:spChg chg="add del mod">
          <ac:chgData name="Yashpal Singh" userId="1f20a8d43ef8778a" providerId="LiveId" clId="{1E95CC3D-3B64-425B-8C82-068FDEABA628}" dt="2025-11-09T07:24:31.065" v="12599" actId="478"/>
          <ac:spMkLst>
            <pc:docMk/>
            <pc:sldMk cId="0" sldId="258"/>
            <ac:spMk id="3" creationId="{E85F6B89-99EC-69DB-72BD-F7889E0E44CA}"/>
          </ac:spMkLst>
        </pc:spChg>
        <pc:spChg chg="add mod">
          <ac:chgData name="Yashpal Singh" userId="1f20a8d43ef8778a" providerId="LiveId" clId="{1E95CC3D-3B64-425B-8C82-068FDEABA628}" dt="2025-11-10T00:57:21.364" v="15501" actId="14100"/>
          <ac:spMkLst>
            <pc:docMk/>
            <pc:sldMk cId="0" sldId="258"/>
            <ac:spMk id="4" creationId="{08D0D2FF-DC29-53B3-7EFF-F9AD6E75C3D9}"/>
          </ac:spMkLst>
        </pc:spChg>
        <pc:spChg chg="add del mod">
          <ac:chgData name="Yashpal Singh" userId="1f20a8d43ef8778a" providerId="LiveId" clId="{1E95CC3D-3B64-425B-8C82-068FDEABA628}" dt="2025-11-10T00:35:33.953" v="15332" actId="478"/>
          <ac:spMkLst>
            <pc:docMk/>
            <pc:sldMk cId="0" sldId="258"/>
            <ac:spMk id="4" creationId="{9AC1027D-12AC-77B4-8C46-39A2D96AE642}"/>
          </ac:spMkLst>
        </pc:spChg>
        <pc:spChg chg="add">
          <ac:chgData name="Yashpal Singh" userId="1f20a8d43ef8778a" providerId="LiveId" clId="{1E95CC3D-3B64-425B-8C82-068FDEABA628}" dt="2025-11-09T07:34:26.178" v="12672"/>
          <ac:spMkLst>
            <pc:docMk/>
            <pc:sldMk cId="0" sldId="258"/>
            <ac:spMk id="5" creationId="{B4F58B40-43EC-BF5F-48B9-BD4AB5D91FF6}"/>
          </ac:spMkLst>
        </pc:spChg>
        <pc:spChg chg="mod">
          <ac:chgData name="Yashpal Singh" userId="1f20a8d43ef8778a" providerId="LiveId" clId="{1E95CC3D-3B64-425B-8C82-068FDEABA628}" dt="2025-11-10T00:57:39.420" v="15503" actId="20577"/>
          <ac:spMkLst>
            <pc:docMk/>
            <pc:sldMk cId="0" sldId="258"/>
            <ac:spMk id="118" creationId="{00000000-0000-0000-0000-000000000000}"/>
          </ac:spMkLst>
        </pc:spChg>
        <pc:spChg chg="del">
          <ac:chgData name="Yashpal Singh" userId="1f20a8d43ef8778a" providerId="LiveId" clId="{1E95CC3D-3B64-425B-8C82-068FDEABA628}" dt="2025-11-09T07:24:27.804" v="12598" actId="478"/>
          <ac:spMkLst>
            <pc:docMk/>
            <pc:sldMk cId="0" sldId="258"/>
            <ac:spMk id="119" creationId="{00000000-0000-0000-0000-000000000000}"/>
          </ac:spMkLst>
        </pc:spChg>
        <pc:graphicFrameChg chg="add mod modGraphic">
          <ac:chgData name="Yashpal Singh" userId="1f20a8d43ef8778a" providerId="LiveId" clId="{1E95CC3D-3B64-425B-8C82-068FDEABA628}" dt="2025-11-10T07:43:05.007" v="16423" actId="20577"/>
          <ac:graphicFrameMkLst>
            <pc:docMk/>
            <pc:sldMk cId="0" sldId="258"/>
            <ac:graphicFrameMk id="3" creationId="{DA9F3B87-11AA-BF62-552C-247AD4D6CD3F}"/>
          </ac:graphicFrameMkLst>
        </pc:graphicFrameChg>
      </pc:sldChg>
      <pc:sldChg chg="addSp delSp modSp mod">
        <pc:chgData name="Yashpal Singh" userId="1f20a8d43ef8778a" providerId="LiveId" clId="{1E95CC3D-3B64-425B-8C82-068FDEABA628}" dt="2025-11-10T00:09:40.708" v="14870" actId="1076"/>
        <pc:sldMkLst>
          <pc:docMk/>
          <pc:sldMk cId="0" sldId="259"/>
        </pc:sldMkLst>
        <pc:spChg chg="add mod">
          <ac:chgData name="Yashpal Singh" userId="1f20a8d43ef8778a" providerId="LiveId" clId="{1E95CC3D-3B64-425B-8C82-068FDEABA628}" dt="2025-11-10T00:09:40.708" v="14870" actId="1076"/>
          <ac:spMkLst>
            <pc:docMk/>
            <pc:sldMk cId="0" sldId="259"/>
            <ac:spMk id="4" creationId="{2B4CCD6D-6E51-0FFE-4DEA-EE023096C716}"/>
          </ac:spMkLst>
        </pc:spChg>
        <pc:spChg chg="add mod">
          <ac:chgData name="Yashpal Singh" userId="1f20a8d43ef8778a" providerId="LiveId" clId="{1E95CC3D-3B64-425B-8C82-068FDEABA628}" dt="2025-11-10T00:09:38.172" v="14869" actId="1076"/>
          <ac:spMkLst>
            <pc:docMk/>
            <pc:sldMk cId="0" sldId="259"/>
            <ac:spMk id="5" creationId="{6F9BCB15-D2FF-0B6C-ADCE-02D46C0745A8}"/>
          </ac:spMkLst>
        </pc:spChg>
        <pc:spChg chg="mod">
          <ac:chgData name="Yashpal Singh" userId="1f20a8d43ef8778a" providerId="LiveId" clId="{1E95CC3D-3B64-425B-8C82-068FDEABA628}" dt="2025-11-02T20:39:59.767" v="689" actId="403"/>
          <ac:spMkLst>
            <pc:docMk/>
            <pc:sldMk cId="0" sldId="259"/>
            <ac:spMk id="124" creationId="{00000000-0000-0000-0000-000000000000}"/>
          </ac:spMkLst>
        </pc:spChg>
      </pc:sldChg>
      <pc:sldChg chg="del">
        <pc:chgData name="Yashpal Singh" userId="1f20a8d43ef8778a" providerId="LiveId" clId="{1E95CC3D-3B64-425B-8C82-068FDEABA628}" dt="2025-11-09T06:41:26.107" v="12362" actId="47"/>
        <pc:sldMkLst>
          <pc:docMk/>
          <pc:sldMk cId="0" sldId="260"/>
        </pc:sldMkLst>
      </pc:sldChg>
      <pc:sldChg chg="addSp modSp mod">
        <pc:chgData name="Yashpal Singh" userId="1f20a8d43ef8778a" providerId="LiveId" clId="{1E95CC3D-3B64-425B-8C82-068FDEABA628}" dt="2025-11-09T19:23:39.491" v="12727" actId="20577"/>
        <pc:sldMkLst>
          <pc:docMk/>
          <pc:sldMk cId="0" sldId="261"/>
        </pc:sldMkLst>
        <pc:spChg chg="mod">
          <ac:chgData name="Yashpal Singh" userId="1f20a8d43ef8778a" providerId="LiveId" clId="{1E95CC3D-3B64-425B-8C82-068FDEABA628}" dt="2025-11-09T19:23:39.491" v="12727" actId="20577"/>
          <ac:spMkLst>
            <pc:docMk/>
            <pc:sldMk cId="0" sldId="261"/>
            <ac:spMk id="138" creationId="{00000000-0000-0000-0000-000000000000}"/>
          </ac:spMkLst>
        </pc:spChg>
      </pc:sldChg>
      <pc:sldChg chg="del">
        <pc:chgData name="Yashpal Singh" userId="1f20a8d43ef8778a" providerId="LiveId" clId="{1E95CC3D-3B64-425B-8C82-068FDEABA628}" dt="2025-11-09T06:41:57.955" v="12363" actId="47"/>
        <pc:sldMkLst>
          <pc:docMk/>
          <pc:sldMk cId="0" sldId="263"/>
        </pc:sldMkLst>
      </pc:sldChg>
      <pc:sldChg chg="addSp delSp modSp mod">
        <pc:chgData name="Yashpal Singh" userId="1f20a8d43ef8778a" providerId="LiveId" clId="{1E95CC3D-3B64-425B-8C82-068FDEABA628}" dt="2025-11-10T02:09:09.247" v="16391" actId="478"/>
        <pc:sldMkLst>
          <pc:docMk/>
          <pc:sldMk cId="0" sldId="264"/>
        </pc:sldMkLst>
        <pc:spChg chg="add del mod">
          <ac:chgData name="Yashpal Singh" userId="1f20a8d43ef8778a" providerId="LiveId" clId="{1E95CC3D-3B64-425B-8C82-068FDEABA628}" dt="2025-11-10T02:09:09.247" v="16391" actId="478"/>
          <ac:spMkLst>
            <pc:docMk/>
            <pc:sldMk cId="0" sldId="264"/>
            <ac:spMk id="2" creationId="{9A9573DC-292A-7313-3533-5D91BB6CD44F}"/>
          </ac:spMkLst>
        </pc:spChg>
        <pc:spChg chg="add mod">
          <ac:chgData name="Yashpal Singh" userId="1f20a8d43ef8778a" providerId="LiveId" clId="{1E95CC3D-3B64-425B-8C82-068FDEABA628}" dt="2025-11-09T23:45:19.578" v="14807" actId="313"/>
          <ac:spMkLst>
            <pc:docMk/>
            <pc:sldMk cId="0" sldId="264"/>
            <ac:spMk id="6" creationId="{9D9D14AF-5B54-6BE5-847D-FF2D4E70290A}"/>
          </ac:spMkLst>
        </pc:spChg>
        <pc:spChg chg="add mod">
          <ac:chgData name="Yashpal Singh" userId="1f20a8d43ef8778a" providerId="LiveId" clId="{1E95CC3D-3B64-425B-8C82-068FDEABA628}" dt="2025-11-07T19:41:09.077" v="3587" actId="14100"/>
          <ac:spMkLst>
            <pc:docMk/>
            <pc:sldMk cId="0" sldId="264"/>
            <ac:spMk id="7" creationId="{EA83D2C4-75F8-6E16-84BD-FA206B0A4EA9}"/>
          </ac:spMkLst>
        </pc:spChg>
        <pc:spChg chg="mod">
          <ac:chgData name="Yashpal Singh" userId="1f20a8d43ef8778a" providerId="LiveId" clId="{1E95CC3D-3B64-425B-8C82-068FDEABA628}" dt="2025-11-09T23:27:41.360" v="14651" actId="20577"/>
          <ac:spMkLst>
            <pc:docMk/>
            <pc:sldMk cId="0" sldId="264"/>
            <ac:spMk id="156" creationId="{00000000-0000-0000-0000-000000000000}"/>
          </ac:spMkLst>
        </pc:spChg>
        <pc:graphicFrameChg chg="add mod modGraphic">
          <ac:chgData name="Yashpal Singh" userId="1f20a8d43ef8778a" providerId="LiveId" clId="{1E95CC3D-3B64-425B-8C82-068FDEABA628}" dt="2025-11-09T23:34:51.086" v="14768" actId="113"/>
          <ac:graphicFrameMkLst>
            <pc:docMk/>
            <pc:sldMk cId="0" sldId="264"/>
            <ac:graphicFrameMk id="3" creationId="{17D6F4EB-490F-FD82-AA07-CDC4539A8970}"/>
          </ac:graphicFrameMkLst>
        </pc:graphicFrameChg>
        <pc:graphicFrameChg chg="add del mod modGraphic">
          <ac:chgData name="Yashpal Singh" userId="1f20a8d43ef8778a" providerId="LiveId" clId="{1E95CC3D-3B64-425B-8C82-068FDEABA628}" dt="2025-11-09T23:35:21.951" v="14770" actId="478"/>
          <ac:graphicFrameMkLst>
            <pc:docMk/>
            <pc:sldMk cId="0" sldId="264"/>
            <ac:graphicFrameMk id="4" creationId="{3329CF5A-BB54-7673-C751-FB6FA7F2C6B8}"/>
          </ac:graphicFrameMkLst>
        </pc:graphicFrameChg>
        <pc:graphicFrameChg chg="add del mod modGraphic">
          <ac:chgData name="Yashpal Singh" userId="1f20a8d43ef8778a" providerId="LiveId" clId="{1E95CC3D-3B64-425B-8C82-068FDEABA628}" dt="2025-11-09T23:35:35.139" v="14771" actId="478"/>
          <ac:graphicFrameMkLst>
            <pc:docMk/>
            <pc:sldMk cId="0" sldId="264"/>
            <ac:graphicFrameMk id="5" creationId="{583E6C6C-2230-1D19-66ED-203C90155D56}"/>
          </ac:graphicFrameMkLst>
        </pc:graphicFrameChg>
      </pc:sldChg>
      <pc:sldChg chg="addSp modSp add mod">
        <pc:chgData name="Yashpal Singh" userId="1f20a8d43ef8778a" providerId="LiveId" clId="{1E95CC3D-3B64-425B-8C82-068FDEABA628}" dt="2025-11-09T06:48:53.421" v="12430" actId="14100"/>
        <pc:sldMkLst>
          <pc:docMk/>
          <pc:sldMk cId="3100501122" sldId="268"/>
        </pc:sldMkLst>
        <pc:spChg chg="mod">
          <ac:chgData name="Yashpal Singh" userId="1f20a8d43ef8778a" providerId="LiveId" clId="{1E95CC3D-3B64-425B-8C82-068FDEABA628}" dt="2025-11-09T06:48:53.421" v="12430" actId="14100"/>
          <ac:spMkLst>
            <pc:docMk/>
            <pc:sldMk cId="3100501122" sldId="268"/>
            <ac:spMk id="124" creationId="{ABF7E491-F20F-888C-63E8-665465FCD996}"/>
          </ac:spMkLst>
        </pc:spChg>
        <pc:spChg chg="mod">
          <ac:chgData name="Yashpal Singh" userId="1f20a8d43ef8778a" providerId="LiveId" clId="{1E95CC3D-3B64-425B-8C82-068FDEABA628}" dt="2025-11-02T20:16:13.184" v="501" actId="14100"/>
          <ac:spMkLst>
            <pc:docMk/>
            <pc:sldMk cId="3100501122" sldId="268"/>
            <ac:spMk id="125" creationId="{D49C7CB5-23BE-A9D9-5343-8CCAC2CE9D4D}"/>
          </ac:spMkLst>
        </pc:spChg>
      </pc:sldChg>
      <pc:sldChg chg="modSp add del mod">
        <pc:chgData name="Yashpal Singh" userId="1f20a8d43ef8778a" providerId="LiveId" clId="{1E95CC3D-3B64-425B-8C82-068FDEABA628}" dt="2025-11-09T03:13:13.245" v="8486" actId="47"/>
        <pc:sldMkLst>
          <pc:docMk/>
          <pc:sldMk cId="1026529946" sldId="269"/>
        </pc:sldMkLst>
      </pc:sldChg>
      <pc:sldChg chg="addSp delSp modSp add del mod">
        <pc:chgData name="Yashpal Singh" userId="1f20a8d43ef8778a" providerId="LiveId" clId="{1E95CC3D-3B64-425B-8C82-068FDEABA628}" dt="2025-11-10T00:28:51.715" v="15330" actId="47"/>
        <pc:sldMkLst>
          <pc:docMk/>
          <pc:sldMk cId="462788552" sldId="271"/>
        </pc:sldMkLst>
      </pc:sldChg>
      <pc:sldChg chg="addSp delSp modSp add del mod ord">
        <pc:chgData name="Yashpal Singh" userId="1f20a8d43ef8778a" providerId="LiveId" clId="{1E95CC3D-3B64-425B-8C82-068FDEABA628}" dt="2025-11-09T06:42:22.391" v="12365" actId="47"/>
        <pc:sldMkLst>
          <pc:docMk/>
          <pc:sldMk cId="3618085985" sldId="273"/>
        </pc:sldMkLst>
      </pc:sldChg>
      <pc:sldChg chg="addSp delSp modSp add mod">
        <pc:chgData name="Yashpal Singh" userId="1f20a8d43ef8778a" providerId="LiveId" clId="{1E95CC3D-3B64-425B-8C82-068FDEABA628}" dt="2025-11-09T20:53:32.269" v="13213" actId="113"/>
        <pc:sldMkLst>
          <pc:docMk/>
          <pc:sldMk cId="1413224769" sldId="274"/>
        </pc:sldMkLst>
        <pc:spChg chg="add del mod">
          <ac:chgData name="Yashpal Singh" userId="1f20a8d43ef8778a" providerId="LiveId" clId="{1E95CC3D-3B64-425B-8C82-068FDEABA628}" dt="2025-11-09T20:25:05.605" v="12785" actId="478"/>
          <ac:spMkLst>
            <pc:docMk/>
            <pc:sldMk cId="1413224769" sldId="274"/>
            <ac:spMk id="10" creationId="{37E67B75-1D4E-B762-158D-0E509F5C3817}"/>
          </ac:spMkLst>
        </pc:spChg>
        <pc:spChg chg="add del mod">
          <ac:chgData name="Yashpal Singh" userId="1f20a8d43ef8778a" providerId="LiveId" clId="{1E95CC3D-3B64-425B-8C82-068FDEABA628}" dt="2025-11-09T20:24:58.302" v="12783" actId="478"/>
          <ac:spMkLst>
            <pc:docMk/>
            <pc:sldMk cId="1413224769" sldId="274"/>
            <ac:spMk id="15" creationId="{0962DAAF-377F-331B-9CD3-BA98568165C7}"/>
          </ac:spMkLst>
        </pc:spChg>
        <pc:spChg chg="add mod">
          <ac:chgData name="Yashpal Singh" userId="1f20a8d43ef8778a" providerId="LiveId" clId="{1E95CC3D-3B64-425B-8C82-068FDEABA628}" dt="2025-11-09T20:50:57.884" v="13164" actId="403"/>
          <ac:spMkLst>
            <pc:docMk/>
            <pc:sldMk cId="1413224769" sldId="274"/>
            <ac:spMk id="16" creationId="{B077BD1E-8FA3-5A67-F853-C118F1C5ADBE}"/>
          </ac:spMkLst>
        </pc:spChg>
        <pc:spChg chg="add mod">
          <ac:chgData name="Yashpal Singh" userId="1f20a8d43ef8778a" providerId="LiveId" clId="{1E95CC3D-3B64-425B-8C82-068FDEABA628}" dt="2025-11-09T20:50:52.435" v="13163" actId="403"/>
          <ac:spMkLst>
            <pc:docMk/>
            <pc:sldMk cId="1413224769" sldId="274"/>
            <ac:spMk id="17" creationId="{D6E2438F-BC13-B56B-11F6-157CA1817A31}"/>
          </ac:spMkLst>
        </pc:spChg>
        <pc:spChg chg="add mod">
          <ac:chgData name="Yashpal Singh" userId="1f20a8d43ef8778a" providerId="LiveId" clId="{1E95CC3D-3B64-425B-8C82-068FDEABA628}" dt="2025-11-09T20:53:32.269" v="13213" actId="113"/>
          <ac:spMkLst>
            <pc:docMk/>
            <pc:sldMk cId="1413224769" sldId="274"/>
            <ac:spMk id="18" creationId="{05E09731-BD6D-7418-7FED-C53D9E999F1A}"/>
          </ac:spMkLst>
        </pc:spChg>
        <pc:spChg chg="mod">
          <ac:chgData name="Yashpal Singh" userId="1f20a8d43ef8778a" providerId="LiveId" clId="{1E95CC3D-3B64-425B-8C82-068FDEABA628}" dt="2025-11-09T20:43:47.539" v="13002" actId="6549"/>
          <ac:spMkLst>
            <pc:docMk/>
            <pc:sldMk cId="1413224769" sldId="274"/>
            <ac:spMk id="143" creationId="{EF2D8777-EE90-CC1B-307B-08B2ACF881A4}"/>
          </ac:spMkLst>
        </pc:spChg>
        <pc:graphicFrameChg chg="add mod">
          <ac:chgData name="Yashpal Singh" userId="1f20a8d43ef8778a" providerId="LiveId" clId="{1E95CC3D-3B64-425B-8C82-068FDEABA628}" dt="2025-11-09T20:25:54.292" v="12786"/>
          <ac:graphicFrameMkLst>
            <pc:docMk/>
            <pc:sldMk cId="1413224769" sldId="274"/>
            <ac:graphicFrameMk id="2" creationId="{CD5F0705-BCF5-16A2-AE76-48C06AA703D8}"/>
          </ac:graphicFrameMkLst>
        </pc:graphicFrameChg>
        <pc:graphicFrameChg chg="add mod">
          <ac:chgData name="Yashpal Singh" userId="1f20a8d43ef8778a" providerId="LiveId" clId="{1E95CC3D-3B64-425B-8C82-068FDEABA628}" dt="2025-11-09T20:25:54.292" v="12786"/>
          <ac:graphicFrameMkLst>
            <pc:docMk/>
            <pc:sldMk cId="1413224769" sldId="274"/>
            <ac:graphicFrameMk id="3" creationId="{6517F79E-B92E-2EF9-B687-5C6D964A3E9A}"/>
          </ac:graphicFrameMkLst>
        </pc:graphicFrameChg>
        <pc:graphicFrameChg chg="add mod">
          <ac:chgData name="Yashpal Singh" userId="1f20a8d43ef8778a" providerId="LiveId" clId="{1E95CC3D-3B64-425B-8C82-068FDEABA628}" dt="2025-11-09T20:25:54.292" v="12786"/>
          <ac:graphicFrameMkLst>
            <pc:docMk/>
            <pc:sldMk cId="1413224769" sldId="274"/>
            <ac:graphicFrameMk id="4" creationId="{974F3658-A437-A0E1-C413-433D947B5885}"/>
          </ac:graphicFrameMkLst>
        </pc:graphicFrameChg>
        <pc:graphicFrameChg chg="add mod">
          <ac:chgData name="Yashpal Singh" userId="1f20a8d43ef8778a" providerId="LiveId" clId="{1E95CC3D-3B64-425B-8C82-068FDEABA628}" dt="2025-11-09T20:25:54.292" v="12786"/>
          <ac:graphicFrameMkLst>
            <pc:docMk/>
            <pc:sldMk cId="1413224769" sldId="274"/>
            <ac:graphicFrameMk id="5" creationId="{7E534846-3BD2-9824-91F5-1CEE106BEFBA}"/>
          </ac:graphicFrameMkLst>
        </pc:graphicFrameChg>
        <pc:graphicFrameChg chg="add mod">
          <ac:chgData name="Yashpal Singh" userId="1f20a8d43ef8778a" providerId="LiveId" clId="{1E95CC3D-3B64-425B-8C82-068FDEABA628}" dt="2025-11-09T20:25:54.292" v="12786"/>
          <ac:graphicFrameMkLst>
            <pc:docMk/>
            <pc:sldMk cId="1413224769" sldId="274"/>
            <ac:graphicFrameMk id="6" creationId="{A60A4A2F-BB6A-464B-348E-F4787F482166}"/>
          </ac:graphicFrameMkLst>
        </pc:graphicFrameChg>
        <pc:graphicFrameChg chg="add mod">
          <ac:chgData name="Yashpal Singh" userId="1f20a8d43ef8778a" providerId="LiveId" clId="{1E95CC3D-3B64-425B-8C82-068FDEABA628}" dt="2025-11-09T20:25:54.292" v="12786"/>
          <ac:graphicFrameMkLst>
            <pc:docMk/>
            <pc:sldMk cId="1413224769" sldId="274"/>
            <ac:graphicFrameMk id="7" creationId="{AF0E38BF-A350-CF86-C7DF-FCF0E143D718}"/>
          </ac:graphicFrameMkLst>
        </pc:graphicFrameChg>
        <pc:graphicFrameChg chg="add mod">
          <ac:chgData name="Yashpal Singh" userId="1f20a8d43ef8778a" providerId="LiveId" clId="{1E95CC3D-3B64-425B-8C82-068FDEABA628}" dt="2025-11-09T20:25:54.292" v="12786"/>
          <ac:graphicFrameMkLst>
            <pc:docMk/>
            <pc:sldMk cId="1413224769" sldId="274"/>
            <ac:graphicFrameMk id="8" creationId="{F7A19AF6-E569-9DEA-D9FB-F2F51673D398}"/>
          </ac:graphicFrameMkLst>
        </pc:graphicFrameChg>
        <pc:graphicFrameChg chg="add mod">
          <ac:chgData name="Yashpal Singh" userId="1f20a8d43ef8778a" providerId="LiveId" clId="{1E95CC3D-3B64-425B-8C82-068FDEABA628}" dt="2025-11-09T20:25:54.292" v="12786"/>
          <ac:graphicFrameMkLst>
            <pc:docMk/>
            <pc:sldMk cId="1413224769" sldId="274"/>
            <ac:graphicFrameMk id="9" creationId="{D3870D05-A470-2FDA-D276-C95B39BBCCA3}"/>
          </ac:graphicFrameMkLst>
        </pc:graphicFrameChg>
        <pc:graphicFrameChg chg="add mod">
          <ac:chgData name="Yashpal Singh" userId="1f20a8d43ef8778a" providerId="LiveId" clId="{1E95CC3D-3B64-425B-8C82-068FDEABA628}" dt="2025-11-09T20:25:54.292" v="12786"/>
          <ac:graphicFrameMkLst>
            <pc:docMk/>
            <pc:sldMk cId="1413224769" sldId="274"/>
            <ac:graphicFrameMk id="11" creationId="{1545A3DF-5700-FA4B-413E-89D5C6F58DFE}"/>
          </ac:graphicFrameMkLst>
        </pc:graphicFrameChg>
        <pc:graphicFrameChg chg="add mod">
          <ac:chgData name="Yashpal Singh" userId="1f20a8d43ef8778a" providerId="LiveId" clId="{1E95CC3D-3B64-425B-8C82-068FDEABA628}" dt="2025-11-09T20:25:54.292" v="12786"/>
          <ac:graphicFrameMkLst>
            <pc:docMk/>
            <pc:sldMk cId="1413224769" sldId="274"/>
            <ac:graphicFrameMk id="12" creationId="{5FEB8E78-25DB-B033-2DA5-9A1756CDFDEB}"/>
          </ac:graphicFrameMkLst>
        </pc:graphicFrameChg>
        <pc:graphicFrameChg chg="add mod modGraphic">
          <ac:chgData name="Yashpal Singh" userId="1f20a8d43ef8778a" providerId="LiveId" clId="{1E95CC3D-3B64-425B-8C82-068FDEABA628}" dt="2025-11-09T20:43:55.242" v="13003" actId="1076"/>
          <ac:graphicFrameMkLst>
            <pc:docMk/>
            <pc:sldMk cId="1413224769" sldId="274"/>
            <ac:graphicFrameMk id="13" creationId="{4BC70B82-5671-E056-0C9F-07C4D2C33D7A}"/>
          </ac:graphicFrameMkLst>
        </pc:graphicFrameChg>
        <pc:graphicFrameChg chg="add del mod modGraphic">
          <ac:chgData name="Yashpal Singh" userId="1f20a8d43ef8778a" providerId="LiveId" clId="{1E95CC3D-3B64-425B-8C82-068FDEABA628}" dt="2025-11-09T20:24:53.893" v="12782" actId="478"/>
          <ac:graphicFrameMkLst>
            <pc:docMk/>
            <pc:sldMk cId="1413224769" sldId="274"/>
            <ac:graphicFrameMk id="14" creationId="{A479D823-02BA-6CAF-01AB-3C9ABA965E31}"/>
          </ac:graphicFrameMkLst>
        </pc:graphicFrameChg>
      </pc:sldChg>
      <pc:sldChg chg="addSp delSp modSp add mod">
        <pc:chgData name="Yashpal Singh" userId="1f20a8d43ef8778a" providerId="LiveId" clId="{1E95CC3D-3B64-425B-8C82-068FDEABA628}" dt="2025-11-10T00:27:31.506" v="15329" actId="20577"/>
        <pc:sldMkLst>
          <pc:docMk/>
          <pc:sldMk cId="1554607216" sldId="275"/>
        </pc:sldMkLst>
        <pc:spChg chg="add mod">
          <ac:chgData name="Yashpal Singh" userId="1f20a8d43ef8778a" providerId="LiveId" clId="{1E95CC3D-3B64-425B-8C82-068FDEABA628}" dt="2025-11-10T00:27:31.506" v="15329" actId="20577"/>
          <ac:spMkLst>
            <pc:docMk/>
            <pc:sldMk cId="1554607216" sldId="275"/>
            <ac:spMk id="2" creationId="{D7D3B463-979A-BC48-1AC2-E82EB915BD06}"/>
          </ac:spMkLst>
        </pc:spChg>
        <pc:spChg chg="add del mod">
          <ac:chgData name="Yashpal Singh" userId="1f20a8d43ef8778a" providerId="LiveId" clId="{1E95CC3D-3B64-425B-8C82-068FDEABA628}" dt="2025-11-10T00:16:34.557" v="14871" actId="478"/>
          <ac:spMkLst>
            <pc:docMk/>
            <pc:sldMk cId="1554607216" sldId="275"/>
            <ac:spMk id="13" creationId="{572C0566-40A1-0121-F2F0-061F866682BE}"/>
          </ac:spMkLst>
        </pc:spChg>
        <pc:picChg chg="add del mod">
          <ac:chgData name="Yashpal Singh" userId="1f20a8d43ef8778a" providerId="LiveId" clId="{1E95CC3D-3B64-425B-8C82-068FDEABA628}" dt="2025-11-09T20:22:07.420" v="12738" actId="478"/>
          <ac:picMkLst>
            <pc:docMk/>
            <pc:sldMk cId="1554607216" sldId="275"/>
            <ac:picMk id="5" creationId="{E7968957-1830-5840-2D60-A8144F760614}"/>
          </ac:picMkLst>
        </pc:picChg>
        <pc:picChg chg="add mod">
          <ac:chgData name="Yashpal Singh" userId="1f20a8d43ef8778a" providerId="LiveId" clId="{1E95CC3D-3B64-425B-8C82-068FDEABA628}" dt="2025-11-09T20:22:51.952" v="12778" actId="1036"/>
          <ac:picMkLst>
            <pc:docMk/>
            <pc:sldMk cId="1554607216" sldId="275"/>
            <ac:picMk id="7" creationId="{E10E66F6-71BD-BEEB-D6D1-FFAF356070A9}"/>
          </ac:picMkLst>
        </pc:picChg>
        <pc:picChg chg="add del mod">
          <ac:chgData name="Yashpal Singh" userId="1f20a8d43ef8778a" providerId="LiveId" clId="{1E95CC3D-3B64-425B-8C82-068FDEABA628}" dt="2025-11-09T20:14:38.861" v="12728" actId="478"/>
          <ac:picMkLst>
            <pc:docMk/>
            <pc:sldMk cId="1554607216" sldId="275"/>
            <ac:picMk id="8" creationId="{A4DB2AE0-29F3-F498-9222-5D3BA155479A}"/>
          </ac:picMkLst>
        </pc:picChg>
        <pc:picChg chg="add mod">
          <ac:chgData name="Yashpal Singh" userId="1f20a8d43ef8778a" providerId="LiveId" clId="{1E95CC3D-3B64-425B-8C82-068FDEABA628}" dt="2025-11-09T20:22:33.275" v="12745" actId="14100"/>
          <ac:picMkLst>
            <pc:docMk/>
            <pc:sldMk cId="1554607216" sldId="275"/>
            <ac:picMk id="10" creationId="{ABA2121C-D2F0-8955-41EE-91086F1DF04E}"/>
          </ac:picMkLst>
        </pc:picChg>
        <pc:picChg chg="add del mod">
          <ac:chgData name="Yashpal Singh" userId="1f20a8d43ef8778a" providerId="LiveId" clId="{1E95CC3D-3B64-425B-8C82-068FDEABA628}" dt="2025-11-09T20:20:11.854" v="12732" actId="478"/>
          <ac:picMkLst>
            <pc:docMk/>
            <pc:sldMk cId="1554607216" sldId="275"/>
            <ac:picMk id="12" creationId="{E4341766-E81A-28FE-F863-80A009567B90}"/>
          </ac:picMkLst>
        </pc:picChg>
      </pc:sldChg>
      <pc:sldChg chg="add del">
        <pc:chgData name="Yashpal Singh" userId="1f20a8d43ef8778a" providerId="LiveId" clId="{1E95CC3D-3B64-425B-8C82-068FDEABA628}" dt="2025-11-09T06:42:11.456" v="12364" actId="47"/>
        <pc:sldMkLst>
          <pc:docMk/>
          <pc:sldMk cId="271754950" sldId="276"/>
        </pc:sldMkLst>
      </pc:sldChg>
      <pc:sldChg chg="addSp delSp modSp add del mod ord">
        <pc:chgData name="Yashpal Singh" userId="1f20a8d43ef8778a" providerId="LiveId" clId="{1E95CC3D-3B64-425B-8C82-068FDEABA628}" dt="2025-11-09T06:42:38.955" v="12366" actId="47"/>
        <pc:sldMkLst>
          <pc:docMk/>
          <pc:sldMk cId="1929176444" sldId="277"/>
        </pc:sldMkLst>
      </pc:sldChg>
      <pc:sldChg chg="addSp delSp modSp add mod">
        <pc:chgData name="Yashpal Singh" userId="1f20a8d43ef8778a" providerId="LiveId" clId="{1E95CC3D-3B64-425B-8C82-068FDEABA628}" dt="2025-11-10T00:05:43.381" v="14860" actId="20577"/>
        <pc:sldMkLst>
          <pc:docMk/>
          <pc:sldMk cId="3006495189" sldId="279"/>
        </pc:sldMkLst>
        <pc:spChg chg="add">
          <ac:chgData name="Yashpal Singh" userId="1f20a8d43ef8778a" providerId="LiveId" clId="{1E95CC3D-3B64-425B-8C82-068FDEABA628}" dt="2025-11-10T00:01:27.057" v="14825"/>
          <ac:spMkLst>
            <pc:docMk/>
            <pc:sldMk cId="3006495189" sldId="279"/>
            <ac:spMk id="5" creationId="{B4CFDB8F-8812-1387-0B56-9DFC83F21141}"/>
          </ac:spMkLst>
        </pc:spChg>
        <pc:spChg chg="mod">
          <ac:chgData name="Yashpal Singh" userId="1f20a8d43ef8778a" providerId="LiveId" clId="{1E95CC3D-3B64-425B-8C82-068FDEABA628}" dt="2025-11-10T00:05:20.017" v="14858" actId="12"/>
          <ac:spMkLst>
            <pc:docMk/>
            <pc:sldMk cId="3006495189" sldId="279"/>
            <ac:spMk id="6" creationId="{5F4E9A42-2008-C4FA-9D72-C9A3D3DF402C}"/>
          </ac:spMkLst>
        </pc:spChg>
        <pc:spChg chg="mod">
          <ac:chgData name="Yashpal Singh" userId="1f20a8d43ef8778a" providerId="LiveId" clId="{1E95CC3D-3B64-425B-8C82-068FDEABA628}" dt="2025-11-10T00:05:43.381" v="14860" actId="20577"/>
          <ac:spMkLst>
            <pc:docMk/>
            <pc:sldMk cId="3006495189" sldId="279"/>
            <ac:spMk id="156" creationId="{6A2BF629-6E71-13A8-304F-89DACE637CF5}"/>
          </ac:spMkLst>
        </pc:spChg>
        <pc:picChg chg="del">
          <ac:chgData name="Yashpal Singh" userId="1f20a8d43ef8778a" providerId="LiveId" clId="{1E95CC3D-3B64-425B-8C82-068FDEABA628}" dt="2025-11-09T23:47:10.583" v="14808" actId="478"/>
          <ac:picMkLst>
            <pc:docMk/>
            <pc:sldMk cId="3006495189" sldId="279"/>
            <ac:picMk id="3" creationId="{C8C1BFF0-F7D8-9A26-B9BA-1332093D1E43}"/>
          </ac:picMkLst>
        </pc:picChg>
        <pc:picChg chg="add mod">
          <ac:chgData name="Yashpal Singh" userId="1f20a8d43ef8778a" providerId="LiveId" clId="{1E95CC3D-3B64-425B-8C82-068FDEABA628}" dt="2025-11-09T23:53:14.171" v="14816" actId="1076"/>
          <ac:picMkLst>
            <pc:docMk/>
            <pc:sldMk cId="3006495189" sldId="279"/>
            <ac:picMk id="4" creationId="{532CCDBC-1BE5-5A4F-EA1F-B7229E02A6A5}"/>
          </ac:picMkLst>
        </pc:picChg>
      </pc:sldChg>
      <pc:sldChg chg="addSp delSp modSp add mod">
        <pc:chgData name="Yashpal Singh" userId="1f20a8d43ef8778a" providerId="LiveId" clId="{1E95CC3D-3B64-425B-8C82-068FDEABA628}" dt="2025-11-09T21:51:37.671" v="14183" actId="20577"/>
        <pc:sldMkLst>
          <pc:docMk/>
          <pc:sldMk cId="4115230424" sldId="280"/>
        </pc:sldMkLst>
        <pc:spChg chg="add">
          <ac:chgData name="Yashpal Singh" userId="1f20a8d43ef8778a" providerId="LiveId" clId="{1E95CC3D-3B64-425B-8C82-068FDEABA628}" dt="2025-11-09T21:47:41.274" v="14119"/>
          <ac:spMkLst>
            <pc:docMk/>
            <pc:sldMk cId="4115230424" sldId="280"/>
            <ac:spMk id="2" creationId="{BE351236-C2E3-DF32-5FCC-5352767CA2CC}"/>
          </ac:spMkLst>
        </pc:spChg>
        <pc:spChg chg="add mod">
          <ac:chgData name="Yashpal Singh" userId="1f20a8d43ef8778a" providerId="LiveId" clId="{1E95CC3D-3B64-425B-8C82-068FDEABA628}" dt="2025-11-09T21:51:37.671" v="14183" actId="20577"/>
          <ac:spMkLst>
            <pc:docMk/>
            <pc:sldMk cId="4115230424" sldId="280"/>
            <ac:spMk id="6" creationId="{28743D31-EA2D-63E4-DD0D-7DEB8478A0A2}"/>
          </ac:spMkLst>
        </pc:spChg>
        <pc:spChg chg="mod">
          <ac:chgData name="Yashpal Singh" userId="1f20a8d43ef8778a" providerId="LiveId" clId="{1E95CC3D-3B64-425B-8C82-068FDEABA628}" dt="2025-11-09T21:36:19.581" v="14113" actId="20577"/>
          <ac:spMkLst>
            <pc:docMk/>
            <pc:sldMk cId="4115230424" sldId="280"/>
            <ac:spMk id="143" creationId="{74C5DCD2-B2BB-46ED-D68E-27F9DF637358}"/>
          </ac:spMkLst>
        </pc:spChg>
        <pc:picChg chg="add del mod">
          <ac:chgData name="Yashpal Singh" userId="1f20a8d43ef8778a" providerId="LiveId" clId="{1E95CC3D-3B64-425B-8C82-068FDEABA628}" dt="2025-11-09T21:38:10.582" v="14114" actId="478"/>
          <ac:picMkLst>
            <pc:docMk/>
            <pc:sldMk cId="4115230424" sldId="280"/>
            <ac:picMk id="1028" creationId="{CA8C74CF-AC07-C5FE-C512-718AFC3AF2FB}"/>
          </ac:picMkLst>
        </pc:picChg>
        <pc:picChg chg="add mod">
          <ac:chgData name="Yashpal Singh" userId="1f20a8d43ef8778a" providerId="LiveId" clId="{1E95CC3D-3B64-425B-8C82-068FDEABA628}" dt="2025-11-09T21:38:31.821" v="14118" actId="1076"/>
          <ac:picMkLst>
            <pc:docMk/>
            <pc:sldMk cId="4115230424" sldId="280"/>
            <ac:picMk id="3074" creationId="{023C9B69-B389-E738-2483-0636C2E3F02C}"/>
          </ac:picMkLst>
        </pc:picChg>
      </pc:sldChg>
      <pc:sldChg chg="addSp delSp modSp add del mod">
        <pc:chgData name="Yashpal Singh" userId="1f20a8d43ef8778a" providerId="LiveId" clId="{1E95CC3D-3B64-425B-8C82-068FDEABA628}" dt="2025-11-09T23:26:40.350" v="14647" actId="47"/>
        <pc:sldMkLst>
          <pc:docMk/>
          <pc:sldMk cId="2924760186" sldId="281"/>
        </pc:sldMkLst>
      </pc:sldChg>
      <pc:sldChg chg="addSp delSp modSp add mod ord">
        <pc:chgData name="Yashpal Singh" userId="1f20a8d43ef8778a" providerId="LiveId" clId="{1E95CC3D-3B64-425B-8C82-068FDEABA628}" dt="2025-11-09T22:13:47.961" v="14282"/>
        <pc:sldMkLst>
          <pc:docMk/>
          <pc:sldMk cId="3147663673" sldId="282"/>
        </pc:sldMkLst>
        <pc:spChg chg="add">
          <ac:chgData name="Yashpal Singh" userId="1f20a8d43ef8778a" providerId="LiveId" clId="{1E95CC3D-3B64-425B-8C82-068FDEABA628}" dt="2025-11-09T22:03:07.740" v="14194"/>
          <ac:spMkLst>
            <pc:docMk/>
            <pc:sldMk cId="3147663673" sldId="282"/>
            <ac:spMk id="2" creationId="{DBDD9D68-B29A-9819-D6C7-22188D1553F0}"/>
          </ac:spMkLst>
        </pc:spChg>
        <pc:spChg chg="add">
          <ac:chgData name="Yashpal Singh" userId="1f20a8d43ef8778a" providerId="LiveId" clId="{1E95CC3D-3B64-425B-8C82-068FDEABA628}" dt="2025-11-09T22:03:13.979" v="14195"/>
          <ac:spMkLst>
            <pc:docMk/>
            <pc:sldMk cId="3147663673" sldId="282"/>
            <ac:spMk id="3" creationId="{A6E8C4F4-6F1E-DB3B-9A6F-5CAF167E9710}"/>
          </ac:spMkLst>
        </pc:spChg>
        <pc:spChg chg="mod">
          <ac:chgData name="Yashpal Singh" userId="1f20a8d43ef8778a" providerId="LiveId" clId="{1E95CC3D-3B64-425B-8C82-068FDEABA628}" dt="2025-11-09T22:13:23.299" v="14280" actId="1076"/>
          <ac:spMkLst>
            <pc:docMk/>
            <pc:sldMk cId="3147663673" sldId="282"/>
            <ac:spMk id="6" creationId="{C513E3DF-09F6-7F83-D85E-49563CDA6B71}"/>
          </ac:spMkLst>
        </pc:spChg>
        <pc:spChg chg="mod">
          <ac:chgData name="Yashpal Singh" userId="1f20a8d43ef8778a" providerId="LiveId" clId="{1E95CC3D-3B64-425B-8C82-068FDEABA628}" dt="2025-11-09T21:52:20.556" v="14185" actId="20577"/>
          <ac:spMkLst>
            <pc:docMk/>
            <pc:sldMk cId="3147663673" sldId="282"/>
            <ac:spMk id="143" creationId="{FE37E86D-D5DE-1262-BD76-CA861E22122D}"/>
          </ac:spMkLst>
        </pc:spChg>
        <pc:picChg chg="add del mod">
          <ac:chgData name="Yashpal Singh" userId="1f20a8d43ef8778a" providerId="LiveId" clId="{1E95CC3D-3B64-425B-8C82-068FDEABA628}" dt="2025-11-09T21:52:24.249" v="14186" actId="478"/>
          <ac:picMkLst>
            <pc:docMk/>
            <pc:sldMk cId="3147663673" sldId="282"/>
            <ac:picMk id="5" creationId="{9044D804-C5A9-B847-D4C4-A6A1786D3F47}"/>
          </ac:picMkLst>
        </pc:picChg>
        <pc:picChg chg="add mod">
          <ac:chgData name="Yashpal Singh" userId="1f20a8d43ef8778a" providerId="LiveId" clId="{1E95CC3D-3B64-425B-8C82-068FDEABA628}" dt="2025-11-09T22:10:52.132" v="14260" actId="1076"/>
          <ac:picMkLst>
            <pc:docMk/>
            <pc:sldMk cId="3147663673" sldId="282"/>
            <ac:picMk id="7" creationId="{962E4FE6-DAAE-5A96-D9EE-2E8D98411C8E}"/>
          </ac:picMkLst>
        </pc:picChg>
        <pc:picChg chg="add del mod">
          <ac:chgData name="Yashpal Singh" userId="1f20a8d43ef8778a" providerId="LiveId" clId="{1E95CC3D-3B64-425B-8C82-068FDEABA628}" dt="2025-11-09T21:52:27.236" v="14188" actId="478"/>
          <ac:picMkLst>
            <pc:docMk/>
            <pc:sldMk cId="3147663673" sldId="282"/>
            <ac:picMk id="8" creationId="{EF71A859-40A9-B551-4F6D-FB10606B7FB0}"/>
          </ac:picMkLst>
        </pc:picChg>
        <pc:picChg chg="add mod">
          <ac:chgData name="Yashpal Singh" userId="1f20a8d43ef8778a" providerId="LiveId" clId="{1E95CC3D-3B64-425B-8C82-068FDEABA628}" dt="2025-11-09T22:11:36.090" v="14264" actId="1076"/>
          <ac:picMkLst>
            <pc:docMk/>
            <pc:sldMk cId="3147663673" sldId="282"/>
            <ac:picMk id="10" creationId="{CEE29AB1-D39F-9DB1-351F-062EFCA4BB3B}"/>
          </ac:picMkLst>
        </pc:picChg>
      </pc:sldChg>
      <pc:sldChg chg="modSp add del mod">
        <pc:chgData name="Yashpal Singh" userId="1f20a8d43ef8778a" providerId="LiveId" clId="{1E95CC3D-3B64-425B-8C82-068FDEABA628}" dt="2025-11-10T02:07:39.560" v="16387" actId="47"/>
        <pc:sldMkLst>
          <pc:docMk/>
          <pc:sldMk cId="3337440310" sldId="283"/>
        </pc:sldMkLst>
        <pc:spChg chg="mod">
          <ac:chgData name="Yashpal Singh" userId="1f20a8d43ef8778a" providerId="LiveId" clId="{1E95CC3D-3B64-425B-8C82-068FDEABA628}" dt="2025-11-09T06:50:08.582" v="12431" actId="6549"/>
          <ac:spMkLst>
            <pc:docMk/>
            <pc:sldMk cId="3337440310" sldId="283"/>
            <ac:spMk id="138" creationId="{5A93FF0B-09CC-B9DA-D181-92932866454B}"/>
          </ac:spMkLst>
        </pc:spChg>
      </pc:sldChg>
      <pc:sldChg chg="modSp add mod">
        <pc:chgData name="Yashpal Singh" userId="1f20a8d43ef8778a" providerId="LiveId" clId="{1E95CC3D-3B64-425B-8C82-068FDEABA628}" dt="2025-11-08T20:03:21.203" v="7888" actId="6549"/>
        <pc:sldMkLst>
          <pc:docMk/>
          <pc:sldMk cId="1744137074" sldId="284"/>
        </pc:sldMkLst>
        <pc:spChg chg="mod">
          <ac:chgData name="Yashpal Singh" userId="1f20a8d43ef8778a" providerId="LiveId" clId="{1E95CC3D-3B64-425B-8C82-068FDEABA628}" dt="2025-11-08T18:45:08.798" v="7344" actId="20577"/>
          <ac:spMkLst>
            <pc:docMk/>
            <pc:sldMk cId="1744137074" sldId="284"/>
            <ac:spMk id="137" creationId="{E7398E07-D74C-5786-2E38-3FDD9E68401B}"/>
          </ac:spMkLst>
        </pc:spChg>
        <pc:spChg chg="mod">
          <ac:chgData name="Yashpal Singh" userId="1f20a8d43ef8778a" providerId="LiveId" clId="{1E95CC3D-3B64-425B-8C82-068FDEABA628}" dt="2025-11-08T20:03:21.203" v="7888" actId="6549"/>
          <ac:spMkLst>
            <pc:docMk/>
            <pc:sldMk cId="1744137074" sldId="284"/>
            <ac:spMk id="138" creationId="{62C6B179-516D-060C-E922-6FAFD7945A91}"/>
          </ac:spMkLst>
        </pc:spChg>
      </pc:sldChg>
      <pc:sldChg chg="addSp delSp modSp add mod">
        <pc:chgData name="Yashpal Singh" userId="1f20a8d43ef8778a" providerId="LiveId" clId="{1E95CC3D-3B64-425B-8C82-068FDEABA628}" dt="2025-11-08T20:52:33.134" v="8132" actId="113"/>
        <pc:sldMkLst>
          <pc:docMk/>
          <pc:sldMk cId="1079873978" sldId="285"/>
        </pc:sldMkLst>
        <pc:spChg chg="add mod">
          <ac:chgData name="Yashpal Singh" userId="1f20a8d43ef8778a" providerId="LiveId" clId="{1E95CC3D-3B64-425B-8C82-068FDEABA628}" dt="2025-11-08T20:48:56.415" v="8117" actId="5793"/>
          <ac:spMkLst>
            <pc:docMk/>
            <pc:sldMk cId="1079873978" sldId="285"/>
            <ac:spMk id="5" creationId="{4456043E-44EF-E20C-C9D8-7EEF38A47ADC}"/>
          </ac:spMkLst>
        </pc:spChg>
        <pc:spChg chg="add mod">
          <ac:chgData name="Yashpal Singh" userId="1f20a8d43ef8778a" providerId="LiveId" clId="{1E95CC3D-3B64-425B-8C82-068FDEABA628}" dt="2025-11-08T20:48:48.082" v="8113" actId="20577"/>
          <ac:spMkLst>
            <pc:docMk/>
            <pc:sldMk cId="1079873978" sldId="285"/>
            <ac:spMk id="8" creationId="{6AE1BAC0-2470-DE6C-602E-243639E9D082}"/>
          </ac:spMkLst>
        </pc:spChg>
        <pc:spChg chg="add mod">
          <ac:chgData name="Yashpal Singh" userId="1f20a8d43ef8778a" providerId="LiveId" clId="{1E95CC3D-3B64-425B-8C82-068FDEABA628}" dt="2025-11-08T20:52:33.134" v="8132" actId="113"/>
          <ac:spMkLst>
            <pc:docMk/>
            <pc:sldMk cId="1079873978" sldId="285"/>
            <ac:spMk id="9" creationId="{81B6B4C1-F20E-C2B1-F2E0-352E61EEE08A}"/>
          </ac:spMkLst>
        </pc:spChg>
        <pc:spChg chg="mod">
          <ac:chgData name="Yashpal Singh" userId="1f20a8d43ef8778a" providerId="LiveId" clId="{1E95CC3D-3B64-425B-8C82-068FDEABA628}" dt="2025-11-08T20:45:26.578" v="8079" actId="14100"/>
          <ac:spMkLst>
            <pc:docMk/>
            <pc:sldMk cId="1079873978" sldId="285"/>
            <ac:spMk id="130" creationId="{F3712D03-C297-EB76-83D3-8907AE53649A}"/>
          </ac:spMkLst>
        </pc:spChg>
        <pc:picChg chg="add mod">
          <ac:chgData name="Yashpal Singh" userId="1f20a8d43ef8778a" providerId="LiveId" clId="{1E95CC3D-3B64-425B-8C82-068FDEABA628}" dt="2025-11-08T20:47:44.997" v="8094" actId="14100"/>
          <ac:picMkLst>
            <pc:docMk/>
            <pc:sldMk cId="1079873978" sldId="285"/>
            <ac:picMk id="5126" creationId="{F1ADC707-54F5-6694-56F3-048A9A6C6BF6}"/>
          </ac:picMkLst>
        </pc:picChg>
        <pc:picChg chg="add mod">
          <ac:chgData name="Yashpal Singh" userId="1f20a8d43ef8778a" providerId="LiveId" clId="{1E95CC3D-3B64-425B-8C82-068FDEABA628}" dt="2025-11-08T20:47:47.070" v="8095" actId="1076"/>
          <ac:picMkLst>
            <pc:docMk/>
            <pc:sldMk cId="1079873978" sldId="285"/>
            <ac:picMk id="5128" creationId="{33BD7E3C-4026-8A82-34EF-4FA4494C0C5C}"/>
          </ac:picMkLst>
        </pc:picChg>
      </pc:sldChg>
      <pc:sldChg chg="modSp add mod">
        <pc:chgData name="Yashpal Singh" userId="1f20a8d43ef8778a" providerId="LiveId" clId="{1E95CC3D-3B64-425B-8C82-068FDEABA628}" dt="2025-11-08T20:35:21.875" v="8056" actId="404"/>
        <pc:sldMkLst>
          <pc:docMk/>
          <pc:sldMk cId="3733919565" sldId="286"/>
        </pc:sldMkLst>
        <pc:spChg chg="mod">
          <ac:chgData name="Yashpal Singh" userId="1f20a8d43ef8778a" providerId="LiveId" clId="{1E95CC3D-3B64-425B-8C82-068FDEABA628}" dt="2025-11-08T20:35:21.875" v="8056" actId="404"/>
          <ac:spMkLst>
            <pc:docMk/>
            <pc:sldMk cId="3733919565" sldId="286"/>
            <ac:spMk id="130" creationId="{4F3B17A9-2D74-B1A8-11D9-8B9FE2C49C02}"/>
          </ac:spMkLst>
        </pc:spChg>
      </pc:sldChg>
      <pc:sldChg chg="addSp delSp modSp add mod">
        <pc:chgData name="Yashpal Singh" userId="1f20a8d43ef8778a" providerId="LiveId" clId="{1E95CC3D-3B64-425B-8C82-068FDEABA628}" dt="2025-11-08T21:02:50.052" v="8172" actId="404"/>
        <pc:sldMkLst>
          <pc:docMk/>
          <pc:sldMk cId="1360968151" sldId="287"/>
        </pc:sldMkLst>
        <pc:spChg chg="mod">
          <ac:chgData name="Yashpal Singh" userId="1f20a8d43ef8778a" providerId="LiveId" clId="{1E95CC3D-3B64-425B-8C82-068FDEABA628}" dt="2025-11-08T20:58:07.732" v="8154"/>
          <ac:spMkLst>
            <pc:docMk/>
            <pc:sldMk cId="1360968151" sldId="287"/>
            <ac:spMk id="5" creationId="{8D84F0BE-AB96-C626-4D7D-31B58CDF2E17}"/>
          </ac:spMkLst>
        </pc:spChg>
        <pc:spChg chg="mod">
          <ac:chgData name="Yashpal Singh" userId="1f20a8d43ef8778a" providerId="LiveId" clId="{1E95CC3D-3B64-425B-8C82-068FDEABA628}" dt="2025-11-08T20:53:22.139" v="8137" actId="20577"/>
          <ac:spMkLst>
            <pc:docMk/>
            <pc:sldMk cId="1360968151" sldId="287"/>
            <ac:spMk id="8" creationId="{9FE21AE8-6F90-A32E-AB41-247E179A7EAF}"/>
          </ac:spMkLst>
        </pc:spChg>
        <pc:spChg chg="mod">
          <ac:chgData name="Yashpal Singh" userId="1f20a8d43ef8778a" providerId="LiveId" clId="{1E95CC3D-3B64-425B-8C82-068FDEABA628}" dt="2025-11-08T21:02:50.052" v="8172" actId="404"/>
          <ac:spMkLst>
            <pc:docMk/>
            <pc:sldMk cId="1360968151" sldId="287"/>
            <ac:spMk id="9" creationId="{FDCB4067-FD95-B5DD-B241-7AC63B3ECAE3}"/>
          </ac:spMkLst>
        </pc:spChg>
        <pc:picChg chg="add mod">
          <ac:chgData name="Yashpal Singh" userId="1f20a8d43ef8778a" providerId="LiveId" clId="{1E95CC3D-3B64-425B-8C82-068FDEABA628}" dt="2025-11-08T20:54:20.638" v="8146" actId="1076"/>
          <ac:picMkLst>
            <pc:docMk/>
            <pc:sldMk cId="1360968151" sldId="287"/>
            <ac:picMk id="6146" creationId="{A9945D30-8ADC-308A-9161-AC9097189797}"/>
          </ac:picMkLst>
        </pc:picChg>
        <pc:picChg chg="add mod">
          <ac:chgData name="Yashpal Singh" userId="1f20a8d43ef8778a" providerId="LiveId" clId="{1E95CC3D-3B64-425B-8C82-068FDEABA628}" dt="2025-11-08T21:02:06.565" v="8171" actId="1076"/>
          <ac:picMkLst>
            <pc:docMk/>
            <pc:sldMk cId="1360968151" sldId="287"/>
            <ac:picMk id="6149" creationId="{1CB0BB17-CEED-485A-750A-71A80801C5D1}"/>
          </ac:picMkLst>
        </pc:picChg>
      </pc:sldChg>
      <pc:sldChg chg="addSp delSp modSp add mod">
        <pc:chgData name="Yashpal Singh" userId="1f20a8d43ef8778a" providerId="LiveId" clId="{1E95CC3D-3B64-425B-8C82-068FDEABA628}" dt="2025-11-08T21:11:20.887" v="8208" actId="14100"/>
        <pc:sldMkLst>
          <pc:docMk/>
          <pc:sldMk cId="129392748" sldId="288"/>
        </pc:sldMkLst>
        <pc:spChg chg="mod">
          <ac:chgData name="Yashpal Singh" userId="1f20a8d43ef8778a" providerId="LiveId" clId="{1E95CC3D-3B64-425B-8C82-068FDEABA628}" dt="2025-11-08T21:06:42.984" v="8193" actId="14100"/>
          <ac:spMkLst>
            <pc:docMk/>
            <pc:sldMk cId="129392748" sldId="288"/>
            <ac:spMk id="5" creationId="{6BA8EFF7-CD28-BFDE-87D8-EBC8A7AA3AC4}"/>
          </ac:spMkLst>
        </pc:spChg>
        <pc:spChg chg="mod">
          <ac:chgData name="Yashpal Singh" userId="1f20a8d43ef8778a" providerId="LiveId" clId="{1E95CC3D-3B64-425B-8C82-068FDEABA628}" dt="2025-11-08T21:03:20.998" v="8177" actId="20577"/>
          <ac:spMkLst>
            <pc:docMk/>
            <pc:sldMk cId="129392748" sldId="288"/>
            <ac:spMk id="8" creationId="{A1EA4381-1D50-ED40-A28A-F2BA5377FF77}"/>
          </ac:spMkLst>
        </pc:spChg>
        <pc:spChg chg="mod">
          <ac:chgData name="Yashpal Singh" userId="1f20a8d43ef8778a" providerId="LiveId" clId="{1E95CC3D-3B64-425B-8C82-068FDEABA628}" dt="2025-11-08T21:10:26.904" v="8201" actId="113"/>
          <ac:spMkLst>
            <pc:docMk/>
            <pc:sldMk cId="129392748" sldId="288"/>
            <ac:spMk id="9" creationId="{E7C79C13-0A58-46CA-FE01-6197B507E5AB}"/>
          </ac:spMkLst>
        </pc:spChg>
        <pc:picChg chg="add mod">
          <ac:chgData name="Yashpal Singh" userId="1f20a8d43ef8778a" providerId="LiveId" clId="{1E95CC3D-3B64-425B-8C82-068FDEABA628}" dt="2025-11-08T21:04:17.195" v="8186" actId="1076"/>
          <ac:picMkLst>
            <pc:docMk/>
            <pc:sldMk cId="129392748" sldId="288"/>
            <ac:picMk id="7170" creationId="{45CDCC4B-6A3E-E0BB-F7FD-738C6183C81C}"/>
          </ac:picMkLst>
        </pc:picChg>
        <pc:picChg chg="add mod">
          <ac:chgData name="Yashpal Singh" userId="1f20a8d43ef8778a" providerId="LiveId" clId="{1E95CC3D-3B64-425B-8C82-068FDEABA628}" dt="2025-11-08T21:11:20.887" v="8208" actId="14100"/>
          <ac:picMkLst>
            <pc:docMk/>
            <pc:sldMk cId="129392748" sldId="288"/>
            <ac:picMk id="7173" creationId="{2FB1A53B-35AC-047C-1F73-0E29A185107B}"/>
          </ac:picMkLst>
        </pc:picChg>
      </pc:sldChg>
      <pc:sldChg chg="addSp delSp modSp add mod">
        <pc:chgData name="Yashpal Singh" userId="1f20a8d43ef8778a" providerId="LiveId" clId="{1E95CC3D-3B64-425B-8C82-068FDEABA628}" dt="2025-11-09T01:44:52.105" v="8249" actId="113"/>
        <pc:sldMkLst>
          <pc:docMk/>
          <pc:sldMk cId="3114318710" sldId="289"/>
        </pc:sldMkLst>
        <pc:spChg chg="add">
          <ac:chgData name="Yashpal Singh" userId="1f20a8d43ef8778a" providerId="LiveId" clId="{1E95CC3D-3B64-425B-8C82-068FDEABA628}" dt="2025-11-09T01:43:39.740" v="8241"/>
          <ac:spMkLst>
            <pc:docMk/>
            <pc:sldMk cId="3114318710" sldId="289"/>
            <ac:spMk id="2" creationId="{FF166B53-787B-E39D-2E84-BFB8357FA0E6}"/>
          </ac:spMkLst>
        </pc:spChg>
        <pc:spChg chg="mod">
          <ac:chgData name="Yashpal Singh" userId="1f20a8d43ef8778a" providerId="LiveId" clId="{1E95CC3D-3B64-425B-8C82-068FDEABA628}" dt="2025-11-09T01:42:23.734" v="8240" actId="113"/>
          <ac:spMkLst>
            <pc:docMk/>
            <pc:sldMk cId="3114318710" sldId="289"/>
            <ac:spMk id="5" creationId="{2F273F73-AFD6-F67C-A217-95580B0174F6}"/>
          </ac:spMkLst>
        </pc:spChg>
        <pc:spChg chg="mod">
          <ac:chgData name="Yashpal Singh" userId="1f20a8d43ef8778a" providerId="LiveId" clId="{1E95CC3D-3B64-425B-8C82-068FDEABA628}" dt="2025-11-08T21:12:35.893" v="8213" actId="20577"/>
          <ac:spMkLst>
            <pc:docMk/>
            <pc:sldMk cId="3114318710" sldId="289"/>
            <ac:spMk id="8" creationId="{7A1DC019-8811-1561-5EFF-77C2191C744A}"/>
          </ac:spMkLst>
        </pc:spChg>
        <pc:spChg chg="mod">
          <ac:chgData name="Yashpal Singh" userId="1f20a8d43ef8778a" providerId="LiveId" clId="{1E95CC3D-3B64-425B-8C82-068FDEABA628}" dt="2025-11-09T01:44:52.105" v="8249" actId="113"/>
          <ac:spMkLst>
            <pc:docMk/>
            <pc:sldMk cId="3114318710" sldId="289"/>
            <ac:spMk id="9" creationId="{C0C905E8-AC2C-0DF7-C5B5-80B3CC89C3B6}"/>
          </ac:spMkLst>
        </pc:spChg>
        <pc:picChg chg="add mod">
          <ac:chgData name="Yashpal Singh" userId="1f20a8d43ef8778a" providerId="LiveId" clId="{1E95CC3D-3B64-425B-8C82-068FDEABA628}" dt="2025-11-08T21:13:37.194" v="8222" actId="1076"/>
          <ac:picMkLst>
            <pc:docMk/>
            <pc:sldMk cId="3114318710" sldId="289"/>
            <ac:picMk id="8194" creationId="{5F6B752C-5197-5141-3BCE-354ED35D12FC}"/>
          </ac:picMkLst>
        </pc:picChg>
        <pc:picChg chg="add del mod">
          <ac:chgData name="Yashpal Singh" userId="1f20a8d43ef8778a" providerId="LiveId" clId="{1E95CC3D-3B64-425B-8C82-068FDEABA628}" dt="2025-11-09T01:39:21.102" v="8228" actId="478"/>
          <ac:picMkLst>
            <pc:docMk/>
            <pc:sldMk cId="3114318710" sldId="289"/>
            <ac:picMk id="8196" creationId="{9338851C-BB51-DF4B-198F-B3CE634257A1}"/>
          </ac:picMkLst>
        </pc:picChg>
        <pc:picChg chg="add mod">
          <ac:chgData name="Yashpal Singh" userId="1f20a8d43ef8778a" providerId="LiveId" clId="{1E95CC3D-3B64-425B-8C82-068FDEABA628}" dt="2025-11-09T01:40:00.049" v="8235" actId="1076"/>
          <ac:picMkLst>
            <pc:docMk/>
            <pc:sldMk cId="3114318710" sldId="289"/>
            <ac:picMk id="8198" creationId="{2956DBC9-8DF4-129F-3E14-47611582E036}"/>
          </ac:picMkLst>
        </pc:picChg>
      </pc:sldChg>
      <pc:sldChg chg="addSp delSp modSp add mod">
        <pc:chgData name="Yashpal Singh" userId="1f20a8d43ef8778a" providerId="LiveId" clId="{1E95CC3D-3B64-425B-8C82-068FDEABA628}" dt="2025-11-09T01:55:20.770" v="8289" actId="113"/>
        <pc:sldMkLst>
          <pc:docMk/>
          <pc:sldMk cId="329869894" sldId="290"/>
        </pc:sldMkLst>
        <pc:spChg chg="add">
          <ac:chgData name="Yashpal Singh" userId="1f20a8d43ef8778a" providerId="LiveId" clId="{1E95CC3D-3B64-425B-8C82-068FDEABA628}" dt="2025-11-09T01:51:12.448" v="8267"/>
          <ac:spMkLst>
            <pc:docMk/>
            <pc:sldMk cId="329869894" sldId="290"/>
            <ac:spMk id="2" creationId="{1C432506-3B5E-2BB5-29B7-9477E2A8D4E1}"/>
          </ac:spMkLst>
        </pc:spChg>
        <pc:spChg chg="mod">
          <ac:chgData name="Yashpal Singh" userId="1f20a8d43ef8778a" providerId="LiveId" clId="{1E95CC3D-3B64-425B-8C82-068FDEABA628}" dt="2025-11-09T01:52:12.817" v="8274" actId="12"/>
          <ac:spMkLst>
            <pc:docMk/>
            <pc:sldMk cId="329869894" sldId="290"/>
            <ac:spMk id="5" creationId="{0A055301-D5EA-A715-165F-1B6F3A024131}"/>
          </ac:spMkLst>
        </pc:spChg>
        <pc:spChg chg="mod">
          <ac:chgData name="Yashpal Singh" userId="1f20a8d43ef8778a" providerId="LiveId" clId="{1E95CC3D-3B64-425B-8C82-068FDEABA628}" dt="2025-11-09T01:48:51.675" v="8255" actId="20577"/>
          <ac:spMkLst>
            <pc:docMk/>
            <pc:sldMk cId="329869894" sldId="290"/>
            <ac:spMk id="8" creationId="{9B9C83CD-14EB-E2AB-E679-B3691A258B4A}"/>
          </ac:spMkLst>
        </pc:spChg>
        <pc:spChg chg="mod">
          <ac:chgData name="Yashpal Singh" userId="1f20a8d43ef8778a" providerId="LiveId" clId="{1E95CC3D-3B64-425B-8C82-068FDEABA628}" dt="2025-11-09T01:55:20.770" v="8289" actId="113"/>
          <ac:spMkLst>
            <pc:docMk/>
            <pc:sldMk cId="329869894" sldId="290"/>
            <ac:spMk id="9" creationId="{E2BF224F-7833-D3A7-0671-62500F333DC0}"/>
          </ac:spMkLst>
        </pc:spChg>
        <pc:picChg chg="del">
          <ac:chgData name="Yashpal Singh" userId="1f20a8d43ef8778a" providerId="LiveId" clId="{1E95CC3D-3B64-425B-8C82-068FDEABA628}" dt="2025-11-09T01:49:19.592" v="8261" actId="478"/>
          <ac:picMkLst>
            <pc:docMk/>
            <pc:sldMk cId="329869894" sldId="290"/>
            <ac:picMk id="8194" creationId="{0C98B6E8-1FA8-CF3D-43AB-B119B90B12E4}"/>
          </ac:picMkLst>
        </pc:picChg>
        <pc:picChg chg="del mod">
          <ac:chgData name="Yashpal Singh" userId="1f20a8d43ef8778a" providerId="LiveId" clId="{1E95CC3D-3B64-425B-8C82-068FDEABA628}" dt="2025-11-09T01:52:28.541" v="8276" actId="478"/>
          <ac:picMkLst>
            <pc:docMk/>
            <pc:sldMk cId="329869894" sldId="290"/>
            <ac:picMk id="8198" creationId="{1402525D-B1AE-CEFD-048E-04D199DB5D52}"/>
          </ac:picMkLst>
        </pc:picChg>
        <pc:picChg chg="add mod">
          <ac:chgData name="Yashpal Singh" userId="1f20a8d43ef8778a" providerId="LiveId" clId="{1E95CC3D-3B64-425B-8C82-068FDEABA628}" dt="2025-11-09T01:49:37.657" v="8265" actId="14100"/>
          <ac:picMkLst>
            <pc:docMk/>
            <pc:sldMk cId="329869894" sldId="290"/>
            <ac:picMk id="9218" creationId="{D8A6BB6C-4AB1-8D50-D2F9-ED57F61426F8}"/>
          </ac:picMkLst>
        </pc:picChg>
        <pc:picChg chg="add mod">
          <ac:chgData name="Yashpal Singh" userId="1f20a8d43ef8778a" providerId="LiveId" clId="{1E95CC3D-3B64-425B-8C82-068FDEABA628}" dt="2025-11-09T01:53:20.140" v="8282" actId="1076"/>
          <ac:picMkLst>
            <pc:docMk/>
            <pc:sldMk cId="329869894" sldId="290"/>
            <ac:picMk id="9221" creationId="{AEC901EE-D414-FBEA-78DC-F34E61CDD5F3}"/>
          </ac:picMkLst>
        </pc:picChg>
      </pc:sldChg>
      <pc:sldChg chg="addSp delSp modSp add mod">
        <pc:chgData name="Yashpal Singh" userId="1f20a8d43ef8778a" providerId="LiveId" clId="{1E95CC3D-3B64-425B-8C82-068FDEABA628}" dt="2025-11-09T02:03:06.687" v="8330" actId="14100"/>
        <pc:sldMkLst>
          <pc:docMk/>
          <pc:sldMk cId="3446111367" sldId="291"/>
        </pc:sldMkLst>
        <pc:spChg chg="mod">
          <ac:chgData name="Yashpal Singh" userId="1f20a8d43ef8778a" providerId="LiveId" clId="{1E95CC3D-3B64-425B-8C82-068FDEABA628}" dt="2025-11-09T01:59:20.652" v="8316" actId="113"/>
          <ac:spMkLst>
            <pc:docMk/>
            <pc:sldMk cId="3446111367" sldId="291"/>
            <ac:spMk id="5" creationId="{CBD90D87-A69B-46E3-0AD6-4FE8681CEDA2}"/>
          </ac:spMkLst>
        </pc:spChg>
        <pc:spChg chg="mod">
          <ac:chgData name="Yashpal Singh" userId="1f20a8d43ef8778a" providerId="LiveId" clId="{1E95CC3D-3B64-425B-8C82-068FDEABA628}" dt="2025-11-09T01:55:48.045" v="8295" actId="20577"/>
          <ac:spMkLst>
            <pc:docMk/>
            <pc:sldMk cId="3446111367" sldId="291"/>
            <ac:spMk id="8" creationId="{A434E3C9-73AC-3DB6-1E38-2648DD82EE36}"/>
          </ac:spMkLst>
        </pc:spChg>
        <pc:spChg chg="mod">
          <ac:chgData name="Yashpal Singh" userId="1f20a8d43ef8778a" providerId="LiveId" clId="{1E95CC3D-3B64-425B-8C82-068FDEABA628}" dt="2025-11-09T02:03:06.687" v="8330" actId="14100"/>
          <ac:spMkLst>
            <pc:docMk/>
            <pc:sldMk cId="3446111367" sldId="291"/>
            <ac:spMk id="9" creationId="{C6806EB0-B566-64E0-A27A-A41E4CD7A38E}"/>
          </ac:spMkLst>
        </pc:spChg>
        <pc:picChg chg="del">
          <ac:chgData name="Yashpal Singh" userId="1f20a8d43ef8778a" providerId="LiveId" clId="{1E95CC3D-3B64-425B-8C82-068FDEABA628}" dt="2025-11-09T01:55:50.748" v="8296" actId="478"/>
          <ac:picMkLst>
            <pc:docMk/>
            <pc:sldMk cId="3446111367" sldId="291"/>
            <ac:picMk id="9218" creationId="{A276D2F8-D5F1-F287-2084-609A97A9E1F6}"/>
          </ac:picMkLst>
        </pc:picChg>
        <pc:picChg chg="del">
          <ac:chgData name="Yashpal Singh" userId="1f20a8d43ef8778a" providerId="LiveId" clId="{1E95CC3D-3B64-425B-8C82-068FDEABA628}" dt="2025-11-09T01:55:55.087" v="8297" actId="478"/>
          <ac:picMkLst>
            <pc:docMk/>
            <pc:sldMk cId="3446111367" sldId="291"/>
            <ac:picMk id="9221" creationId="{498A4864-2E9D-7F1A-9C84-49751320AAFA}"/>
          </ac:picMkLst>
        </pc:picChg>
        <pc:picChg chg="add mod">
          <ac:chgData name="Yashpal Singh" userId="1f20a8d43ef8778a" providerId="LiveId" clId="{1E95CC3D-3B64-425B-8C82-068FDEABA628}" dt="2025-11-09T01:57:27.419" v="8308" actId="1076"/>
          <ac:picMkLst>
            <pc:docMk/>
            <pc:sldMk cId="3446111367" sldId="291"/>
            <ac:picMk id="10242" creationId="{DED6FE37-49C2-0D1E-AD42-EC26B30DF327}"/>
          </ac:picMkLst>
        </pc:picChg>
        <pc:picChg chg="add mod">
          <ac:chgData name="Yashpal Singh" userId="1f20a8d43ef8778a" providerId="LiveId" clId="{1E95CC3D-3B64-425B-8C82-068FDEABA628}" dt="2025-11-09T02:00:17.060" v="8321" actId="1076"/>
          <ac:picMkLst>
            <pc:docMk/>
            <pc:sldMk cId="3446111367" sldId="291"/>
            <ac:picMk id="10244" creationId="{EA2E0A60-17E7-D666-457F-3A8E732CFB70}"/>
          </ac:picMkLst>
        </pc:picChg>
      </pc:sldChg>
      <pc:sldChg chg="addSp delSp modSp add mod">
        <pc:chgData name="Yashpal Singh" userId="1f20a8d43ef8778a" providerId="LiveId" clId="{1E95CC3D-3B64-425B-8C82-068FDEABA628}" dt="2025-11-09T02:11:25.336" v="8370" actId="113"/>
        <pc:sldMkLst>
          <pc:docMk/>
          <pc:sldMk cId="2378327808" sldId="292"/>
        </pc:sldMkLst>
        <pc:spChg chg="mod">
          <ac:chgData name="Yashpal Singh" userId="1f20a8d43ef8778a" providerId="LiveId" clId="{1E95CC3D-3B64-425B-8C82-068FDEABA628}" dt="2025-11-09T02:08:31.643" v="8361" actId="20577"/>
          <ac:spMkLst>
            <pc:docMk/>
            <pc:sldMk cId="2378327808" sldId="292"/>
            <ac:spMk id="5" creationId="{7F81255A-FCD7-48BB-54D5-A0D666D6C449}"/>
          </ac:spMkLst>
        </pc:spChg>
        <pc:spChg chg="mod">
          <ac:chgData name="Yashpal Singh" userId="1f20a8d43ef8778a" providerId="LiveId" clId="{1E95CC3D-3B64-425B-8C82-068FDEABA628}" dt="2025-11-09T02:04:39.186" v="8335" actId="20577"/>
          <ac:spMkLst>
            <pc:docMk/>
            <pc:sldMk cId="2378327808" sldId="292"/>
            <ac:spMk id="8" creationId="{E8C4858C-8988-729A-8737-26D998130139}"/>
          </ac:spMkLst>
        </pc:spChg>
        <pc:spChg chg="mod">
          <ac:chgData name="Yashpal Singh" userId="1f20a8d43ef8778a" providerId="LiveId" clId="{1E95CC3D-3B64-425B-8C82-068FDEABA628}" dt="2025-11-09T02:11:25.336" v="8370" actId="113"/>
          <ac:spMkLst>
            <pc:docMk/>
            <pc:sldMk cId="2378327808" sldId="292"/>
            <ac:spMk id="9" creationId="{9CF011FA-13DE-25B9-9B82-C85AB9E6E6B6}"/>
          </ac:spMkLst>
        </pc:spChg>
        <pc:picChg chg="del">
          <ac:chgData name="Yashpal Singh" userId="1f20a8d43ef8778a" providerId="LiveId" clId="{1E95CC3D-3B64-425B-8C82-068FDEABA628}" dt="2025-11-09T02:04:49.112" v="8340" actId="478"/>
          <ac:picMkLst>
            <pc:docMk/>
            <pc:sldMk cId="2378327808" sldId="292"/>
            <ac:picMk id="10242" creationId="{ACDBD1D7-4682-BCDA-BE62-D1136D1D3102}"/>
          </ac:picMkLst>
        </pc:picChg>
        <pc:picChg chg="del">
          <ac:chgData name="Yashpal Singh" userId="1f20a8d43ef8778a" providerId="LiveId" clId="{1E95CC3D-3B64-425B-8C82-068FDEABA628}" dt="2025-11-09T02:05:00.019" v="8341" actId="478"/>
          <ac:picMkLst>
            <pc:docMk/>
            <pc:sldMk cId="2378327808" sldId="292"/>
            <ac:picMk id="10244" creationId="{5FF389E8-8BB6-1FDC-C2CF-35A27AB4AD5B}"/>
          </ac:picMkLst>
        </pc:picChg>
        <pc:picChg chg="add mod">
          <ac:chgData name="Yashpal Singh" userId="1f20a8d43ef8778a" providerId="LiveId" clId="{1E95CC3D-3B64-425B-8C82-068FDEABA628}" dt="2025-11-09T02:05:45.156" v="8346" actId="1076"/>
          <ac:picMkLst>
            <pc:docMk/>
            <pc:sldMk cId="2378327808" sldId="292"/>
            <ac:picMk id="11266" creationId="{5E52D32D-999B-6A47-BEAE-3EF8AA24FD6C}"/>
          </ac:picMkLst>
        </pc:picChg>
        <pc:picChg chg="add mod">
          <ac:chgData name="Yashpal Singh" userId="1f20a8d43ef8778a" providerId="LiveId" clId="{1E95CC3D-3B64-425B-8C82-068FDEABA628}" dt="2025-11-09T02:09:44.591" v="8365" actId="14100"/>
          <ac:picMkLst>
            <pc:docMk/>
            <pc:sldMk cId="2378327808" sldId="292"/>
            <ac:picMk id="11268" creationId="{4FC4DFD9-70AD-5062-073F-52470A3C2254}"/>
          </ac:picMkLst>
        </pc:picChg>
      </pc:sldChg>
      <pc:sldChg chg="addSp delSp modSp add mod">
        <pc:chgData name="Yashpal Singh" userId="1f20a8d43ef8778a" providerId="LiveId" clId="{1E95CC3D-3B64-425B-8C82-068FDEABA628}" dt="2025-11-09T02:16:54.457" v="8402" actId="20577"/>
        <pc:sldMkLst>
          <pc:docMk/>
          <pc:sldMk cId="3579222912" sldId="293"/>
        </pc:sldMkLst>
        <pc:spChg chg="mod">
          <ac:chgData name="Yashpal Singh" userId="1f20a8d43ef8778a" providerId="LiveId" clId="{1E95CC3D-3B64-425B-8C82-068FDEABA628}" dt="2025-11-09T02:14:06.773" v="8384" actId="113"/>
          <ac:spMkLst>
            <pc:docMk/>
            <pc:sldMk cId="3579222912" sldId="293"/>
            <ac:spMk id="5" creationId="{EEC9C42A-80B6-FEC1-7817-E2E42C3FC69A}"/>
          </ac:spMkLst>
        </pc:spChg>
        <pc:spChg chg="mod">
          <ac:chgData name="Yashpal Singh" userId="1f20a8d43ef8778a" providerId="LiveId" clId="{1E95CC3D-3B64-425B-8C82-068FDEABA628}" dt="2025-11-09T02:11:52.732" v="8375" actId="20577"/>
          <ac:spMkLst>
            <pc:docMk/>
            <pc:sldMk cId="3579222912" sldId="293"/>
            <ac:spMk id="8" creationId="{3F6CB398-DAA7-FAC3-9BD6-25F363A59424}"/>
          </ac:spMkLst>
        </pc:spChg>
        <pc:spChg chg="mod">
          <ac:chgData name="Yashpal Singh" userId="1f20a8d43ef8778a" providerId="LiveId" clId="{1E95CC3D-3B64-425B-8C82-068FDEABA628}" dt="2025-11-09T02:16:54.457" v="8402" actId="20577"/>
          <ac:spMkLst>
            <pc:docMk/>
            <pc:sldMk cId="3579222912" sldId="293"/>
            <ac:spMk id="9" creationId="{6623DBCA-8987-E5F1-B831-6695F0F48230}"/>
          </ac:spMkLst>
        </pc:spChg>
        <pc:picChg chg="del">
          <ac:chgData name="Yashpal Singh" userId="1f20a8d43ef8778a" providerId="LiveId" clId="{1E95CC3D-3B64-425B-8C82-068FDEABA628}" dt="2025-11-09T02:12:00.298" v="8378" actId="478"/>
          <ac:picMkLst>
            <pc:docMk/>
            <pc:sldMk cId="3579222912" sldId="293"/>
            <ac:picMk id="11266" creationId="{AFC25920-89D2-4ADA-F132-0FA2BD188A47}"/>
          </ac:picMkLst>
        </pc:picChg>
        <pc:picChg chg="del">
          <ac:chgData name="Yashpal Singh" userId="1f20a8d43ef8778a" providerId="LiveId" clId="{1E95CC3D-3B64-425B-8C82-068FDEABA628}" dt="2025-11-09T02:12:02.517" v="8379" actId="478"/>
          <ac:picMkLst>
            <pc:docMk/>
            <pc:sldMk cId="3579222912" sldId="293"/>
            <ac:picMk id="11268" creationId="{BBC8A07F-7247-E41D-83AF-B0B122FDBB42}"/>
          </ac:picMkLst>
        </pc:picChg>
        <pc:picChg chg="add mod">
          <ac:chgData name="Yashpal Singh" userId="1f20a8d43ef8778a" providerId="LiveId" clId="{1E95CC3D-3B64-425B-8C82-068FDEABA628}" dt="2025-11-09T02:14:42.640" v="8388" actId="14100"/>
          <ac:picMkLst>
            <pc:docMk/>
            <pc:sldMk cId="3579222912" sldId="293"/>
            <ac:picMk id="12290" creationId="{DEF93DE8-3713-F37D-DA01-5F5040599E4A}"/>
          </ac:picMkLst>
        </pc:picChg>
        <pc:picChg chg="add mod">
          <ac:chgData name="Yashpal Singh" userId="1f20a8d43ef8778a" providerId="LiveId" clId="{1E95CC3D-3B64-425B-8C82-068FDEABA628}" dt="2025-11-09T02:15:22.361" v="8395" actId="14100"/>
          <ac:picMkLst>
            <pc:docMk/>
            <pc:sldMk cId="3579222912" sldId="293"/>
            <ac:picMk id="12292" creationId="{A5B2C295-283C-C785-CBA4-80254B72E70D}"/>
          </ac:picMkLst>
        </pc:picChg>
      </pc:sldChg>
      <pc:sldChg chg="addSp delSp modSp add mod">
        <pc:chgData name="Yashpal Singh" userId="1f20a8d43ef8778a" providerId="LiveId" clId="{1E95CC3D-3B64-425B-8C82-068FDEABA628}" dt="2025-11-10T02:06:20.883" v="16386" actId="20577"/>
        <pc:sldMkLst>
          <pc:docMk/>
          <pc:sldMk cId="399577895" sldId="294"/>
        </pc:sldMkLst>
        <pc:spChg chg="add">
          <ac:chgData name="Yashpal Singh" userId="1f20a8d43ef8778a" providerId="LiveId" clId="{1E95CC3D-3B64-425B-8C82-068FDEABA628}" dt="2025-11-09T02:23:45.418" v="8412"/>
          <ac:spMkLst>
            <pc:docMk/>
            <pc:sldMk cId="399577895" sldId="294"/>
            <ac:spMk id="2" creationId="{36BC1EC2-F91A-A77B-D00D-776E1C7D715D}"/>
          </ac:spMkLst>
        </pc:spChg>
        <pc:spChg chg="mod">
          <ac:chgData name="Yashpal Singh" userId="1f20a8d43ef8778a" providerId="LiveId" clId="{1E95CC3D-3B64-425B-8C82-068FDEABA628}" dt="2025-11-09T02:24:29.608" v="8418" actId="113"/>
          <ac:spMkLst>
            <pc:docMk/>
            <pc:sldMk cId="399577895" sldId="294"/>
            <ac:spMk id="5" creationId="{18ED41BA-B867-02FF-28BC-194482B54E79}"/>
          </ac:spMkLst>
        </pc:spChg>
        <pc:spChg chg="mod">
          <ac:chgData name="Yashpal Singh" userId="1f20a8d43ef8778a" providerId="LiveId" clId="{1E95CC3D-3B64-425B-8C82-068FDEABA628}" dt="2025-11-09T02:17:13.055" v="8407" actId="20577"/>
          <ac:spMkLst>
            <pc:docMk/>
            <pc:sldMk cId="399577895" sldId="294"/>
            <ac:spMk id="8" creationId="{EF1E2F34-9FAD-198A-C10B-79A3519C1C1F}"/>
          </ac:spMkLst>
        </pc:spChg>
        <pc:spChg chg="mod">
          <ac:chgData name="Yashpal Singh" userId="1f20a8d43ef8778a" providerId="LiveId" clId="{1E95CC3D-3B64-425B-8C82-068FDEABA628}" dt="2025-11-10T02:06:20.883" v="16386" actId="20577"/>
          <ac:spMkLst>
            <pc:docMk/>
            <pc:sldMk cId="399577895" sldId="294"/>
            <ac:spMk id="9" creationId="{333E1945-1AC5-A935-3827-16BBFA07C4A5}"/>
          </ac:spMkLst>
        </pc:spChg>
        <pc:picChg chg="del">
          <ac:chgData name="Yashpal Singh" userId="1f20a8d43ef8778a" providerId="LiveId" clId="{1E95CC3D-3B64-425B-8C82-068FDEABA628}" dt="2025-11-09T02:17:18.025" v="8408" actId="478"/>
          <ac:picMkLst>
            <pc:docMk/>
            <pc:sldMk cId="399577895" sldId="294"/>
            <ac:picMk id="12290" creationId="{D5B9F232-8686-DF30-13A9-3A39CDC705AD}"/>
          </ac:picMkLst>
        </pc:picChg>
        <pc:picChg chg="del">
          <ac:chgData name="Yashpal Singh" userId="1f20a8d43ef8778a" providerId="LiveId" clId="{1E95CC3D-3B64-425B-8C82-068FDEABA628}" dt="2025-11-09T02:17:20.905" v="8409" actId="478"/>
          <ac:picMkLst>
            <pc:docMk/>
            <pc:sldMk cId="399577895" sldId="294"/>
            <ac:picMk id="12292" creationId="{6421F34B-0133-6962-4036-EDA2F421F42E}"/>
          </ac:picMkLst>
        </pc:picChg>
        <pc:picChg chg="add mod">
          <ac:chgData name="Yashpal Singh" userId="1f20a8d43ef8778a" providerId="LiveId" clId="{1E95CC3D-3B64-425B-8C82-068FDEABA628}" dt="2025-11-09T02:25:06.218" v="8422" actId="14100"/>
          <ac:picMkLst>
            <pc:docMk/>
            <pc:sldMk cId="399577895" sldId="294"/>
            <ac:picMk id="13315" creationId="{E0001A86-C27E-E099-1042-EEBAC0CED560}"/>
          </ac:picMkLst>
        </pc:picChg>
        <pc:picChg chg="add mod">
          <ac:chgData name="Yashpal Singh" userId="1f20a8d43ef8778a" providerId="LiveId" clId="{1E95CC3D-3B64-425B-8C82-068FDEABA628}" dt="2025-11-09T02:28:10.434" v="8427" actId="1076"/>
          <ac:picMkLst>
            <pc:docMk/>
            <pc:sldMk cId="399577895" sldId="294"/>
            <ac:picMk id="13317" creationId="{31D493CD-2118-D10C-70B3-EDF19E3DADBB}"/>
          </ac:picMkLst>
        </pc:picChg>
      </pc:sldChg>
      <pc:sldChg chg="addSp delSp modSp add mod">
        <pc:chgData name="Yashpal Singh" userId="1f20a8d43ef8778a" providerId="LiveId" clId="{1E95CC3D-3B64-425B-8C82-068FDEABA628}" dt="2025-11-09T02:41:40.802" v="8485" actId="1076"/>
        <pc:sldMkLst>
          <pc:docMk/>
          <pc:sldMk cId="2249183228" sldId="295"/>
        </pc:sldMkLst>
        <pc:spChg chg="mod">
          <ac:chgData name="Yashpal Singh" userId="1f20a8d43ef8778a" providerId="LiveId" clId="{1E95CC3D-3B64-425B-8C82-068FDEABA628}" dt="2025-11-09T02:38:08.081" v="8471" actId="1076"/>
          <ac:spMkLst>
            <pc:docMk/>
            <pc:sldMk cId="2249183228" sldId="295"/>
            <ac:spMk id="5" creationId="{AAA70AA1-7412-2A42-B7C2-810B42775C5B}"/>
          </ac:spMkLst>
        </pc:spChg>
        <pc:spChg chg="mod">
          <ac:chgData name="Yashpal Singh" userId="1f20a8d43ef8778a" providerId="LiveId" clId="{1E95CC3D-3B64-425B-8C82-068FDEABA628}" dt="2025-11-09T02:33:54.902" v="8453" actId="20577"/>
          <ac:spMkLst>
            <pc:docMk/>
            <pc:sldMk cId="2249183228" sldId="295"/>
            <ac:spMk id="8" creationId="{66F07BA7-FAD6-759E-07BB-850517D43D1E}"/>
          </ac:spMkLst>
        </pc:spChg>
        <pc:spChg chg="mod">
          <ac:chgData name="Yashpal Singh" userId="1f20a8d43ef8778a" providerId="LiveId" clId="{1E95CC3D-3B64-425B-8C82-068FDEABA628}" dt="2025-11-09T02:40:57.585" v="8480" actId="113"/>
          <ac:spMkLst>
            <pc:docMk/>
            <pc:sldMk cId="2249183228" sldId="295"/>
            <ac:spMk id="9" creationId="{387244D5-9250-9DD0-9BFB-91AA652A592E}"/>
          </ac:spMkLst>
        </pc:spChg>
        <pc:picChg chg="del">
          <ac:chgData name="Yashpal Singh" userId="1f20a8d43ef8778a" providerId="LiveId" clId="{1E95CC3D-3B64-425B-8C82-068FDEABA628}" dt="2025-11-09T02:34:53.593" v="8460" actId="478"/>
          <ac:picMkLst>
            <pc:docMk/>
            <pc:sldMk cId="2249183228" sldId="295"/>
            <ac:picMk id="13315" creationId="{A8CC5DCD-7757-A267-F355-5D43F432F722}"/>
          </ac:picMkLst>
        </pc:picChg>
        <pc:picChg chg="del mod">
          <ac:chgData name="Yashpal Singh" userId="1f20a8d43ef8778a" providerId="LiveId" clId="{1E95CC3D-3B64-425B-8C82-068FDEABA628}" dt="2025-11-09T02:38:13.030" v="8473" actId="478"/>
          <ac:picMkLst>
            <pc:docMk/>
            <pc:sldMk cId="2249183228" sldId="295"/>
            <ac:picMk id="13317" creationId="{A8EC92A2-602D-98AE-0F6B-2181878AA4FD}"/>
          </ac:picMkLst>
        </pc:picChg>
        <pc:picChg chg="add mod">
          <ac:chgData name="Yashpal Singh" userId="1f20a8d43ef8778a" providerId="LiveId" clId="{1E95CC3D-3B64-425B-8C82-068FDEABA628}" dt="2025-11-09T02:35:06.920" v="8465" actId="1076"/>
          <ac:picMkLst>
            <pc:docMk/>
            <pc:sldMk cId="2249183228" sldId="295"/>
            <ac:picMk id="14338" creationId="{27E731D9-1F43-71FF-C3AE-734DBA3EDE96}"/>
          </ac:picMkLst>
        </pc:picChg>
        <pc:picChg chg="add mod">
          <ac:chgData name="Yashpal Singh" userId="1f20a8d43ef8778a" providerId="LiveId" clId="{1E95CC3D-3B64-425B-8C82-068FDEABA628}" dt="2025-11-09T02:41:40.802" v="8485" actId="1076"/>
          <ac:picMkLst>
            <pc:docMk/>
            <pc:sldMk cId="2249183228" sldId="295"/>
            <ac:picMk id="14340" creationId="{0AFAB17D-DD06-7F1F-7413-6A4BA7A8D4AA}"/>
          </ac:picMkLst>
        </pc:picChg>
      </pc:sldChg>
      <pc:sldChg chg="delSp modSp add del mod">
        <pc:chgData name="Yashpal Singh" userId="1f20a8d43ef8778a" providerId="LiveId" clId="{1E95CC3D-3B64-425B-8C82-068FDEABA628}" dt="2025-11-09T04:41:32.116" v="10554" actId="47"/>
        <pc:sldMkLst>
          <pc:docMk/>
          <pc:sldMk cId="0" sldId="296"/>
        </pc:sldMkLst>
        <pc:spChg chg="del mod">
          <ac:chgData name="Yashpal Singh" userId="1f20a8d43ef8778a" providerId="LiveId" clId="{1E95CC3D-3B64-425B-8C82-068FDEABA628}" dt="2025-11-09T04:36:08.899" v="10529" actId="478"/>
          <ac:spMkLst>
            <pc:docMk/>
            <pc:sldMk cId="0" sldId="296"/>
            <ac:spMk id="3" creationId="{48B6BD4E-9937-0307-95EE-3EBF3CA14D98}"/>
          </ac:spMkLst>
        </pc:spChg>
        <pc:spChg chg="mod">
          <ac:chgData name="Yashpal Singh" userId="1f20a8d43ef8778a" providerId="LiveId" clId="{1E95CC3D-3B64-425B-8C82-068FDEABA628}" dt="2025-11-09T04:36:20.026" v="10530" actId="14100"/>
          <ac:spMkLst>
            <pc:docMk/>
            <pc:sldMk cId="0" sldId="296"/>
            <ac:spMk id="4" creationId="{C88D0C2F-0EE5-C562-8702-863320117D77}"/>
          </ac:spMkLst>
        </pc:spChg>
        <pc:spChg chg="del">
          <ac:chgData name="Yashpal Singh" userId="1f20a8d43ef8778a" providerId="LiveId" clId="{1E95CC3D-3B64-425B-8C82-068FDEABA628}" dt="2025-11-09T04:35:40.532" v="10508" actId="478"/>
          <ac:spMkLst>
            <pc:docMk/>
            <pc:sldMk cId="0" sldId="296"/>
            <ac:spMk id="10" creationId="{BA948015-3701-A4E1-2354-97DBC60221C9}"/>
          </ac:spMkLst>
        </pc:spChg>
        <pc:spChg chg="del">
          <ac:chgData name="Yashpal Singh" userId="1f20a8d43ef8778a" providerId="LiveId" clId="{1E95CC3D-3B64-425B-8C82-068FDEABA628}" dt="2025-11-09T04:35:44.754" v="10510" actId="478"/>
          <ac:spMkLst>
            <pc:docMk/>
            <pc:sldMk cId="0" sldId="296"/>
            <ac:spMk id="11" creationId="{4E4E13D2-DEC2-7A85-2EBA-1E30523D955E}"/>
          </ac:spMkLst>
        </pc:spChg>
        <pc:spChg chg="del">
          <ac:chgData name="Yashpal Singh" userId="1f20a8d43ef8778a" providerId="LiveId" clId="{1E95CC3D-3B64-425B-8C82-068FDEABA628}" dt="2025-11-09T04:35:47.441" v="10512" actId="478"/>
          <ac:spMkLst>
            <pc:docMk/>
            <pc:sldMk cId="0" sldId="296"/>
            <ac:spMk id="12" creationId="{70CB28A2-96AA-BBE5-A3A6-16BE01C703A4}"/>
          </ac:spMkLst>
        </pc:spChg>
        <pc:spChg chg="del">
          <ac:chgData name="Yashpal Singh" userId="1f20a8d43ef8778a" providerId="LiveId" clId="{1E95CC3D-3B64-425B-8C82-068FDEABA628}" dt="2025-11-09T04:35:51.494" v="10513" actId="478"/>
          <ac:spMkLst>
            <pc:docMk/>
            <pc:sldMk cId="0" sldId="296"/>
            <ac:spMk id="13" creationId="{9CCF808E-6142-FBFD-62EA-CBD32EFA3D68}"/>
          </ac:spMkLst>
        </pc:spChg>
        <pc:spChg chg="del mod">
          <ac:chgData name="Yashpal Singh" userId="1f20a8d43ef8778a" providerId="LiveId" clId="{1E95CC3D-3B64-425B-8C82-068FDEABA628}" dt="2025-11-09T04:35:57.217" v="10516" actId="478"/>
          <ac:spMkLst>
            <pc:docMk/>
            <pc:sldMk cId="0" sldId="296"/>
            <ac:spMk id="14" creationId="{C1315CCF-DC90-A8E8-2CCD-B04155093E28}"/>
          </ac:spMkLst>
        </pc:spChg>
        <pc:spChg chg="del">
          <ac:chgData name="Yashpal Singh" userId="1f20a8d43ef8778a" providerId="LiveId" clId="{1E95CC3D-3B64-425B-8C82-068FDEABA628}" dt="2025-11-09T04:35:58.358" v="10517" actId="478"/>
          <ac:spMkLst>
            <pc:docMk/>
            <pc:sldMk cId="0" sldId="296"/>
            <ac:spMk id="15" creationId="{7962C2E1-4C30-87BA-7B0B-7A3D9DD1559E}"/>
          </ac:spMkLst>
        </pc:spChg>
        <pc:spChg chg="del">
          <ac:chgData name="Yashpal Singh" userId="1f20a8d43ef8778a" providerId="LiveId" clId="{1E95CC3D-3B64-425B-8C82-068FDEABA628}" dt="2025-11-09T04:35:59.444" v="10518" actId="478"/>
          <ac:spMkLst>
            <pc:docMk/>
            <pc:sldMk cId="0" sldId="296"/>
            <ac:spMk id="16" creationId="{2ADA51D7-79C9-DA3E-82D8-AE1545A5F032}"/>
          </ac:spMkLst>
        </pc:spChg>
        <pc:spChg chg="del mod">
          <ac:chgData name="Yashpal Singh" userId="1f20a8d43ef8778a" providerId="LiveId" clId="{1E95CC3D-3B64-425B-8C82-068FDEABA628}" dt="2025-11-09T04:36:02.016" v="10522" actId="478"/>
          <ac:spMkLst>
            <pc:docMk/>
            <pc:sldMk cId="0" sldId="296"/>
            <ac:spMk id="17" creationId="{B84D035E-CCC7-3878-D28B-53050B45EBFA}"/>
          </ac:spMkLst>
        </pc:spChg>
        <pc:spChg chg="del">
          <ac:chgData name="Yashpal Singh" userId="1f20a8d43ef8778a" providerId="LiveId" clId="{1E95CC3D-3B64-425B-8C82-068FDEABA628}" dt="2025-11-09T04:36:05.422" v="10525" actId="478"/>
          <ac:spMkLst>
            <pc:docMk/>
            <pc:sldMk cId="0" sldId="296"/>
            <ac:spMk id="18" creationId="{A3FAB753-A3C0-8F4D-E5E4-D0B814F2ECE3}"/>
          </ac:spMkLst>
        </pc:spChg>
        <pc:cxnChg chg="del mod">
          <ac:chgData name="Yashpal Singh" userId="1f20a8d43ef8778a" providerId="LiveId" clId="{1E95CC3D-3B64-425B-8C82-068FDEABA628}" dt="2025-11-09T04:36:07.464" v="10527" actId="478"/>
          <ac:cxnSpMkLst>
            <pc:docMk/>
            <pc:sldMk cId="0" sldId="296"/>
            <ac:cxnSpMk id="5" creationId="{0F429F5E-5C84-D87E-6F05-33082C6F7654}"/>
          </ac:cxnSpMkLst>
        </pc:cxnChg>
        <pc:cxnChg chg="del mod">
          <ac:chgData name="Yashpal Singh" userId="1f20a8d43ef8778a" providerId="LiveId" clId="{1E95CC3D-3B64-425B-8C82-068FDEABA628}" dt="2025-11-09T04:35:43.474" v="10509" actId="478"/>
          <ac:cxnSpMkLst>
            <pc:docMk/>
            <pc:sldMk cId="0" sldId="296"/>
            <ac:cxnSpMk id="20" creationId="{7F53665C-161B-2940-5B5D-0A998351475B}"/>
          </ac:cxnSpMkLst>
        </pc:cxnChg>
        <pc:cxnChg chg="del">
          <ac:chgData name="Yashpal Singh" userId="1f20a8d43ef8778a" providerId="LiveId" clId="{1E95CC3D-3B64-425B-8C82-068FDEABA628}" dt="2025-11-09T04:35:46.397" v="10511" actId="478"/>
          <ac:cxnSpMkLst>
            <pc:docMk/>
            <pc:sldMk cId="0" sldId="296"/>
            <ac:cxnSpMk id="21" creationId="{91C0363C-5A80-AA68-8AE9-2CC5889DE610}"/>
          </ac:cxnSpMkLst>
        </pc:cxnChg>
        <pc:cxnChg chg="del mod">
          <ac:chgData name="Yashpal Singh" userId="1f20a8d43ef8778a" providerId="LiveId" clId="{1E95CC3D-3B64-425B-8C82-068FDEABA628}" dt="2025-11-09T04:36:00.807" v="10520" actId="478"/>
          <ac:cxnSpMkLst>
            <pc:docMk/>
            <pc:sldMk cId="0" sldId="296"/>
            <ac:cxnSpMk id="22" creationId="{AA0CE404-A4E0-AA6D-918A-542CA6700D55}"/>
          </ac:cxnSpMkLst>
        </pc:cxnChg>
        <pc:cxnChg chg="del mod">
          <ac:chgData name="Yashpal Singh" userId="1f20a8d43ef8778a" providerId="LiveId" clId="{1E95CC3D-3B64-425B-8C82-068FDEABA628}" dt="2025-11-09T04:36:04.396" v="10524" actId="478"/>
          <ac:cxnSpMkLst>
            <pc:docMk/>
            <pc:sldMk cId="0" sldId="296"/>
            <ac:cxnSpMk id="23" creationId="{7B1FF847-ADAF-0335-21C7-9F1F8C931566}"/>
          </ac:cxnSpMkLst>
        </pc:cxnChg>
      </pc:sldChg>
      <pc:sldChg chg="addSp delSp modSp add mod ord">
        <pc:chgData name="Yashpal Singh" userId="1f20a8d43ef8778a" providerId="LiveId" clId="{1E95CC3D-3B64-425B-8C82-068FDEABA628}" dt="2025-11-09T05:35:22.471" v="12361" actId="478"/>
        <pc:sldMkLst>
          <pc:docMk/>
          <pc:sldMk cId="2370941409" sldId="297"/>
        </pc:sldMkLst>
        <pc:spChg chg="add del mod">
          <ac:chgData name="Yashpal Singh" userId="1f20a8d43ef8778a" providerId="LiveId" clId="{1E95CC3D-3B64-425B-8C82-068FDEABA628}" dt="2025-11-09T04:17:42.477" v="10266" actId="478"/>
          <ac:spMkLst>
            <pc:docMk/>
            <pc:sldMk cId="2370941409" sldId="297"/>
            <ac:spMk id="2" creationId="{D43F7741-DA05-A044-50F4-59276758EF4E}"/>
          </ac:spMkLst>
        </pc:spChg>
        <pc:spChg chg="mod">
          <ac:chgData name="Yashpal Singh" userId="1f20a8d43ef8778a" providerId="LiveId" clId="{1E95CC3D-3B64-425B-8C82-068FDEABA628}" dt="2025-11-09T05:34:43.040" v="12313" actId="1037"/>
          <ac:spMkLst>
            <pc:docMk/>
            <pc:sldMk cId="2370941409" sldId="297"/>
            <ac:spMk id="3" creationId="{189609BC-5710-75D7-8AEE-5B17FC13FE5A}"/>
          </ac:spMkLst>
        </pc:spChg>
        <pc:spChg chg="del mod">
          <ac:chgData name="Yashpal Singh" userId="1f20a8d43ef8778a" providerId="LiveId" clId="{1E95CC3D-3B64-425B-8C82-068FDEABA628}" dt="2025-11-09T05:27:39.833" v="11824" actId="478"/>
          <ac:spMkLst>
            <pc:docMk/>
            <pc:sldMk cId="2370941409" sldId="297"/>
            <ac:spMk id="4" creationId="{8C6D81FB-3A26-C759-B363-252C78E2B0B1}"/>
          </ac:spMkLst>
        </pc:spChg>
        <pc:spChg chg="add">
          <ac:chgData name="Yashpal Singh" userId="1f20a8d43ef8778a" providerId="LiveId" clId="{1E95CC3D-3B64-425B-8C82-068FDEABA628}" dt="2025-11-09T04:23:04.864" v="10311"/>
          <ac:spMkLst>
            <pc:docMk/>
            <pc:sldMk cId="2370941409" sldId="297"/>
            <ac:spMk id="6" creationId="{0FCFCA9B-C17B-3C34-A904-43DEAD9D41AA}"/>
          </ac:spMkLst>
        </pc:spChg>
        <pc:spChg chg="add">
          <ac:chgData name="Yashpal Singh" userId="1f20a8d43ef8778a" providerId="LiveId" clId="{1E95CC3D-3B64-425B-8C82-068FDEABA628}" dt="2025-11-09T04:28:04.477" v="10362"/>
          <ac:spMkLst>
            <pc:docMk/>
            <pc:sldMk cId="2370941409" sldId="297"/>
            <ac:spMk id="7" creationId="{4B6844D6-5FF7-3C34-F0F0-9D07C16CC08D}"/>
          </ac:spMkLst>
        </pc:spChg>
        <pc:spChg chg="add mod">
          <ac:chgData name="Yashpal Singh" userId="1f20a8d43ef8778a" providerId="LiveId" clId="{1E95CC3D-3B64-425B-8C82-068FDEABA628}" dt="2025-11-09T05:31:26.347" v="12072" actId="1035"/>
          <ac:spMkLst>
            <pc:docMk/>
            <pc:sldMk cId="2370941409" sldId="297"/>
            <ac:spMk id="8" creationId="{D4674686-2B5F-0211-52B5-7A3D653FD829}"/>
          </ac:spMkLst>
        </pc:spChg>
        <pc:spChg chg="add mod">
          <ac:chgData name="Yashpal Singh" userId="1f20a8d43ef8778a" providerId="LiveId" clId="{1E95CC3D-3B64-425B-8C82-068FDEABA628}" dt="2025-11-09T05:31:38.522" v="12087" actId="1035"/>
          <ac:spMkLst>
            <pc:docMk/>
            <pc:sldMk cId="2370941409" sldId="297"/>
            <ac:spMk id="9" creationId="{3500EED0-8B43-74B4-EADE-C60E1FCDEA5D}"/>
          </ac:spMkLst>
        </pc:spChg>
        <pc:spChg chg="mod">
          <ac:chgData name="Yashpal Singh" userId="1f20a8d43ef8778a" providerId="LiveId" clId="{1E95CC3D-3B64-425B-8C82-068FDEABA628}" dt="2025-11-09T05:28:01.455" v="11829" actId="14100"/>
          <ac:spMkLst>
            <pc:docMk/>
            <pc:sldMk cId="2370941409" sldId="297"/>
            <ac:spMk id="10" creationId="{AFEC8C7E-8B55-59C1-609F-65B96D7519BB}"/>
          </ac:spMkLst>
        </pc:spChg>
        <pc:spChg chg="mod">
          <ac:chgData name="Yashpal Singh" userId="1f20a8d43ef8778a" providerId="LiveId" clId="{1E95CC3D-3B64-425B-8C82-068FDEABA628}" dt="2025-11-09T05:28:48.772" v="11904" actId="14100"/>
          <ac:spMkLst>
            <pc:docMk/>
            <pc:sldMk cId="2370941409" sldId="297"/>
            <ac:spMk id="11" creationId="{CFA89861-0448-4F20-5A87-90532086159A}"/>
          </ac:spMkLst>
        </pc:spChg>
        <pc:spChg chg="mod">
          <ac:chgData name="Yashpal Singh" userId="1f20a8d43ef8778a" providerId="LiveId" clId="{1E95CC3D-3B64-425B-8C82-068FDEABA628}" dt="2025-11-09T05:25:24.223" v="11702" actId="14100"/>
          <ac:spMkLst>
            <pc:docMk/>
            <pc:sldMk cId="2370941409" sldId="297"/>
            <ac:spMk id="12" creationId="{FC2186FD-25DA-F47B-3F0F-7188042082A1}"/>
          </ac:spMkLst>
        </pc:spChg>
        <pc:spChg chg="mod">
          <ac:chgData name="Yashpal Singh" userId="1f20a8d43ef8778a" providerId="LiveId" clId="{1E95CC3D-3B64-425B-8C82-068FDEABA628}" dt="2025-11-09T05:21:50.976" v="11517" actId="1076"/>
          <ac:spMkLst>
            <pc:docMk/>
            <pc:sldMk cId="2370941409" sldId="297"/>
            <ac:spMk id="13" creationId="{AEAB37AB-D1EB-821E-424D-D5C6F7993FDF}"/>
          </ac:spMkLst>
        </pc:spChg>
        <pc:spChg chg="mod">
          <ac:chgData name="Yashpal Singh" userId="1f20a8d43ef8778a" providerId="LiveId" clId="{1E95CC3D-3B64-425B-8C82-068FDEABA628}" dt="2025-11-09T05:30:56.584" v="12060" actId="1076"/>
          <ac:spMkLst>
            <pc:docMk/>
            <pc:sldMk cId="2370941409" sldId="297"/>
            <ac:spMk id="14" creationId="{6D621AD2-6131-2B23-DD0C-CFAA1E7A19EE}"/>
          </ac:spMkLst>
        </pc:spChg>
        <pc:spChg chg="mod">
          <ac:chgData name="Yashpal Singh" userId="1f20a8d43ef8778a" providerId="LiveId" clId="{1E95CC3D-3B64-425B-8C82-068FDEABA628}" dt="2025-11-09T05:30:56.584" v="12060" actId="1076"/>
          <ac:spMkLst>
            <pc:docMk/>
            <pc:sldMk cId="2370941409" sldId="297"/>
            <ac:spMk id="15" creationId="{C4673D57-5070-817D-492B-87492CD546FF}"/>
          </ac:spMkLst>
        </pc:spChg>
        <pc:spChg chg="del">
          <ac:chgData name="Yashpal Singh" userId="1f20a8d43ef8778a" providerId="LiveId" clId="{1E95CC3D-3B64-425B-8C82-068FDEABA628}" dt="2025-11-09T05:32:10.191" v="12145" actId="478"/>
          <ac:spMkLst>
            <pc:docMk/>
            <pc:sldMk cId="2370941409" sldId="297"/>
            <ac:spMk id="16" creationId="{9C11870A-8519-0F96-E161-42060E52AA7D}"/>
          </ac:spMkLst>
        </pc:spChg>
        <pc:spChg chg="del mod">
          <ac:chgData name="Yashpal Singh" userId="1f20a8d43ef8778a" providerId="LiveId" clId="{1E95CC3D-3B64-425B-8C82-068FDEABA628}" dt="2025-11-09T05:32:51.790" v="12152" actId="478"/>
          <ac:spMkLst>
            <pc:docMk/>
            <pc:sldMk cId="2370941409" sldId="297"/>
            <ac:spMk id="17" creationId="{BC3EACEE-E889-A946-B7D8-B3DD4953F630}"/>
          </ac:spMkLst>
        </pc:spChg>
        <pc:spChg chg="del mod">
          <ac:chgData name="Yashpal Singh" userId="1f20a8d43ef8778a" providerId="LiveId" clId="{1E95CC3D-3B64-425B-8C82-068FDEABA628}" dt="2025-11-09T05:33:28.293" v="12179" actId="478"/>
          <ac:spMkLst>
            <pc:docMk/>
            <pc:sldMk cId="2370941409" sldId="297"/>
            <ac:spMk id="18" creationId="{B43697DB-B8DC-920E-7583-833306CCC73F}"/>
          </ac:spMkLst>
        </pc:spChg>
        <pc:spChg chg="add del mod">
          <ac:chgData name="Yashpal Singh" userId="1f20a8d43ef8778a" providerId="LiveId" clId="{1E95CC3D-3B64-425B-8C82-068FDEABA628}" dt="2025-11-09T05:21:35.579" v="11515" actId="478"/>
          <ac:spMkLst>
            <pc:docMk/>
            <pc:sldMk cId="2370941409" sldId="297"/>
            <ac:spMk id="26" creationId="{9BAE52C6-5DD3-E6EA-C58A-6B8040DCCA91}"/>
          </ac:spMkLst>
        </pc:spChg>
        <pc:spChg chg="add mod">
          <ac:chgData name="Yashpal Singh" userId="1f20a8d43ef8778a" providerId="LiveId" clId="{1E95CC3D-3B64-425B-8C82-068FDEABA628}" dt="2025-11-09T05:25:51.441" v="11706" actId="1076"/>
          <ac:spMkLst>
            <pc:docMk/>
            <pc:sldMk cId="2370941409" sldId="297"/>
            <ac:spMk id="27" creationId="{F5FA7C83-C71D-F82B-B6B4-E1E37934EFED}"/>
          </ac:spMkLst>
        </pc:spChg>
        <pc:spChg chg="add mod">
          <ac:chgData name="Yashpal Singh" userId="1f20a8d43ef8778a" providerId="LiveId" clId="{1E95CC3D-3B64-425B-8C82-068FDEABA628}" dt="2025-11-09T05:25:30.772" v="11703" actId="313"/>
          <ac:spMkLst>
            <pc:docMk/>
            <pc:sldMk cId="2370941409" sldId="297"/>
            <ac:spMk id="28" creationId="{EB9E6D66-1911-DB9E-3018-68F3F6D0DEAE}"/>
          </ac:spMkLst>
        </pc:spChg>
        <pc:spChg chg="add mod">
          <ac:chgData name="Yashpal Singh" userId="1f20a8d43ef8778a" providerId="LiveId" clId="{1E95CC3D-3B64-425B-8C82-068FDEABA628}" dt="2025-11-09T05:26:42.180" v="11770" actId="20577"/>
          <ac:spMkLst>
            <pc:docMk/>
            <pc:sldMk cId="2370941409" sldId="297"/>
            <ac:spMk id="29" creationId="{1FB93EAD-55E9-3C66-FF11-95F2A3891002}"/>
          </ac:spMkLst>
        </pc:spChg>
        <pc:spChg chg="add mod">
          <ac:chgData name="Yashpal Singh" userId="1f20a8d43ef8778a" providerId="LiveId" clId="{1E95CC3D-3B64-425B-8C82-068FDEABA628}" dt="2025-11-09T05:27:24.761" v="11822" actId="20577"/>
          <ac:spMkLst>
            <pc:docMk/>
            <pc:sldMk cId="2370941409" sldId="297"/>
            <ac:spMk id="30" creationId="{7DDABC88-B31A-907A-BE34-FD1CA3A05762}"/>
          </ac:spMkLst>
        </pc:spChg>
        <pc:spChg chg="add mod">
          <ac:chgData name="Yashpal Singh" userId="1f20a8d43ef8778a" providerId="LiveId" clId="{1E95CC3D-3B64-425B-8C82-068FDEABA628}" dt="2025-11-09T05:35:16.121" v="12359" actId="20577"/>
          <ac:spMkLst>
            <pc:docMk/>
            <pc:sldMk cId="2370941409" sldId="297"/>
            <ac:spMk id="37" creationId="{11FE7D3F-22A6-794D-D1E1-CB851CD7496B}"/>
          </ac:spMkLst>
        </pc:spChg>
        <pc:spChg chg="mod">
          <ac:chgData name="Yashpal Singh" userId="1f20a8d43ef8778a" providerId="LiveId" clId="{1E95CC3D-3B64-425B-8C82-068FDEABA628}" dt="2025-11-09T04:13:44.997" v="10249" actId="108"/>
          <ac:spMkLst>
            <pc:docMk/>
            <pc:sldMk cId="2370941409" sldId="297"/>
            <ac:spMk id="169" creationId="{8DAAC96B-4BBD-B880-8186-B1C3B1C2EDC9}"/>
          </ac:spMkLst>
        </pc:spChg>
        <pc:grpChg chg="add mod">
          <ac:chgData name="Yashpal Singh" userId="1f20a8d43ef8778a" providerId="LiveId" clId="{1E95CC3D-3B64-425B-8C82-068FDEABA628}" dt="2025-11-09T05:31:59.509" v="12144" actId="1035"/>
          <ac:grpSpMkLst>
            <pc:docMk/>
            <pc:sldMk cId="2370941409" sldId="297"/>
            <ac:grpSpMk id="34" creationId="{CB67E128-DCE8-CF37-4F95-328DC039C577}"/>
          </ac:grpSpMkLst>
        </pc:grpChg>
        <pc:cxnChg chg="del">
          <ac:chgData name="Yashpal Singh" userId="1f20a8d43ef8778a" providerId="LiveId" clId="{1E95CC3D-3B64-425B-8C82-068FDEABA628}" dt="2025-11-09T05:35:22.471" v="12361" actId="478"/>
          <ac:cxnSpMkLst>
            <pc:docMk/>
            <pc:sldMk cId="2370941409" sldId="297"/>
            <ac:cxnSpMk id="5" creationId="{4715FB73-7F1B-F961-F73E-4554D13F1BBF}"/>
          </ac:cxnSpMkLst>
        </pc:cxnChg>
        <pc:cxnChg chg="add mod">
          <ac:chgData name="Yashpal Singh" userId="1f20a8d43ef8778a" providerId="LiveId" clId="{1E95CC3D-3B64-425B-8C82-068FDEABA628}" dt="2025-11-09T05:31:41.892" v="12088" actId="1076"/>
          <ac:cxnSpMkLst>
            <pc:docMk/>
            <pc:sldMk cId="2370941409" sldId="297"/>
            <ac:cxnSpMk id="19" creationId="{9063CA3C-89D8-2737-3154-83B5C198594D}"/>
          </ac:cxnSpMkLst>
        </pc:cxnChg>
        <pc:cxnChg chg="del mod">
          <ac:chgData name="Yashpal Singh" userId="1f20a8d43ef8778a" providerId="LiveId" clId="{1E95CC3D-3B64-425B-8C82-068FDEABA628}" dt="2025-11-09T05:27:53.053" v="11827" actId="478"/>
          <ac:cxnSpMkLst>
            <pc:docMk/>
            <pc:sldMk cId="2370941409" sldId="297"/>
            <ac:cxnSpMk id="20" creationId="{A99EAF24-3210-B148-FC13-178EADF088A1}"/>
          </ac:cxnSpMkLst>
        </pc:cxnChg>
        <pc:cxnChg chg="del mod">
          <ac:chgData name="Yashpal Singh" userId="1f20a8d43ef8778a" providerId="LiveId" clId="{1E95CC3D-3B64-425B-8C82-068FDEABA628}" dt="2025-11-09T05:29:24.742" v="11923" actId="478"/>
          <ac:cxnSpMkLst>
            <pc:docMk/>
            <pc:sldMk cId="2370941409" sldId="297"/>
            <ac:cxnSpMk id="21" creationId="{4064CD0C-1AF3-06AF-D893-0B8F19D2B75D}"/>
          </ac:cxnSpMkLst>
        </pc:cxnChg>
        <pc:cxnChg chg="del">
          <ac:chgData name="Yashpal Singh" userId="1f20a8d43ef8778a" providerId="LiveId" clId="{1E95CC3D-3B64-425B-8C82-068FDEABA628}" dt="2025-11-09T05:32:17.772" v="12146" actId="478"/>
          <ac:cxnSpMkLst>
            <pc:docMk/>
            <pc:sldMk cId="2370941409" sldId="297"/>
            <ac:cxnSpMk id="22" creationId="{A6AB087E-3021-0FF4-ED94-47D256D19CDC}"/>
          </ac:cxnSpMkLst>
        </pc:cxnChg>
        <pc:cxnChg chg="del">
          <ac:chgData name="Yashpal Singh" userId="1f20a8d43ef8778a" providerId="LiveId" clId="{1E95CC3D-3B64-425B-8C82-068FDEABA628}" dt="2025-11-09T05:35:19.852" v="12360" actId="478"/>
          <ac:cxnSpMkLst>
            <pc:docMk/>
            <pc:sldMk cId="2370941409" sldId="297"/>
            <ac:cxnSpMk id="23" creationId="{090105FC-BE71-540C-893C-B314B3F67A4D}"/>
          </ac:cxnSpMkLst>
        </pc:cxnChg>
        <pc:cxnChg chg="add mod">
          <ac:chgData name="Yashpal Singh" userId="1f20a8d43ef8778a" providerId="LiveId" clId="{1E95CC3D-3B64-425B-8C82-068FDEABA628}" dt="2025-11-09T05:29:19.029" v="11921" actId="1035"/>
          <ac:cxnSpMkLst>
            <pc:docMk/>
            <pc:sldMk cId="2370941409" sldId="297"/>
            <ac:cxnSpMk id="32" creationId="{9C4D04F4-724E-C308-96ED-A5259F5C6364}"/>
          </ac:cxnSpMkLst>
        </pc:cxnChg>
        <pc:cxnChg chg="add mod">
          <ac:chgData name="Yashpal Singh" userId="1f20a8d43ef8778a" providerId="LiveId" clId="{1E95CC3D-3B64-425B-8C82-068FDEABA628}" dt="2025-11-09T05:29:55.930" v="12026" actId="1076"/>
          <ac:cxnSpMkLst>
            <pc:docMk/>
            <pc:sldMk cId="2370941409" sldId="297"/>
            <ac:cxnSpMk id="33" creationId="{59D98494-E707-26F0-62FA-7FDAFE023D8D}"/>
          </ac:cxnSpMkLst>
        </pc:cxnChg>
        <pc:cxnChg chg="add mod">
          <ac:chgData name="Yashpal Singh" userId="1f20a8d43ef8778a" providerId="LiveId" clId="{1E95CC3D-3B64-425B-8C82-068FDEABA628}" dt="2025-11-09T05:31:54.029" v="12139" actId="1035"/>
          <ac:cxnSpMkLst>
            <pc:docMk/>
            <pc:sldMk cId="2370941409" sldId="297"/>
            <ac:cxnSpMk id="35" creationId="{40166FBC-FFF8-22FC-37CB-5B941F4A98A4}"/>
          </ac:cxnSpMkLst>
        </pc:cxnChg>
        <pc:cxnChg chg="add mod">
          <ac:chgData name="Yashpal Singh" userId="1f20a8d43ef8778a" providerId="LiveId" clId="{1E95CC3D-3B64-425B-8C82-068FDEABA628}" dt="2025-11-09T05:34:28.231" v="12290" actId="1036"/>
          <ac:cxnSpMkLst>
            <pc:docMk/>
            <pc:sldMk cId="2370941409" sldId="297"/>
            <ac:cxnSpMk id="36" creationId="{6DC1B57C-CA29-598A-3DF0-F0E1D4B89D3B}"/>
          </ac:cxnSpMkLst>
        </pc:cxnChg>
        <pc:cxnChg chg="add mod">
          <ac:chgData name="Yashpal Singh" userId="1f20a8d43ef8778a" providerId="LiveId" clId="{1E95CC3D-3B64-425B-8C82-068FDEABA628}" dt="2025-11-09T05:35:02.457" v="12317" actId="1076"/>
          <ac:cxnSpMkLst>
            <pc:docMk/>
            <pc:sldMk cId="2370941409" sldId="297"/>
            <ac:cxnSpMk id="38" creationId="{637094C1-0411-7379-526D-D62186EC5798}"/>
          </ac:cxnSpMkLst>
        </pc:cxnChg>
      </pc:sldChg>
      <pc:sldChg chg="addSp delSp modSp add mod">
        <pc:chgData name="Yashpal Singh" userId="1f20a8d43ef8778a" providerId="LiveId" clId="{1E95CC3D-3B64-425B-8C82-068FDEABA628}" dt="2025-11-09T05:05:42.876" v="11278" actId="12"/>
        <pc:sldMkLst>
          <pc:docMk/>
          <pc:sldMk cId="1409384140" sldId="298"/>
        </pc:sldMkLst>
        <pc:spChg chg="add mod">
          <ac:chgData name="Yashpal Singh" userId="1f20a8d43ef8778a" providerId="LiveId" clId="{1E95CC3D-3B64-425B-8C82-068FDEABA628}" dt="2025-11-09T05:05:42.876" v="11278" actId="12"/>
          <ac:spMkLst>
            <pc:docMk/>
            <pc:sldMk cId="1409384140" sldId="298"/>
            <ac:spMk id="2" creationId="{B0187F8F-CB9E-6AC2-AE7F-732A56DE369E}"/>
          </ac:spMkLst>
        </pc:spChg>
        <pc:spChg chg="del">
          <ac:chgData name="Yashpal Singh" userId="1f20a8d43ef8778a" providerId="LiveId" clId="{1E95CC3D-3B64-425B-8C82-068FDEABA628}" dt="2025-11-09T04:39:28.240" v="10547" actId="478"/>
          <ac:spMkLst>
            <pc:docMk/>
            <pc:sldMk cId="1409384140" sldId="298"/>
            <ac:spMk id="3" creationId="{2D4BC1A3-61A8-F992-B687-0B2961582553}"/>
          </ac:spMkLst>
        </pc:spChg>
        <pc:spChg chg="mod">
          <ac:chgData name="Yashpal Singh" userId="1f20a8d43ef8778a" providerId="LiveId" clId="{1E95CC3D-3B64-425B-8C82-068FDEABA628}" dt="2025-11-09T05:00:08.965" v="11188" actId="21"/>
          <ac:spMkLst>
            <pc:docMk/>
            <pc:sldMk cId="1409384140" sldId="298"/>
            <ac:spMk id="4" creationId="{C9FB7ABB-5F87-CCCB-9A32-07E002BF14CB}"/>
          </ac:spMkLst>
        </pc:spChg>
        <pc:spChg chg="del">
          <ac:chgData name="Yashpal Singh" userId="1f20a8d43ef8778a" providerId="LiveId" clId="{1E95CC3D-3B64-425B-8C82-068FDEABA628}" dt="2025-11-09T04:37:27.694" v="10533" actId="21"/>
          <ac:spMkLst>
            <pc:docMk/>
            <pc:sldMk cId="1409384140" sldId="298"/>
            <ac:spMk id="10" creationId="{3AE70634-E400-AA39-6E68-A4D205CC5582}"/>
          </ac:spMkLst>
        </pc:spChg>
        <pc:spChg chg="del">
          <ac:chgData name="Yashpal Singh" userId="1f20a8d43ef8778a" providerId="LiveId" clId="{1E95CC3D-3B64-425B-8C82-068FDEABA628}" dt="2025-11-09T04:37:33.767" v="10535" actId="21"/>
          <ac:spMkLst>
            <pc:docMk/>
            <pc:sldMk cId="1409384140" sldId="298"/>
            <ac:spMk id="11" creationId="{15B9C821-6D5D-AD55-C80A-6EC6CE93AB2C}"/>
          </ac:spMkLst>
        </pc:spChg>
        <pc:spChg chg="del">
          <ac:chgData name="Yashpal Singh" userId="1f20a8d43ef8778a" providerId="LiveId" clId="{1E95CC3D-3B64-425B-8C82-068FDEABA628}" dt="2025-11-09T04:37:39.651" v="10537" actId="478"/>
          <ac:spMkLst>
            <pc:docMk/>
            <pc:sldMk cId="1409384140" sldId="298"/>
            <ac:spMk id="12" creationId="{5014597B-471D-447C-1945-3C58266DBD39}"/>
          </ac:spMkLst>
        </pc:spChg>
        <pc:spChg chg="del">
          <ac:chgData name="Yashpal Singh" userId="1f20a8d43ef8778a" providerId="LiveId" clId="{1E95CC3D-3B64-425B-8C82-068FDEABA628}" dt="2025-11-09T04:37:55.711" v="10540" actId="478"/>
          <ac:spMkLst>
            <pc:docMk/>
            <pc:sldMk cId="1409384140" sldId="298"/>
            <ac:spMk id="13" creationId="{AEFD96EC-C221-87B1-3527-C60EECAE8AFB}"/>
          </ac:spMkLst>
        </pc:spChg>
        <pc:spChg chg="del">
          <ac:chgData name="Yashpal Singh" userId="1f20a8d43ef8778a" providerId="LiveId" clId="{1E95CC3D-3B64-425B-8C82-068FDEABA628}" dt="2025-11-09T04:37:44.327" v="10538" actId="21"/>
          <ac:spMkLst>
            <pc:docMk/>
            <pc:sldMk cId="1409384140" sldId="298"/>
            <ac:spMk id="14" creationId="{2BCB91AC-0BD5-6E8C-7F0E-4BC16AC64DB2}"/>
          </ac:spMkLst>
        </pc:spChg>
        <pc:spChg chg="del">
          <ac:chgData name="Yashpal Singh" userId="1f20a8d43ef8778a" providerId="LiveId" clId="{1E95CC3D-3B64-425B-8C82-068FDEABA628}" dt="2025-11-09T04:37:46.693" v="10539" actId="478"/>
          <ac:spMkLst>
            <pc:docMk/>
            <pc:sldMk cId="1409384140" sldId="298"/>
            <ac:spMk id="15" creationId="{A62361F8-AAB8-AD41-6D50-FABE54188C3E}"/>
          </ac:spMkLst>
        </pc:spChg>
        <pc:spChg chg="del">
          <ac:chgData name="Yashpal Singh" userId="1f20a8d43ef8778a" providerId="LiveId" clId="{1E95CC3D-3B64-425B-8C82-068FDEABA628}" dt="2025-11-09T04:39:06.671" v="10541" actId="21"/>
          <ac:spMkLst>
            <pc:docMk/>
            <pc:sldMk cId="1409384140" sldId="298"/>
            <ac:spMk id="16" creationId="{C76BCB88-D56B-CA2F-71AE-245ADCE3ADD7}"/>
          </ac:spMkLst>
        </pc:spChg>
        <pc:spChg chg="del">
          <ac:chgData name="Yashpal Singh" userId="1f20a8d43ef8778a" providerId="LiveId" clId="{1E95CC3D-3B64-425B-8C82-068FDEABA628}" dt="2025-11-09T04:39:16.183" v="10543" actId="21"/>
          <ac:spMkLst>
            <pc:docMk/>
            <pc:sldMk cId="1409384140" sldId="298"/>
            <ac:spMk id="17" creationId="{4F7879DC-73C3-8D28-6D7B-179D76E4F45D}"/>
          </ac:spMkLst>
        </pc:spChg>
        <pc:spChg chg="del">
          <ac:chgData name="Yashpal Singh" userId="1f20a8d43ef8778a" providerId="LiveId" clId="{1E95CC3D-3B64-425B-8C82-068FDEABA628}" dt="2025-11-09T04:39:24.417" v="10546" actId="478"/>
          <ac:spMkLst>
            <pc:docMk/>
            <pc:sldMk cId="1409384140" sldId="298"/>
            <ac:spMk id="18" creationId="{C974FB25-F574-3EBB-4238-71733F7EB00D}"/>
          </ac:spMkLst>
        </pc:spChg>
        <pc:cxnChg chg="del">
          <ac:chgData name="Yashpal Singh" userId="1f20a8d43ef8778a" providerId="LiveId" clId="{1E95CC3D-3B64-425B-8C82-068FDEABA628}" dt="2025-11-09T04:39:31.483" v="10548" actId="478"/>
          <ac:cxnSpMkLst>
            <pc:docMk/>
            <pc:sldMk cId="1409384140" sldId="298"/>
            <ac:cxnSpMk id="5" creationId="{8609BF88-C1F4-1C59-CE56-24BCBD860E82}"/>
          </ac:cxnSpMkLst>
        </pc:cxnChg>
        <pc:cxnChg chg="del mod">
          <ac:chgData name="Yashpal Singh" userId="1f20a8d43ef8778a" providerId="LiveId" clId="{1E95CC3D-3B64-425B-8C82-068FDEABA628}" dt="2025-11-09T04:37:31.319" v="10534" actId="21"/>
          <ac:cxnSpMkLst>
            <pc:docMk/>
            <pc:sldMk cId="1409384140" sldId="298"/>
            <ac:cxnSpMk id="20" creationId="{D4385119-8473-FF37-4C10-CAD042AC4142}"/>
          </ac:cxnSpMkLst>
        </pc:cxnChg>
        <pc:cxnChg chg="del">
          <ac:chgData name="Yashpal Singh" userId="1f20a8d43ef8778a" providerId="LiveId" clId="{1E95CC3D-3B64-425B-8C82-068FDEABA628}" dt="2025-11-09T04:37:36.687" v="10536" actId="21"/>
          <ac:cxnSpMkLst>
            <pc:docMk/>
            <pc:sldMk cId="1409384140" sldId="298"/>
            <ac:cxnSpMk id="21" creationId="{0FEFF71B-A78A-0336-0C52-A18E1D758DCB}"/>
          </ac:cxnSpMkLst>
        </pc:cxnChg>
        <pc:cxnChg chg="del">
          <ac:chgData name="Yashpal Singh" userId="1f20a8d43ef8778a" providerId="LiveId" clId="{1E95CC3D-3B64-425B-8C82-068FDEABA628}" dt="2025-11-09T04:39:13.301" v="10542" actId="21"/>
          <ac:cxnSpMkLst>
            <pc:docMk/>
            <pc:sldMk cId="1409384140" sldId="298"/>
            <ac:cxnSpMk id="22" creationId="{05B1489D-412F-5E25-BB08-94C00B6232A4}"/>
          </ac:cxnSpMkLst>
        </pc:cxnChg>
        <pc:cxnChg chg="del mod">
          <ac:chgData name="Yashpal Singh" userId="1f20a8d43ef8778a" providerId="LiveId" clId="{1E95CC3D-3B64-425B-8C82-068FDEABA628}" dt="2025-11-09T04:39:21.301" v="10545" actId="478"/>
          <ac:cxnSpMkLst>
            <pc:docMk/>
            <pc:sldMk cId="1409384140" sldId="298"/>
            <ac:cxnSpMk id="23" creationId="{740E75FF-1FC7-50FA-DBB5-1238EFC19C92}"/>
          </ac:cxnSpMkLst>
        </pc:cxnChg>
      </pc:sldChg>
      <pc:sldChg chg="modSp add mod">
        <pc:chgData name="Yashpal Singh" userId="1f20a8d43ef8778a" providerId="LiveId" clId="{1E95CC3D-3B64-425B-8C82-068FDEABA628}" dt="2025-11-10T02:05:44.044" v="16384" actId="12"/>
        <pc:sldMkLst>
          <pc:docMk/>
          <pc:sldMk cId="804545878" sldId="299"/>
        </pc:sldMkLst>
        <pc:spChg chg="mod">
          <ac:chgData name="Yashpal Singh" userId="1f20a8d43ef8778a" providerId="LiveId" clId="{1E95CC3D-3B64-425B-8C82-068FDEABA628}" dt="2025-11-10T02:05:44.044" v="16384" actId="12"/>
          <ac:spMkLst>
            <pc:docMk/>
            <pc:sldMk cId="804545878" sldId="299"/>
            <ac:spMk id="4" creationId="{E144931D-ACE7-A0E0-056B-EC2F2DCE72F2}"/>
          </ac:spMkLst>
        </pc:spChg>
      </pc:sldChg>
      <pc:sldChg chg="addSp modSp add mod">
        <pc:chgData name="Yashpal Singh" userId="1f20a8d43ef8778a" providerId="LiveId" clId="{1E95CC3D-3B64-425B-8C82-068FDEABA628}" dt="2025-11-09T07:12:39.314" v="12594" actId="113"/>
        <pc:sldMkLst>
          <pc:docMk/>
          <pc:sldMk cId="1384295278" sldId="300"/>
        </pc:sldMkLst>
        <pc:spChg chg="add">
          <ac:chgData name="Yashpal Singh" userId="1f20a8d43ef8778a" providerId="LiveId" clId="{1E95CC3D-3B64-425B-8C82-068FDEABA628}" dt="2025-11-09T07:10:11.138" v="12578"/>
          <ac:spMkLst>
            <pc:docMk/>
            <pc:sldMk cId="1384295278" sldId="300"/>
            <ac:spMk id="2" creationId="{F6ECC300-9049-257B-FD04-8F9A0E5753F8}"/>
          </ac:spMkLst>
        </pc:spChg>
        <pc:spChg chg="mod">
          <ac:chgData name="Yashpal Singh" userId="1f20a8d43ef8778a" providerId="LiveId" clId="{1E95CC3D-3B64-425B-8C82-068FDEABA628}" dt="2025-11-09T07:00:19.764" v="12458" actId="20577"/>
          <ac:spMkLst>
            <pc:docMk/>
            <pc:sldMk cId="1384295278" sldId="300"/>
            <ac:spMk id="137" creationId="{145BAD7A-E4BF-FD4B-4852-9D13180CE055}"/>
          </ac:spMkLst>
        </pc:spChg>
        <pc:spChg chg="mod">
          <ac:chgData name="Yashpal Singh" userId="1f20a8d43ef8778a" providerId="LiveId" clId="{1E95CC3D-3B64-425B-8C82-068FDEABA628}" dt="2025-11-09T07:12:39.314" v="12594" actId="113"/>
          <ac:spMkLst>
            <pc:docMk/>
            <pc:sldMk cId="1384295278" sldId="300"/>
            <ac:spMk id="138" creationId="{EC372D63-8539-3923-826C-9535A6F227F7}"/>
          </ac:spMkLst>
        </pc:spChg>
      </pc:sldChg>
      <pc:sldChg chg="add del">
        <pc:chgData name="Yashpal Singh" userId="1f20a8d43ef8778a" providerId="LiveId" clId="{1E95CC3D-3B64-425B-8C82-068FDEABA628}" dt="2025-11-09T21:36:07.768" v="14111" actId="2696"/>
        <pc:sldMkLst>
          <pc:docMk/>
          <pc:sldMk cId="3134280691" sldId="301"/>
        </pc:sldMkLst>
      </pc:sldChg>
      <pc:sldChg chg="addSp delSp modSp add mod">
        <pc:chgData name="Yashpal Singh" userId="1f20a8d43ef8778a" providerId="LiveId" clId="{1E95CC3D-3B64-425B-8C82-068FDEABA628}" dt="2025-11-09T21:21:36.430" v="13765" actId="20577"/>
        <pc:sldMkLst>
          <pc:docMk/>
          <pc:sldMk cId="275948189" sldId="302"/>
        </pc:sldMkLst>
        <pc:spChg chg="add mod">
          <ac:chgData name="Yashpal Singh" userId="1f20a8d43ef8778a" providerId="LiveId" clId="{1E95CC3D-3B64-425B-8C82-068FDEABA628}" dt="2025-11-09T21:15:03.070" v="13537" actId="20577"/>
          <ac:spMkLst>
            <pc:docMk/>
            <pc:sldMk cId="275948189" sldId="302"/>
            <ac:spMk id="2" creationId="{5F335439-3EC6-4E0E-06AC-9A2CC4877448}"/>
          </ac:spMkLst>
        </pc:spChg>
        <pc:spChg chg="add mod">
          <ac:chgData name="Yashpal Singh" userId="1f20a8d43ef8778a" providerId="LiveId" clId="{1E95CC3D-3B64-425B-8C82-068FDEABA628}" dt="2025-11-09T21:21:36.430" v="13765" actId="20577"/>
          <ac:spMkLst>
            <pc:docMk/>
            <pc:sldMk cId="275948189" sldId="302"/>
            <ac:spMk id="4" creationId="{DC0E73AB-A439-4739-7E8C-93E122B0D328}"/>
          </ac:spMkLst>
        </pc:spChg>
        <pc:spChg chg="mod">
          <ac:chgData name="Yashpal Singh" userId="1f20a8d43ef8778a" providerId="LiveId" clId="{1E95CC3D-3B64-425B-8C82-068FDEABA628}" dt="2025-11-09T20:55:12.486" v="13265" actId="20577"/>
          <ac:spMkLst>
            <pc:docMk/>
            <pc:sldMk cId="275948189" sldId="302"/>
            <ac:spMk id="16" creationId="{FE3FA83B-0514-86E8-0D9C-EFA958672507}"/>
          </ac:spMkLst>
        </pc:spChg>
        <pc:spChg chg="del">
          <ac:chgData name="Yashpal Singh" userId="1f20a8d43ef8778a" providerId="LiveId" clId="{1E95CC3D-3B64-425B-8C82-068FDEABA628}" dt="2025-11-09T21:01:43.700" v="13414" actId="478"/>
          <ac:spMkLst>
            <pc:docMk/>
            <pc:sldMk cId="275948189" sldId="302"/>
            <ac:spMk id="17" creationId="{5D20D91A-68A8-FBFC-2601-BE2E6E41F3DC}"/>
          </ac:spMkLst>
        </pc:spChg>
        <pc:spChg chg="mod">
          <ac:chgData name="Yashpal Singh" userId="1f20a8d43ef8778a" providerId="LiveId" clId="{1E95CC3D-3B64-425B-8C82-068FDEABA628}" dt="2025-11-09T21:19:45.218" v="13701" actId="20577"/>
          <ac:spMkLst>
            <pc:docMk/>
            <pc:sldMk cId="275948189" sldId="302"/>
            <ac:spMk id="18" creationId="{209F9591-16E5-B002-B7E7-378863AD1A37}"/>
          </ac:spMkLst>
        </pc:spChg>
        <pc:graphicFrameChg chg="add mod modGraphic">
          <ac:chgData name="Yashpal Singh" userId="1f20a8d43ef8778a" providerId="LiveId" clId="{1E95CC3D-3B64-425B-8C82-068FDEABA628}" dt="2025-11-09T21:18:38.112" v="13680" actId="20577"/>
          <ac:graphicFrameMkLst>
            <pc:docMk/>
            <pc:sldMk cId="275948189" sldId="302"/>
            <ac:graphicFrameMk id="3" creationId="{FCDF73E4-6327-878D-5A3C-12D895AA197D}"/>
          </ac:graphicFrameMkLst>
        </pc:graphicFrameChg>
        <pc:graphicFrameChg chg="mod modGraphic">
          <ac:chgData name="Yashpal Singh" userId="1f20a8d43ef8778a" providerId="LiveId" clId="{1E95CC3D-3B64-425B-8C82-068FDEABA628}" dt="2025-11-09T21:14:04.587" v="13425" actId="14100"/>
          <ac:graphicFrameMkLst>
            <pc:docMk/>
            <pc:sldMk cId="275948189" sldId="302"/>
            <ac:graphicFrameMk id="13" creationId="{7560DB48-606F-FC64-386E-03980177F748}"/>
          </ac:graphicFrameMkLst>
        </pc:graphicFrameChg>
      </pc:sldChg>
      <pc:sldChg chg="delSp modSp add mod">
        <pc:chgData name="Yashpal Singh" userId="1f20a8d43ef8778a" providerId="LiveId" clId="{1E95CC3D-3B64-425B-8C82-068FDEABA628}" dt="2025-11-09T21:35:11.132" v="14110" actId="12"/>
        <pc:sldMkLst>
          <pc:docMk/>
          <pc:sldMk cId="2960311593" sldId="303"/>
        </pc:sldMkLst>
        <pc:spChg chg="del mod">
          <ac:chgData name="Yashpal Singh" userId="1f20a8d43ef8778a" providerId="LiveId" clId="{1E95CC3D-3B64-425B-8C82-068FDEABA628}" dt="2025-11-09T21:23:45.103" v="13833" actId="478"/>
          <ac:spMkLst>
            <pc:docMk/>
            <pc:sldMk cId="2960311593" sldId="303"/>
            <ac:spMk id="2" creationId="{18D03C70-C07D-9F87-B3DF-6F7F6FD650B5}"/>
          </ac:spMkLst>
        </pc:spChg>
        <pc:spChg chg="mod">
          <ac:chgData name="Yashpal Singh" userId="1f20a8d43ef8778a" providerId="LiveId" clId="{1E95CC3D-3B64-425B-8C82-068FDEABA628}" dt="2025-11-09T21:35:11.132" v="14110" actId="12"/>
          <ac:spMkLst>
            <pc:docMk/>
            <pc:sldMk cId="2960311593" sldId="303"/>
            <ac:spMk id="4" creationId="{58120123-26BD-D33F-17F0-ED80D220CC43}"/>
          </ac:spMkLst>
        </pc:spChg>
        <pc:spChg chg="mod">
          <ac:chgData name="Yashpal Singh" userId="1f20a8d43ef8778a" providerId="LiveId" clId="{1E95CC3D-3B64-425B-8C82-068FDEABA628}" dt="2025-11-09T21:24:30.886" v="13879" actId="1076"/>
          <ac:spMkLst>
            <pc:docMk/>
            <pc:sldMk cId="2960311593" sldId="303"/>
            <ac:spMk id="16" creationId="{0F24C736-514E-BF1A-817E-788EA55CC2B5}"/>
          </ac:spMkLst>
        </pc:spChg>
        <pc:spChg chg="del">
          <ac:chgData name="Yashpal Singh" userId="1f20a8d43ef8778a" providerId="LiveId" clId="{1E95CC3D-3B64-425B-8C82-068FDEABA628}" dt="2025-11-09T21:23:53.820" v="13834" actId="478"/>
          <ac:spMkLst>
            <pc:docMk/>
            <pc:sldMk cId="2960311593" sldId="303"/>
            <ac:spMk id="18" creationId="{DF1EE7FA-415D-CBB5-F343-32B36851A81F}"/>
          </ac:spMkLst>
        </pc:spChg>
        <pc:spChg chg="mod">
          <ac:chgData name="Yashpal Singh" userId="1f20a8d43ef8778a" providerId="LiveId" clId="{1E95CC3D-3B64-425B-8C82-068FDEABA628}" dt="2025-11-09T21:23:12.298" v="13830" actId="20577"/>
          <ac:spMkLst>
            <pc:docMk/>
            <pc:sldMk cId="2960311593" sldId="303"/>
            <ac:spMk id="143" creationId="{E5AD834A-2E86-766D-E4EE-5217FE2A94C3}"/>
          </ac:spMkLst>
        </pc:spChg>
        <pc:graphicFrameChg chg="del">
          <ac:chgData name="Yashpal Singh" userId="1f20a8d43ef8778a" providerId="LiveId" clId="{1E95CC3D-3B64-425B-8C82-068FDEABA628}" dt="2025-11-09T21:23:40.359" v="13831" actId="478"/>
          <ac:graphicFrameMkLst>
            <pc:docMk/>
            <pc:sldMk cId="2960311593" sldId="303"/>
            <ac:graphicFrameMk id="3" creationId="{6F2B613D-81F2-0E04-17CC-B9C639535B13}"/>
          </ac:graphicFrameMkLst>
        </pc:graphicFrameChg>
        <pc:graphicFrameChg chg="mod modGraphic">
          <ac:chgData name="Yashpal Singh" userId="1f20a8d43ef8778a" providerId="LiveId" clId="{1E95CC3D-3B64-425B-8C82-068FDEABA628}" dt="2025-11-09T21:32:18.452" v="14042" actId="1076"/>
          <ac:graphicFrameMkLst>
            <pc:docMk/>
            <pc:sldMk cId="2960311593" sldId="303"/>
            <ac:graphicFrameMk id="13" creationId="{192857DB-BB10-22F9-E5DE-98DFA9B40A3F}"/>
          </ac:graphicFrameMkLst>
        </pc:graphicFrameChg>
      </pc:sldChg>
      <pc:sldChg chg="addSp delSp modSp add mod">
        <pc:chgData name="Yashpal Singh" userId="1f20a8d43ef8778a" providerId="LiveId" clId="{1E95CC3D-3B64-425B-8C82-068FDEABA628}" dt="2025-11-10T02:08:42.354" v="16390" actId="14100"/>
        <pc:sldMkLst>
          <pc:docMk/>
          <pc:sldMk cId="871597977" sldId="304"/>
        </pc:sldMkLst>
        <pc:spChg chg="mod">
          <ac:chgData name="Yashpal Singh" userId="1f20a8d43ef8778a" providerId="LiveId" clId="{1E95CC3D-3B64-425B-8C82-068FDEABA628}" dt="2025-11-09T23:19:49.109" v="14578" actId="1076"/>
          <ac:spMkLst>
            <pc:docMk/>
            <pc:sldMk cId="871597977" sldId="304"/>
            <ac:spMk id="133" creationId="{3955C939-A016-0947-7BFF-A24879FA29F9}"/>
          </ac:spMkLst>
        </pc:spChg>
        <pc:spChg chg="mod">
          <ac:chgData name="Yashpal Singh" userId="1f20a8d43ef8778a" providerId="LiveId" clId="{1E95CC3D-3B64-425B-8C82-068FDEABA628}" dt="2025-11-09T23:19:53.276" v="14580" actId="1076"/>
          <ac:spMkLst>
            <pc:docMk/>
            <pc:sldMk cId="871597977" sldId="304"/>
            <ac:spMk id="134" creationId="{73E27F10-2177-B1CD-ACFC-D4216C99C91C}"/>
          </ac:spMkLst>
        </pc:spChg>
        <pc:spChg chg="mod">
          <ac:chgData name="Yashpal Singh" userId="1f20a8d43ef8778a" providerId="LiveId" clId="{1E95CC3D-3B64-425B-8C82-068FDEABA628}" dt="2025-11-10T02:08:42.354" v="16390" actId="14100"/>
          <ac:spMkLst>
            <pc:docMk/>
            <pc:sldMk cId="871597977" sldId="304"/>
            <ac:spMk id="143" creationId="{BA8AA00B-3E44-6216-7E2B-5F292ADACCB1}"/>
          </ac:spMkLst>
        </pc:spChg>
        <pc:spChg chg="mod">
          <ac:chgData name="Yashpal Singh" userId="1f20a8d43ef8778a" providerId="LiveId" clId="{1E95CC3D-3B64-425B-8C82-068FDEABA628}" dt="2025-11-09T23:19:19.312" v="14522" actId="1037"/>
          <ac:spMkLst>
            <pc:docMk/>
            <pc:sldMk cId="871597977" sldId="304"/>
            <ac:spMk id="147" creationId="{907BDEEC-127F-5A0D-99D9-D83716BB363A}"/>
          </ac:spMkLst>
        </pc:spChg>
        <pc:spChg chg="mod">
          <ac:chgData name="Yashpal Singh" userId="1f20a8d43ef8778a" providerId="LiveId" clId="{1E95CC3D-3B64-425B-8C82-068FDEABA628}" dt="2025-11-09T23:20:36.771" v="14597" actId="20577"/>
          <ac:spMkLst>
            <pc:docMk/>
            <pc:sldMk cId="871597977" sldId="304"/>
            <ac:spMk id="150" creationId="{0F7D4496-D700-F904-143A-4DD8B826252A}"/>
          </ac:spMkLst>
        </pc:spChg>
        <pc:spChg chg="mod">
          <ac:chgData name="Yashpal Singh" userId="1f20a8d43ef8778a" providerId="LiveId" clId="{1E95CC3D-3B64-425B-8C82-068FDEABA628}" dt="2025-11-09T23:24:44.157" v="14632" actId="1076"/>
          <ac:spMkLst>
            <pc:docMk/>
            <pc:sldMk cId="871597977" sldId="304"/>
            <ac:spMk id="151" creationId="{733AE9F3-85C5-9869-CDEA-1345F9269F4E}"/>
          </ac:spMkLst>
        </pc:spChg>
        <pc:spChg chg="mod">
          <ac:chgData name="Yashpal Singh" userId="1f20a8d43ef8778a" providerId="LiveId" clId="{1E95CC3D-3B64-425B-8C82-068FDEABA628}" dt="2025-11-09T23:18:18.429" v="14459" actId="20577"/>
          <ac:spMkLst>
            <pc:docMk/>
            <pc:sldMk cId="871597977" sldId="304"/>
            <ac:spMk id="152" creationId="{7D65F6F5-1112-B53D-57D6-B56819242775}"/>
          </ac:spMkLst>
        </pc:spChg>
        <pc:spChg chg="mod">
          <ac:chgData name="Yashpal Singh" userId="1f20a8d43ef8778a" providerId="LiveId" clId="{1E95CC3D-3B64-425B-8C82-068FDEABA628}" dt="2025-11-09T23:24:27.834" v="14630" actId="14100"/>
          <ac:spMkLst>
            <pc:docMk/>
            <pc:sldMk cId="871597977" sldId="304"/>
            <ac:spMk id="155" creationId="{5AFB00DF-AEA4-1A2C-A113-5E158E170583}"/>
          </ac:spMkLst>
        </pc:spChg>
        <pc:spChg chg="mod">
          <ac:chgData name="Yashpal Singh" userId="1f20a8d43ef8778a" providerId="LiveId" clId="{1E95CC3D-3B64-425B-8C82-068FDEABA628}" dt="2025-11-09T23:24:51.277" v="14633" actId="1076"/>
          <ac:spMkLst>
            <pc:docMk/>
            <pc:sldMk cId="871597977" sldId="304"/>
            <ac:spMk id="156" creationId="{81DC1B2D-96F9-3CC9-BC03-9DDD747A4014}"/>
          </ac:spMkLst>
        </pc:spChg>
        <pc:spChg chg="mod">
          <ac:chgData name="Yashpal Singh" userId="1f20a8d43ef8778a" providerId="LiveId" clId="{1E95CC3D-3B64-425B-8C82-068FDEABA628}" dt="2025-11-09T23:24:59.082" v="14634" actId="1076"/>
          <ac:spMkLst>
            <pc:docMk/>
            <pc:sldMk cId="871597977" sldId="304"/>
            <ac:spMk id="157" creationId="{9A54D834-8B7A-CCBB-9227-AC8B0FB75DE6}"/>
          </ac:spMkLst>
        </pc:spChg>
        <pc:spChg chg="mod">
          <ac:chgData name="Yashpal Singh" userId="1f20a8d43ef8778a" providerId="LiveId" clId="{1E95CC3D-3B64-425B-8C82-068FDEABA628}" dt="2025-11-09T23:24:19.779" v="14627" actId="1076"/>
          <ac:spMkLst>
            <pc:docMk/>
            <pc:sldMk cId="871597977" sldId="304"/>
            <ac:spMk id="158" creationId="{17DF6DEF-48B3-0F41-356D-306105E45369}"/>
          </ac:spMkLst>
        </pc:spChg>
        <pc:spChg chg="mod">
          <ac:chgData name="Yashpal Singh" userId="1f20a8d43ef8778a" providerId="LiveId" clId="{1E95CC3D-3B64-425B-8C82-068FDEABA628}" dt="2025-11-09T23:24:32.203" v="14631" actId="1076"/>
          <ac:spMkLst>
            <pc:docMk/>
            <pc:sldMk cId="871597977" sldId="304"/>
            <ac:spMk id="159" creationId="{72861F09-8101-F004-D91F-51B0C9DFDB89}"/>
          </ac:spMkLst>
        </pc:spChg>
        <pc:spChg chg="mod">
          <ac:chgData name="Yashpal Singh" userId="1f20a8d43ef8778a" providerId="LiveId" clId="{1E95CC3D-3B64-425B-8C82-068FDEABA628}" dt="2025-11-09T23:18:47.629" v="14468" actId="14100"/>
          <ac:spMkLst>
            <pc:docMk/>
            <pc:sldMk cId="871597977" sldId="304"/>
            <ac:spMk id="160" creationId="{54F57BE2-CA17-998B-3899-320D63519360}"/>
          </ac:spMkLst>
        </pc:spChg>
        <pc:spChg chg="mod">
          <ac:chgData name="Yashpal Singh" userId="1f20a8d43ef8778a" providerId="LiveId" clId="{1E95CC3D-3B64-425B-8C82-068FDEABA628}" dt="2025-11-09T23:17:56.941" v="14455" actId="20577"/>
          <ac:spMkLst>
            <pc:docMk/>
            <pc:sldMk cId="871597977" sldId="304"/>
            <ac:spMk id="164" creationId="{EDBDF62A-9E90-44AB-8C2D-0B79A61E8CCB}"/>
          </ac:spMkLst>
        </pc:spChg>
        <pc:spChg chg="mod">
          <ac:chgData name="Yashpal Singh" userId="1f20a8d43ef8778a" providerId="LiveId" clId="{1E95CC3D-3B64-425B-8C82-068FDEABA628}" dt="2025-11-09T23:25:26.626" v="14645" actId="20577"/>
          <ac:spMkLst>
            <pc:docMk/>
            <pc:sldMk cId="871597977" sldId="304"/>
            <ac:spMk id="165" creationId="{B125448A-4E96-7A52-13F0-BCD36DC38054}"/>
          </ac:spMkLst>
        </pc:spChg>
        <pc:grpChg chg="del">
          <ac:chgData name="Yashpal Singh" userId="1f20a8d43ef8778a" providerId="LiveId" clId="{1E95CC3D-3B64-425B-8C82-068FDEABA628}" dt="2025-11-09T22:37:45.631" v="14295" actId="478"/>
          <ac:grpSpMkLst>
            <pc:docMk/>
            <pc:sldMk cId="871597977" sldId="304"/>
            <ac:grpSpMk id="23" creationId="{225CF01B-1AB2-EA51-CC90-A531A454999A}"/>
          </ac:grpSpMkLst>
        </pc:grpChg>
        <pc:grpChg chg="add mod">
          <ac:chgData name="Yashpal Singh" userId="1f20a8d43ef8778a" providerId="LiveId" clId="{1E95CC3D-3B64-425B-8C82-068FDEABA628}" dt="2025-11-09T23:23:30.389" v="14617" actId="1076"/>
          <ac:grpSpMkLst>
            <pc:docMk/>
            <pc:sldMk cId="871597977" sldId="304"/>
            <ac:grpSpMk id="25" creationId="{28439103-E63D-B1CC-D6DF-1AB8388F083B}"/>
          </ac:grpSpMkLst>
        </pc:grpChg>
        <pc:grpChg chg="add mod">
          <ac:chgData name="Yashpal Singh" userId="1f20a8d43ef8778a" providerId="LiveId" clId="{1E95CC3D-3B64-425B-8C82-068FDEABA628}" dt="2025-11-09T23:23:51.436" v="14620" actId="14100"/>
          <ac:grpSpMkLst>
            <pc:docMk/>
            <pc:sldMk cId="871597977" sldId="304"/>
            <ac:grpSpMk id="26" creationId="{D55C9422-2D3A-4C4F-0D71-328FEDEB0835}"/>
          </ac:grpSpMkLst>
        </pc:grpChg>
        <pc:grpChg chg="add mod">
          <ac:chgData name="Yashpal Singh" userId="1f20a8d43ef8778a" providerId="LiveId" clId="{1E95CC3D-3B64-425B-8C82-068FDEABA628}" dt="2025-11-09T23:24:12.734" v="14625" actId="1076"/>
          <ac:grpSpMkLst>
            <pc:docMk/>
            <pc:sldMk cId="871597977" sldId="304"/>
            <ac:grpSpMk id="27" creationId="{37E508C9-FF06-9894-935A-0DC2713B974B}"/>
          </ac:grpSpMkLst>
        </pc:grpChg>
        <pc:grpChg chg="del">
          <ac:chgData name="Yashpal Singh" userId="1f20a8d43ef8778a" providerId="LiveId" clId="{1E95CC3D-3B64-425B-8C82-068FDEABA628}" dt="2025-11-09T22:41:20.390" v="14308" actId="478"/>
          <ac:grpSpMkLst>
            <pc:docMk/>
            <pc:sldMk cId="871597977" sldId="304"/>
            <ac:grpSpMk id="45" creationId="{0DBF9A7A-34DD-3DAD-9623-68F745B6B319}"/>
          </ac:grpSpMkLst>
        </pc:grpChg>
        <pc:grpChg chg="del">
          <ac:chgData name="Yashpal Singh" userId="1f20a8d43ef8778a" providerId="LiveId" clId="{1E95CC3D-3B64-425B-8C82-068FDEABA628}" dt="2025-11-09T22:36:31.947" v="14284" actId="478"/>
          <ac:grpSpMkLst>
            <pc:docMk/>
            <pc:sldMk cId="871597977" sldId="304"/>
            <ac:grpSpMk id="46" creationId="{32AA0651-56C2-CAF4-9240-ACC47C5424CF}"/>
          </ac:grpSpMkLst>
        </pc:grpChg>
        <pc:graphicFrameChg chg="mod">
          <ac:chgData name="Yashpal Singh" userId="1f20a8d43ef8778a" providerId="LiveId" clId="{1E95CC3D-3B64-425B-8C82-068FDEABA628}" dt="2025-11-09T23:25:36.136" v="14646" actId="1076"/>
          <ac:graphicFrameMkLst>
            <pc:docMk/>
            <pc:sldMk cId="871597977" sldId="304"/>
            <ac:graphicFrameMk id="163" creationId="{E9A3466E-35D9-FDDA-72B5-56BCDF9B341C}"/>
          </ac:graphicFrameMkLst>
        </pc:graphicFrameChg>
        <pc:picChg chg="add del mod">
          <ac:chgData name="Yashpal Singh" userId="1f20a8d43ef8778a" providerId="LiveId" clId="{1E95CC3D-3B64-425B-8C82-068FDEABA628}" dt="2025-11-09T22:42:31.772" v="14319" actId="478"/>
          <ac:picMkLst>
            <pc:docMk/>
            <pc:sldMk cId="871597977" sldId="304"/>
            <ac:picMk id="3" creationId="{1B091BDD-D11E-CF89-1B5D-60886DC38486}"/>
          </ac:picMkLst>
        </pc:picChg>
        <pc:picChg chg="add mod">
          <ac:chgData name="Yashpal Singh" userId="1f20a8d43ef8778a" providerId="LiveId" clId="{1E95CC3D-3B64-425B-8C82-068FDEABA628}" dt="2025-11-09T23:19:06.901" v="14491" actId="1037"/>
          <ac:picMkLst>
            <pc:docMk/>
            <pc:sldMk cId="871597977" sldId="304"/>
            <ac:picMk id="4" creationId="{29FADB36-28FC-203D-3E99-9CDFA62029A7}"/>
          </ac:picMkLst>
        </pc:picChg>
        <pc:picChg chg="add del mod">
          <ac:chgData name="Yashpal Singh" userId="1f20a8d43ef8778a" providerId="LiveId" clId="{1E95CC3D-3B64-425B-8C82-068FDEABA628}" dt="2025-11-09T22:41:52.258" v="14313" actId="478"/>
          <ac:picMkLst>
            <pc:docMk/>
            <pc:sldMk cId="871597977" sldId="304"/>
            <ac:picMk id="5" creationId="{DED0E5AA-DC3A-B4DE-148F-AF1B29C1D23B}"/>
          </ac:picMkLst>
        </pc:picChg>
        <pc:picChg chg="add mod">
          <ac:chgData name="Yashpal Singh" userId="1f20a8d43ef8778a" providerId="LiveId" clId="{1E95CC3D-3B64-425B-8C82-068FDEABA628}" dt="2025-11-09T23:19:28.823" v="14551" actId="1037"/>
          <ac:picMkLst>
            <pc:docMk/>
            <pc:sldMk cId="871597977" sldId="304"/>
            <ac:picMk id="7" creationId="{479E4EB7-8C2C-CFCA-B291-3CEA6A16FBD1}"/>
          </ac:picMkLst>
        </pc:picChg>
        <pc:picChg chg="add del mod">
          <ac:chgData name="Yashpal Singh" userId="1f20a8d43ef8778a" providerId="LiveId" clId="{1E95CC3D-3B64-425B-8C82-068FDEABA628}" dt="2025-11-09T22:43:08.948" v="14324" actId="478"/>
          <ac:picMkLst>
            <pc:docMk/>
            <pc:sldMk cId="871597977" sldId="304"/>
            <ac:picMk id="9" creationId="{22BB763D-09A2-1A72-1053-EF45B1BB83B2}"/>
          </ac:picMkLst>
        </pc:picChg>
        <pc:picChg chg="add mod">
          <ac:chgData name="Yashpal Singh" userId="1f20a8d43ef8778a" providerId="LiveId" clId="{1E95CC3D-3B64-425B-8C82-068FDEABA628}" dt="2025-11-09T23:19:28.823" v="14551" actId="1037"/>
          <ac:picMkLst>
            <pc:docMk/>
            <pc:sldMk cId="871597977" sldId="304"/>
            <ac:picMk id="10" creationId="{EC8C739A-5F38-55F5-31B2-AABED5DD28E0}"/>
          </ac:picMkLst>
        </pc:picChg>
        <pc:picChg chg="add mod">
          <ac:chgData name="Yashpal Singh" userId="1f20a8d43ef8778a" providerId="LiveId" clId="{1E95CC3D-3B64-425B-8C82-068FDEABA628}" dt="2025-11-09T23:19:06.901" v="14491" actId="1037"/>
          <ac:picMkLst>
            <pc:docMk/>
            <pc:sldMk cId="871597977" sldId="304"/>
            <ac:picMk id="11" creationId="{BE51B2CA-9C83-11CA-C62E-F15CDD1538E2}"/>
          </ac:picMkLst>
        </pc:picChg>
        <pc:picChg chg="add mod">
          <ac:chgData name="Yashpal Singh" userId="1f20a8d43ef8778a" providerId="LiveId" clId="{1E95CC3D-3B64-425B-8C82-068FDEABA628}" dt="2025-11-09T23:19:50.837" v="14579" actId="1076"/>
          <ac:picMkLst>
            <pc:docMk/>
            <pc:sldMk cId="871597977" sldId="304"/>
            <ac:picMk id="12" creationId="{B170F377-A54A-2738-03CA-646CAC66AFDA}"/>
          </ac:picMkLst>
        </pc:picChg>
        <pc:picChg chg="add del mod">
          <ac:chgData name="Yashpal Singh" userId="1f20a8d43ef8778a" providerId="LiveId" clId="{1E95CC3D-3B64-425B-8C82-068FDEABA628}" dt="2025-11-09T22:44:51.236" v="14444" actId="478"/>
          <ac:picMkLst>
            <pc:docMk/>
            <pc:sldMk cId="871597977" sldId="304"/>
            <ac:picMk id="13" creationId="{EEF4ECCA-F1C8-C5CB-CF52-1E85C7F676EB}"/>
          </ac:picMkLst>
        </pc:picChg>
        <pc:picChg chg="add mod">
          <ac:chgData name="Yashpal Singh" userId="1f20a8d43ef8778a" providerId="LiveId" clId="{1E95CC3D-3B64-425B-8C82-068FDEABA628}" dt="2025-11-09T23:24:17.757" v="14626" actId="1076"/>
          <ac:picMkLst>
            <pc:docMk/>
            <pc:sldMk cId="871597977" sldId="304"/>
            <ac:picMk id="15" creationId="{E8EE2BD0-BD9C-4090-A571-E051639DE180}"/>
          </ac:picMkLst>
        </pc:picChg>
        <pc:picChg chg="add del mod">
          <ac:chgData name="Yashpal Singh" userId="1f20a8d43ef8778a" providerId="LiveId" clId="{1E95CC3D-3B64-425B-8C82-068FDEABA628}" dt="2025-11-09T23:23:14.091" v="14614" actId="478"/>
          <ac:picMkLst>
            <pc:docMk/>
            <pc:sldMk cId="871597977" sldId="304"/>
            <ac:picMk id="16" creationId="{5A9B5C2A-ED37-167E-3D65-102E37713BC9}"/>
          </ac:picMkLst>
        </pc:picChg>
        <pc:picChg chg="add mod">
          <ac:chgData name="Yashpal Singh" userId="1f20a8d43ef8778a" providerId="LiveId" clId="{1E95CC3D-3B64-425B-8C82-068FDEABA628}" dt="2025-11-09T23:21:55.308" v="14604" actId="14100"/>
          <ac:picMkLst>
            <pc:docMk/>
            <pc:sldMk cId="871597977" sldId="304"/>
            <ac:picMk id="18" creationId="{A45C9DCF-7F8F-FB24-EE8B-16E73FA57F36}"/>
          </ac:picMkLst>
        </pc:picChg>
        <pc:picChg chg="add mod">
          <ac:chgData name="Yashpal Singh" userId="1f20a8d43ef8778a" providerId="LiveId" clId="{1E95CC3D-3B64-425B-8C82-068FDEABA628}" dt="2025-11-09T23:22:06.771" v="14606" actId="1076"/>
          <ac:picMkLst>
            <pc:docMk/>
            <pc:sldMk cId="871597977" sldId="304"/>
            <ac:picMk id="19" creationId="{6F26031C-F853-0E08-FD70-5B7C3E1D88C4}"/>
          </ac:picMkLst>
        </pc:picChg>
        <pc:picChg chg="add mod">
          <ac:chgData name="Yashpal Singh" userId="1f20a8d43ef8778a" providerId="LiveId" clId="{1E95CC3D-3B64-425B-8C82-068FDEABA628}" dt="2025-11-09T23:22:44.845" v="14611" actId="1076"/>
          <ac:picMkLst>
            <pc:docMk/>
            <pc:sldMk cId="871597977" sldId="304"/>
            <ac:picMk id="21" creationId="{BB1335F5-FF74-BAB6-8676-2DAB34255613}"/>
          </ac:picMkLst>
        </pc:picChg>
        <pc:picChg chg="add mod">
          <ac:chgData name="Yashpal Singh" userId="1f20a8d43ef8778a" providerId="LiveId" clId="{1E95CC3D-3B64-425B-8C82-068FDEABA628}" dt="2025-11-09T23:22:47.300" v="14612" actId="1076"/>
          <ac:picMkLst>
            <pc:docMk/>
            <pc:sldMk cId="871597977" sldId="304"/>
            <ac:picMk id="24" creationId="{29D81876-9A60-1AE8-BFEE-6F90D8101D71}"/>
          </ac:picMkLst>
        </pc:picChg>
        <pc:picChg chg="del">
          <ac:chgData name="Yashpal Singh" userId="1f20a8d43ef8778a" providerId="LiveId" clId="{1E95CC3D-3B64-425B-8C82-068FDEABA628}" dt="2025-11-09T22:44:03.634" v="14431" actId="478"/>
          <ac:picMkLst>
            <pc:docMk/>
            <pc:sldMk cId="871597977" sldId="304"/>
            <ac:picMk id="39" creationId="{7B61B344-7181-2109-2FEA-F6B5D44FF915}"/>
          </ac:picMkLst>
        </pc:picChg>
        <pc:picChg chg="mod">
          <ac:chgData name="Yashpal Singh" userId="1f20a8d43ef8778a" providerId="LiveId" clId="{1E95CC3D-3B64-425B-8C82-068FDEABA628}" dt="2025-11-09T23:24:24.385" v="14629" actId="14100"/>
          <ac:picMkLst>
            <pc:docMk/>
            <pc:sldMk cId="871597977" sldId="304"/>
            <ac:picMk id="48" creationId="{B70EBDC6-E3DB-1DD1-32F2-65422ED6AA39}"/>
          </ac:picMkLst>
        </pc:picChg>
        <pc:picChg chg="del mod">
          <ac:chgData name="Yashpal Singh" userId="1f20a8d43ef8778a" providerId="LiveId" clId="{1E95CC3D-3B64-425B-8C82-068FDEABA628}" dt="2025-11-09T23:21:48.536" v="14603" actId="478"/>
          <ac:picMkLst>
            <pc:docMk/>
            <pc:sldMk cId="871597977" sldId="304"/>
            <ac:picMk id="149" creationId="{AE9DB5DA-5276-36EB-3315-3A5CA71CFBD1}"/>
          </ac:picMkLst>
        </pc:picChg>
      </pc:sldChg>
      <pc:sldChg chg="addSp delSp modSp add mod">
        <pc:chgData name="Yashpal Singh" userId="1f20a8d43ef8778a" providerId="LiveId" clId="{1E95CC3D-3B64-425B-8C82-068FDEABA628}" dt="2025-11-10T01:20:28.132" v="15725" actId="1076"/>
        <pc:sldMkLst>
          <pc:docMk/>
          <pc:sldMk cId="876840573" sldId="305"/>
        </pc:sldMkLst>
        <pc:spChg chg="add">
          <ac:chgData name="Yashpal Singh" userId="1f20a8d43ef8778a" providerId="LiveId" clId="{1E95CC3D-3B64-425B-8C82-068FDEABA628}" dt="2025-11-10T01:19:17.542" v="15718"/>
          <ac:spMkLst>
            <pc:docMk/>
            <pc:sldMk cId="876840573" sldId="305"/>
            <ac:spMk id="2" creationId="{AE3CF888-C31C-FD5A-9772-407B3CAEDD35}"/>
          </ac:spMkLst>
        </pc:spChg>
        <pc:spChg chg="mod">
          <ac:chgData name="Yashpal Singh" userId="1f20a8d43ef8778a" providerId="LiveId" clId="{1E95CC3D-3B64-425B-8C82-068FDEABA628}" dt="2025-11-10T01:20:28.132" v="15725" actId="1076"/>
          <ac:spMkLst>
            <pc:docMk/>
            <pc:sldMk cId="876840573" sldId="305"/>
            <ac:spMk id="5" creationId="{7F29EE35-8F85-5B3D-5387-CF1578DD3002}"/>
          </ac:spMkLst>
        </pc:spChg>
        <pc:spChg chg="mod">
          <ac:chgData name="Yashpal Singh" userId="1f20a8d43ef8778a" providerId="LiveId" clId="{1E95CC3D-3B64-425B-8C82-068FDEABA628}" dt="2025-11-10T01:14:17.587" v="15705" actId="20577"/>
          <ac:spMkLst>
            <pc:docMk/>
            <pc:sldMk cId="876840573" sldId="305"/>
            <ac:spMk id="8" creationId="{5DF536EC-92B9-6A10-4BA9-6E9B73516E7F}"/>
          </ac:spMkLst>
        </pc:spChg>
        <pc:spChg chg="del">
          <ac:chgData name="Yashpal Singh" userId="1f20a8d43ef8778a" providerId="LiveId" clId="{1E95CC3D-3B64-425B-8C82-068FDEABA628}" dt="2025-11-10T01:19:23.687" v="15719" actId="478"/>
          <ac:spMkLst>
            <pc:docMk/>
            <pc:sldMk cId="876840573" sldId="305"/>
            <ac:spMk id="9" creationId="{10017EC8-7058-2E80-7152-FBAE4220CB9D}"/>
          </ac:spMkLst>
        </pc:spChg>
        <pc:picChg chg="add mod">
          <ac:chgData name="Yashpal Singh" userId="1f20a8d43ef8778a" providerId="LiveId" clId="{1E95CC3D-3B64-425B-8C82-068FDEABA628}" dt="2025-11-10T01:15:49.408" v="15712" actId="1076"/>
          <ac:picMkLst>
            <pc:docMk/>
            <pc:sldMk cId="876840573" sldId="305"/>
            <ac:picMk id="3074" creationId="{339914CC-EBFB-5289-2A94-1BBDD2D1590C}"/>
          </ac:picMkLst>
        </pc:picChg>
        <pc:picChg chg="add mod">
          <ac:chgData name="Yashpal Singh" userId="1f20a8d43ef8778a" providerId="LiveId" clId="{1E95CC3D-3B64-425B-8C82-068FDEABA628}" dt="2025-11-10T01:16:12.650" v="15717" actId="1076"/>
          <ac:picMkLst>
            <pc:docMk/>
            <pc:sldMk cId="876840573" sldId="305"/>
            <ac:picMk id="3076" creationId="{C89E4E52-D02E-F5AC-6DD8-EC70FBE9A1BB}"/>
          </ac:picMkLst>
        </pc:picChg>
        <pc:picChg chg="del">
          <ac:chgData name="Yashpal Singh" userId="1f20a8d43ef8778a" providerId="LiveId" clId="{1E95CC3D-3B64-425B-8C82-068FDEABA628}" dt="2025-11-10T01:14:21.281" v="15706" actId="478"/>
          <ac:picMkLst>
            <pc:docMk/>
            <pc:sldMk cId="876840573" sldId="305"/>
            <ac:picMk id="14338" creationId="{973F2B74-A430-2CCA-74B7-A5BCFED30714}"/>
          </ac:picMkLst>
        </pc:picChg>
        <pc:picChg chg="del">
          <ac:chgData name="Yashpal Singh" userId="1f20a8d43ef8778a" providerId="LiveId" clId="{1E95CC3D-3B64-425B-8C82-068FDEABA628}" dt="2025-11-10T01:14:23.730" v="15707" actId="478"/>
          <ac:picMkLst>
            <pc:docMk/>
            <pc:sldMk cId="876840573" sldId="305"/>
            <ac:picMk id="14340" creationId="{0607F934-961B-6975-4BF3-BD0C882FBBF9}"/>
          </ac:picMkLst>
        </pc:picChg>
      </pc:sldChg>
      <pc:sldChg chg="addSp delSp modSp add mod">
        <pc:chgData name="Yashpal Singh" userId="1f20a8d43ef8778a" providerId="LiveId" clId="{1E95CC3D-3B64-425B-8C82-068FDEABA628}" dt="2025-11-10T01:58:04.950" v="16036" actId="113"/>
        <pc:sldMkLst>
          <pc:docMk/>
          <pc:sldMk cId="2013378797" sldId="306"/>
        </pc:sldMkLst>
        <pc:spChg chg="mod">
          <ac:chgData name="Yashpal Singh" userId="1f20a8d43ef8778a" providerId="LiveId" clId="{1E95CC3D-3B64-425B-8C82-068FDEABA628}" dt="2025-11-10T01:58:04.950" v="16036" actId="113"/>
          <ac:spMkLst>
            <pc:docMk/>
            <pc:sldMk cId="2013378797" sldId="306"/>
            <ac:spMk id="2" creationId="{213621FF-1CCA-D3B0-3249-BBFC3050D8EC}"/>
          </ac:spMkLst>
        </pc:spChg>
        <pc:spChg chg="del">
          <ac:chgData name="Yashpal Singh" userId="1f20a8d43ef8778a" providerId="LiveId" clId="{1E95CC3D-3B64-425B-8C82-068FDEABA628}" dt="2025-11-10T01:12:46.227" v="15689" actId="478"/>
          <ac:spMkLst>
            <pc:docMk/>
            <pc:sldMk cId="2013378797" sldId="306"/>
            <ac:spMk id="4" creationId="{DBDCEBC8-C9C1-DBC6-2699-4DD82A643B5E}"/>
          </ac:spMkLst>
        </pc:spChg>
        <pc:spChg chg="add">
          <ac:chgData name="Yashpal Singh" userId="1f20a8d43ef8778a" providerId="LiveId" clId="{1E95CC3D-3B64-425B-8C82-068FDEABA628}" dt="2025-11-10T00:59:59.575" v="15517"/>
          <ac:spMkLst>
            <pc:docMk/>
            <pc:sldMk cId="2013378797" sldId="306"/>
            <ac:spMk id="5" creationId="{A5AE8DCE-FCEB-BDD3-495F-D2B91F31BA31}"/>
          </ac:spMkLst>
        </pc:spChg>
        <pc:spChg chg="mod">
          <ac:chgData name="Yashpal Singh" userId="1f20a8d43ef8778a" providerId="LiveId" clId="{1E95CC3D-3B64-425B-8C82-068FDEABA628}" dt="2025-11-10T00:58:42.157" v="15508"/>
          <ac:spMkLst>
            <pc:docMk/>
            <pc:sldMk cId="2013378797" sldId="306"/>
            <ac:spMk id="118" creationId="{09BA4EEF-B7C2-30CB-9B68-EDC1437C8CD1}"/>
          </ac:spMkLst>
        </pc:spChg>
        <pc:graphicFrameChg chg="del modGraphic">
          <ac:chgData name="Yashpal Singh" userId="1f20a8d43ef8778a" providerId="LiveId" clId="{1E95CC3D-3B64-425B-8C82-068FDEABA628}" dt="2025-11-10T00:59:05.134" v="15510" actId="478"/>
          <ac:graphicFrameMkLst>
            <pc:docMk/>
            <pc:sldMk cId="2013378797" sldId="306"/>
            <ac:graphicFrameMk id="3" creationId="{BFD5348D-2D7F-A496-28F1-6B3AA6F180E4}"/>
          </ac:graphicFrameMkLst>
        </pc:graphicFrameChg>
      </pc:sldChg>
      <pc:sldChg chg="addSp delSp modSp add mod">
        <pc:chgData name="Yashpal Singh" userId="1f20a8d43ef8778a" providerId="LiveId" clId="{1E95CC3D-3B64-425B-8C82-068FDEABA628}" dt="2025-11-10T01:12:34.468" v="15687" actId="1076"/>
        <pc:sldMkLst>
          <pc:docMk/>
          <pc:sldMk cId="576854494" sldId="307"/>
        </pc:sldMkLst>
        <pc:spChg chg="mod">
          <ac:chgData name="Yashpal Singh" userId="1f20a8d43ef8778a" providerId="LiveId" clId="{1E95CC3D-3B64-425B-8C82-068FDEABA628}" dt="2025-11-10T01:12:34.468" v="15687" actId="1076"/>
          <ac:spMkLst>
            <pc:docMk/>
            <pc:sldMk cId="576854494" sldId="307"/>
            <ac:spMk id="2" creationId="{FACF960C-C6C3-2A2A-B554-1557461F8BA1}"/>
          </ac:spMkLst>
        </pc:spChg>
        <pc:spChg chg="add">
          <ac:chgData name="Yashpal Singh" userId="1f20a8d43ef8778a" providerId="LiveId" clId="{1E95CC3D-3B64-425B-8C82-068FDEABA628}" dt="2025-11-10T01:03:29.112" v="15552"/>
          <ac:spMkLst>
            <pc:docMk/>
            <pc:sldMk cId="576854494" sldId="307"/>
            <ac:spMk id="3" creationId="{42925412-D4F4-A9ED-1EE7-F01BD6DAB690}"/>
          </ac:spMkLst>
        </pc:spChg>
        <pc:spChg chg="del">
          <ac:chgData name="Yashpal Singh" userId="1f20a8d43ef8778a" providerId="LiveId" clId="{1E95CC3D-3B64-425B-8C82-068FDEABA628}" dt="2025-11-10T01:12:30.145" v="15686" actId="478"/>
          <ac:spMkLst>
            <pc:docMk/>
            <pc:sldMk cId="576854494" sldId="307"/>
            <ac:spMk id="4" creationId="{4892F5E2-F8F7-936D-09B7-7950B4DA8555}"/>
          </ac:spMkLst>
        </pc:spChg>
        <pc:spChg chg="add">
          <ac:chgData name="Yashpal Singh" userId="1f20a8d43ef8778a" providerId="LiveId" clId="{1E95CC3D-3B64-425B-8C82-068FDEABA628}" dt="2025-11-10T01:03:36.408" v="15554"/>
          <ac:spMkLst>
            <pc:docMk/>
            <pc:sldMk cId="576854494" sldId="307"/>
            <ac:spMk id="5" creationId="{2738EC84-BB8B-4214-97D5-2F47B2560C96}"/>
          </ac:spMkLst>
        </pc:spChg>
        <pc:spChg chg="add">
          <ac:chgData name="Yashpal Singh" userId="1f20a8d43ef8778a" providerId="LiveId" clId="{1E95CC3D-3B64-425B-8C82-068FDEABA628}" dt="2025-11-10T01:04:53.007" v="15555"/>
          <ac:spMkLst>
            <pc:docMk/>
            <pc:sldMk cId="576854494" sldId="307"/>
            <ac:spMk id="6" creationId="{3720D617-32CE-5D46-03B0-4610BF635C70}"/>
          </ac:spMkLst>
        </pc:spChg>
        <pc:spChg chg="add">
          <ac:chgData name="Yashpal Singh" userId="1f20a8d43ef8778a" providerId="LiveId" clId="{1E95CC3D-3B64-425B-8C82-068FDEABA628}" dt="2025-11-10T01:04:59.358" v="15557"/>
          <ac:spMkLst>
            <pc:docMk/>
            <pc:sldMk cId="576854494" sldId="307"/>
            <ac:spMk id="7" creationId="{E3DB94A2-B454-3D06-DEB4-193F1C69F206}"/>
          </ac:spMkLst>
        </pc:spChg>
        <pc:spChg chg="mod">
          <ac:chgData name="Yashpal Singh" userId="1f20a8d43ef8778a" providerId="LiveId" clId="{1E95CC3D-3B64-425B-8C82-068FDEABA628}" dt="2025-11-10T01:02:11.531" v="15546" actId="20577"/>
          <ac:spMkLst>
            <pc:docMk/>
            <pc:sldMk cId="576854494" sldId="307"/>
            <ac:spMk id="118" creationId="{8C0D3724-52B5-970F-3A43-4F4C36CD01C1}"/>
          </ac:spMkLst>
        </pc:spChg>
      </pc:sldChg>
      <pc:sldChg chg="addSp delSp modSp add mod">
        <pc:chgData name="Yashpal Singh" userId="1f20a8d43ef8778a" providerId="LiveId" clId="{1E95CC3D-3B64-425B-8C82-068FDEABA628}" dt="2025-11-10T01:24:21.484" v="15742" actId="1076"/>
        <pc:sldMkLst>
          <pc:docMk/>
          <pc:sldMk cId="1543886343" sldId="308"/>
        </pc:sldMkLst>
        <pc:spChg chg="mod">
          <ac:chgData name="Yashpal Singh" userId="1f20a8d43ef8778a" providerId="LiveId" clId="{1E95CC3D-3B64-425B-8C82-068FDEABA628}" dt="2025-11-10T01:23:36.847" v="15737" actId="20577"/>
          <ac:spMkLst>
            <pc:docMk/>
            <pc:sldMk cId="1543886343" sldId="308"/>
            <ac:spMk id="5" creationId="{735090C6-D07F-711F-527C-CD9FBC1AC0DA}"/>
          </ac:spMkLst>
        </pc:spChg>
        <pc:spChg chg="mod">
          <ac:chgData name="Yashpal Singh" userId="1f20a8d43ef8778a" providerId="LiveId" clId="{1E95CC3D-3B64-425B-8C82-068FDEABA628}" dt="2025-11-10T01:20:44.982" v="15730" actId="20577"/>
          <ac:spMkLst>
            <pc:docMk/>
            <pc:sldMk cId="1543886343" sldId="308"/>
            <ac:spMk id="8" creationId="{2B6E1EA3-FF8D-B6E0-4144-A68DD75B5A5C}"/>
          </ac:spMkLst>
        </pc:spChg>
        <pc:picChg chg="del">
          <ac:chgData name="Yashpal Singh" userId="1f20a8d43ef8778a" providerId="LiveId" clId="{1E95CC3D-3B64-425B-8C82-068FDEABA628}" dt="2025-11-10T01:21:16.179" v="15731" actId="478"/>
          <ac:picMkLst>
            <pc:docMk/>
            <pc:sldMk cId="1543886343" sldId="308"/>
            <ac:picMk id="3074" creationId="{CCFCD692-0988-05C9-B7E3-7E2360188BC6}"/>
          </ac:picMkLst>
        </pc:picChg>
        <pc:picChg chg="del">
          <ac:chgData name="Yashpal Singh" userId="1f20a8d43ef8778a" providerId="LiveId" clId="{1E95CC3D-3B64-425B-8C82-068FDEABA628}" dt="2025-11-10T01:21:55.741" v="15735" actId="478"/>
          <ac:picMkLst>
            <pc:docMk/>
            <pc:sldMk cId="1543886343" sldId="308"/>
            <ac:picMk id="3076" creationId="{22495A44-A3BD-702C-8F4F-5D1D34348D2B}"/>
          </ac:picMkLst>
        </pc:picChg>
        <pc:picChg chg="add mod">
          <ac:chgData name="Yashpal Singh" userId="1f20a8d43ef8778a" providerId="LiveId" clId="{1E95CC3D-3B64-425B-8C82-068FDEABA628}" dt="2025-11-10T01:21:26.582" v="15734" actId="1076"/>
          <ac:picMkLst>
            <pc:docMk/>
            <pc:sldMk cId="1543886343" sldId="308"/>
            <ac:picMk id="4098" creationId="{A3689416-79A8-9EDA-179D-049A7C3C3BBA}"/>
          </ac:picMkLst>
        </pc:picChg>
        <pc:picChg chg="add mod">
          <ac:chgData name="Yashpal Singh" userId="1f20a8d43ef8778a" providerId="LiveId" clId="{1E95CC3D-3B64-425B-8C82-068FDEABA628}" dt="2025-11-10T01:24:21.484" v="15742" actId="1076"/>
          <ac:picMkLst>
            <pc:docMk/>
            <pc:sldMk cId="1543886343" sldId="308"/>
            <ac:picMk id="4100" creationId="{7F4996C2-5CE2-1341-CD11-32184F625808}"/>
          </ac:picMkLst>
        </pc:picChg>
      </pc:sldChg>
      <pc:sldChg chg="addSp delSp modSp add mod">
        <pc:chgData name="Yashpal Singh" userId="1f20a8d43ef8778a" providerId="LiveId" clId="{1E95CC3D-3B64-425B-8C82-068FDEABA628}" dt="2025-11-10T01:27:11.049" v="15759"/>
        <pc:sldMkLst>
          <pc:docMk/>
          <pc:sldMk cId="1015368621" sldId="309"/>
        </pc:sldMkLst>
        <pc:spChg chg="mod">
          <ac:chgData name="Yashpal Singh" userId="1f20a8d43ef8778a" providerId="LiveId" clId="{1E95CC3D-3B64-425B-8C82-068FDEABA628}" dt="2025-11-10T01:27:11.049" v="15759"/>
          <ac:spMkLst>
            <pc:docMk/>
            <pc:sldMk cId="1015368621" sldId="309"/>
            <ac:spMk id="5" creationId="{D3975D23-6E12-A14B-4CF7-2B3533677DEB}"/>
          </ac:spMkLst>
        </pc:spChg>
        <pc:spChg chg="mod">
          <ac:chgData name="Yashpal Singh" userId="1f20a8d43ef8778a" providerId="LiveId" clId="{1E95CC3D-3B64-425B-8C82-068FDEABA628}" dt="2025-11-10T01:25:02.520" v="15747" actId="20577"/>
          <ac:spMkLst>
            <pc:docMk/>
            <pc:sldMk cId="1015368621" sldId="309"/>
            <ac:spMk id="8" creationId="{2BC87AE1-8C14-6539-C5BB-0330ED5A43AD}"/>
          </ac:spMkLst>
        </pc:spChg>
        <pc:picChg chg="del">
          <ac:chgData name="Yashpal Singh" userId="1f20a8d43ef8778a" providerId="LiveId" clId="{1E95CC3D-3B64-425B-8C82-068FDEABA628}" dt="2025-11-10T01:25:05.691" v="15748" actId="478"/>
          <ac:picMkLst>
            <pc:docMk/>
            <pc:sldMk cId="1015368621" sldId="309"/>
            <ac:picMk id="4098" creationId="{1AAE8DC9-0988-D84C-E6FF-1CFFAFF181E3}"/>
          </ac:picMkLst>
        </pc:picChg>
        <pc:picChg chg="del">
          <ac:chgData name="Yashpal Singh" userId="1f20a8d43ef8778a" providerId="LiveId" clId="{1E95CC3D-3B64-425B-8C82-068FDEABA628}" dt="2025-11-10T01:25:07.657" v="15749" actId="478"/>
          <ac:picMkLst>
            <pc:docMk/>
            <pc:sldMk cId="1015368621" sldId="309"/>
            <ac:picMk id="4100" creationId="{F4E4964A-982E-22C1-008F-3B7C1748F804}"/>
          </ac:picMkLst>
        </pc:picChg>
        <pc:picChg chg="add mod">
          <ac:chgData name="Yashpal Singh" userId="1f20a8d43ef8778a" providerId="LiveId" clId="{1E95CC3D-3B64-425B-8C82-068FDEABA628}" dt="2025-11-10T01:26:14.226" v="15756" actId="1076"/>
          <ac:picMkLst>
            <pc:docMk/>
            <pc:sldMk cId="1015368621" sldId="309"/>
            <ac:picMk id="5122" creationId="{FC1DD9E2-9085-BE47-762D-EA65657B0A5C}"/>
          </ac:picMkLst>
        </pc:picChg>
        <pc:picChg chg="add mod">
          <ac:chgData name="Yashpal Singh" userId="1f20a8d43ef8778a" providerId="LiveId" clId="{1E95CC3D-3B64-425B-8C82-068FDEABA628}" dt="2025-11-10T01:26:22.323" v="15758" actId="1076"/>
          <ac:picMkLst>
            <pc:docMk/>
            <pc:sldMk cId="1015368621" sldId="309"/>
            <ac:picMk id="5124" creationId="{4D3B310F-9D85-7F51-8561-B1C19E1F3C49}"/>
          </ac:picMkLst>
        </pc:picChg>
      </pc:sldChg>
      <pc:sldChg chg="addSp delSp modSp add mod">
        <pc:chgData name="Yashpal Singh" userId="1f20a8d43ef8778a" providerId="LiveId" clId="{1E95CC3D-3B64-425B-8C82-068FDEABA628}" dt="2025-11-10T01:30:22.132" v="15800" actId="20577"/>
        <pc:sldMkLst>
          <pc:docMk/>
          <pc:sldMk cId="3376673723" sldId="310"/>
        </pc:sldMkLst>
        <pc:spChg chg="mod">
          <ac:chgData name="Yashpal Singh" userId="1f20a8d43ef8778a" providerId="LiveId" clId="{1E95CC3D-3B64-425B-8C82-068FDEABA628}" dt="2025-11-10T01:30:22.132" v="15800" actId="20577"/>
          <ac:spMkLst>
            <pc:docMk/>
            <pc:sldMk cId="3376673723" sldId="310"/>
            <ac:spMk id="5" creationId="{A403104F-D6D5-202E-3047-DFACFC60FA90}"/>
          </ac:spMkLst>
        </pc:spChg>
        <pc:spChg chg="mod">
          <ac:chgData name="Yashpal Singh" userId="1f20a8d43ef8778a" providerId="LiveId" clId="{1E95CC3D-3B64-425B-8C82-068FDEABA628}" dt="2025-11-10T01:27:32.765" v="15764" actId="20577"/>
          <ac:spMkLst>
            <pc:docMk/>
            <pc:sldMk cId="3376673723" sldId="310"/>
            <ac:spMk id="8" creationId="{997D3B59-B7A1-8017-D494-38BE4F9809D9}"/>
          </ac:spMkLst>
        </pc:spChg>
        <pc:picChg chg="del">
          <ac:chgData name="Yashpal Singh" userId="1f20a8d43ef8778a" providerId="LiveId" clId="{1E95CC3D-3B64-425B-8C82-068FDEABA628}" dt="2025-11-10T01:27:38.650" v="15765" actId="478"/>
          <ac:picMkLst>
            <pc:docMk/>
            <pc:sldMk cId="3376673723" sldId="310"/>
            <ac:picMk id="5122" creationId="{20B4ED89-66D1-B4C1-D024-44C2ABBEE31A}"/>
          </ac:picMkLst>
        </pc:picChg>
        <pc:picChg chg="del">
          <ac:chgData name="Yashpal Singh" userId="1f20a8d43ef8778a" providerId="LiveId" clId="{1E95CC3D-3B64-425B-8C82-068FDEABA628}" dt="2025-11-10T01:27:40.930" v="15766" actId="478"/>
          <ac:picMkLst>
            <pc:docMk/>
            <pc:sldMk cId="3376673723" sldId="310"/>
            <ac:picMk id="5124" creationId="{24599B52-69B5-2601-8B8D-9C6732ADD3EE}"/>
          </ac:picMkLst>
        </pc:picChg>
        <pc:picChg chg="add mod">
          <ac:chgData name="Yashpal Singh" userId="1f20a8d43ef8778a" providerId="LiveId" clId="{1E95CC3D-3B64-425B-8C82-068FDEABA628}" dt="2025-11-10T01:29:39.135" v="15795" actId="14100"/>
          <ac:picMkLst>
            <pc:docMk/>
            <pc:sldMk cId="3376673723" sldId="310"/>
            <ac:picMk id="6146" creationId="{F11832CA-A28F-1319-742D-4E1EA1FE0F69}"/>
          </ac:picMkLst>
        </pc:picChg>
        <pc:picChg chg="add mod">
          <ac:chgData name="Yashpal Singh" userId="1f20a8d43ef8778a" providerId="LiveId" clId="{1E95CC3D-3B64-425B-8C82-068FDEABA628}" dt="2025-11-10T01:29:41.266" v="15796" actId="1076"/>
          <ac:picMkLst>
            <pc:docMk/>
            <pc:sldMk cId="3376673723" sldId="310"/>
            <ac:picMk id="6148" creationId="{F7536C65-EC99-E34F-22AD-EBEDEBA18527}"/>
          </ac:picMkLst>
        </pc:picChg>
      </pc:sldChg>
      <pc:sldChg chg="addSp delSp modSp add mod">
        <pc:chgData name="Yashpal Singh" userId="1f20a8d43ef8778a" providerId="LiveId" clId="{1E95CC3D-3B64-425B-8C82-068FDEABA628}" dt="2025-11-10T01:34:10.600" v="15820"/>
        <pc:sldMkLst>
          <pc:docMk/>
          <pc:sldMk cId="561698257" sldId="311"/>
        </pc:sldMkLst>
        <pc:spChg chg="add">
          <ac:chgData name="Yashpal Singh" userId="1f20a8d43ef8778a" providerId="LiveId" clId="{1E95CC3D-3B64-425B-8C82-068FDEABA628}" dt="2025-11-10T01:33:33.179" v="15818"/>
          <ac:spMkLst>
            <pc:docMk/>
            <pc:sldMk cId="561698257" sldId="311"/>
            <ac:spMk id="2" creationId="{56FDAEEE-6E4F-D58A-3BB4-89D7160D9313}"/>
          </ac:spMkLst>
        </pc:spChg>
        <pc:spChg chg="add">
          <ac:chgData name="Yashpal Singh" userId="1f20a8d43ef8778a" providerId="LiveId" clId="{1E95CC3D-3B64-425B-8C82-068FDEABA628}" dt="2025-11-10T01:33:53.906" v="15819"/>
          <ac:spMkLst>
            <pc:docMk/>
            <pc:sldMk cId="561698257" sldId="311"/>
            <ac:spMk id="3" creationId="{8D10D51D-F73A-3F48-7C53-D7785687942F}"/>
          </ac:spMkLst>
        </pc:spChg>
        <pc:spChg chg="mod">
          <ac:chgData name="Yashpal Singh" userId="1f20a8d43ef8778a" providerId="LiveId" clId="{1E95CC3D-3B64-425B-8C82-068FDEABA628}" dt="2025-11-10T01:34:10.600" v="15820"/>
          <ac:spMkLst>
            <pc:docMk/>
            <pc:sldMk cId="561698257" sldId="311"/>
            <ac:spMk id="5" creationId="{6AC43DBB-BDAB-3891-87A8-6E68B38152E0}"/>
          </ac:spMkLst>
        </pc:spChg>
        <pc:spChg chg="mod">
          <ac:chgData name="Yashpal Singh" userId="1f20a8d43ef8778a" providerId="LiveId" clId="{1E95CC3D-3B64-425B-8C82-068FDEABA628}" dt="2025-11-10T01:30:46.530" v="15807" actId="20577"/>
          <ac:spMkLst>
            <pc:docMk/>
            <pc:sldMk cId="561698257" sldId="311"/>
            <ac:spMk id="8" creationId="{4029A26D-EAF8-4245-3DA8-E758D00D587A}"/>
          </ac:spMkLst>
        </pc:spChg>
        <pc:picChg chg="del">
          <ac:chgData name="Yashpal Singh" userId="1f20a8d43ef8778a" providerId="LiveId" clId="{1E95CC3D-3B64-425B-8C82-068FDEABA628}" dt="2025-11-10T01:30:51.053" v="15808" actId="478"/>
          <ac:picMkLst>
            <pc:docMk/>
            <pc:sldMk cId="561698257" sldId="311"/>
            <ac:picMk id="6146" creationId="{383C3B9C-903C-F150-DE82-4A6D5A1BE856}"/>
          </ac:picMkLst>
        </pc:picChg>
        <pc:picChg chg="del">
          <ac:chgData name="Yashpal Singh" userId="1f20a8d43ef8778a" providerId="LiveId" clId="{1E95CC3D-3B64-425B-8C82-068FDEABA628}" dt="2025-11-10T01:30:53.697" v="15809" actId="478"/>
          <ac:picMkLst>
            <pc:docMk/>
            <pc:sldMk cId="561698257" sldId="311"/>
            <ac:picMk id="6148" creationId="{37C06A43-3D82-45B6-5B5D-A40692C530A8}"/>
          </ac:picMkLst>
        </pc:picChg>
        <pc:picChg chg="add mod">
          <ac:chgData name="Yashpal Singh" userId="1f20a8d43ef8778a" providerId="LiveId" clId="{1E95CC3D-3B64-425B-8C82-068FDEABA628}" dt="2025-11-10T01:33:14.303" v="15817" actId="14100"/>
          <ac:picMkLst>
            <pc:docMk/>
            <pc:sldMk cId="561698257" sldId="311"/>
            <ac:picMk id="7170" creationId="{9E011AA3-4451-40A0-E6C7-ED1340E7D84D}"/>
          </ac:picMkLst>
        </pc:picChg>
        <pc:picChg chg="add mod">
          <ac:chgData name="Yashpal Singh" userId="1f20a8d43ef8778a" providerId="LiveId" clId="{1E95CC3D-3B64-425B-8C82-068FDEABA628}" dt="2025-11-10T01:33:05.962" v="15816" actId="1076"/>
          <ac:picMkLst>
            <pc:docMk/>
            <pc:sldMk cId="561698257" sldId="311"/>
            <ac:picMk id="7172" creationId="{1F76B55A-6DD8-E940-151D-D8C0986011FC}"/>
          </ac:picMkLst>
        </pc:picChg>
      </pc:sldChg>
      <pc:sldChg chg="addSp delSp modSp add mod">
        <pc:chgData name="Yashpal Singh" userId="1f20a8d43ef8778a" providerId="LiveId" clId="{1E95CC3D-3B64-425B-8C82-068FDEABA628}" dt="2025-11-10T01:42:30.942" v="15893"/>
        <pc:sldMkLst>
          <pc:docMk/>
          <pc:sldMk cId="908079444" sldId="312"/>
        </pc:sldMkLst>
        <pc:spChg chg="mod">
          <ac:chgData name="Yashpal Singh" userId="1f20a8d43ef8778a" providerId="LiveId" clId="{1E95CC3D-3B64-425B-8C82-068FDEABA628}" dt="2025-11-10T01:42:30.942" v="15893"/>
          <ac:spMkLst>
            <pc:docMk/>
            <pc:sldMk cId="908079444" sldId="312"/>
            <ac:spMk id="5" creationId="{6F6F2116-1814-FF18-DFA5-1D74438A0575}"/>
          </ac:spMkLst>
        </pc:spChg>
        <pc:spChg chg="mod">
          <ac:chgData name="Yashpal Singh" userId="1f20a8d43ef8778a" providerId="LiveId" clId="{1E95CC3D-3B64-425B-8C82-068FDEABA628}" dt="2025-11-10T01:39:48.576" v="15827" actId="20577"/>
          <ac:spMkLst>
            <pc:docMk/>
            <pc:sldMk cId="908079444" sldId="312"/>
            <ac:spMk id="8" creationId="{CABAB674-1023-A947-40C6-D3A1CFC0A2AC}"/>
          </ac:spMkLst>
        </pc:spChg>
        <pc:picChg chg="del">
          <ac:chgData name="Yashpal Singh" userId="1f20a8d43ef8778a" providerId="LiveId" clId="{1E95CC3D-3B64-425B-8C82-068FDEABA628}" dt="2025-11-10T01:39:51.431" v="15828" actId="478"/>
          <ac:picMkLst>
            <pc:docMk/>
            <pc:sldMk cId="908079444" sldId="312"/>
            <ac:picMk id="7170" creationId="{30C5B8B4-D4BB-775B-B8BC-4DA15041A0B9}"/>
          </ac:picMkLst>
        </pc:picChg>
        <pc:picChg chg="del">
          <ac:chgData name="Yashpal Singh" userId="1f20a8d43ef8778a" providerId="LiveId" clId="{1E95CC3D-3B64-425B-8C82-068FDEABA628}" dt="2025-11-10T01:39:53.590" v="15829" actId="478"/>
          <ac:picMkLst>
            <pc:docMk/>
            <pc:sldMk cId="908079444" sldId="312"/>
            <ac:picMk id="7172" creationId="{0D884F7D-E6F2-5F0F-776E-AE3DE826BD83}"/>
          </ac:picMkLst>
        </pc:picChg>
        <pc:picChg chg="add mod">
          <ac:chgData name="Yashpal Singh" userId="1f20a8d43ef8778a" providerId="LiveId" clId="{1E95CC3D-3B64-425B-8C82-068FDEABA628}" dt="2025-11-10T01:41:46.343" v="15892" actId="14100"/>
          <ac:picMkLst>
            <pc:docMk/>
            <pc:sldMk cId="908079444" sldId="312"/>
            <ac:picMk id="8194" creationId="{F8FF5838-B928-6321-8344-4C1AEC5A846F}"/>
          </ac:picMkLst>
        </pc:picChg>
        <pc:picChg chg="add mod">
          <ac:chgData name="Yashpal Singh" userId="1f20a8d43ef8778a" providerId="LiveId" clId="{1E95CC3D-3B64-425B-8C82-068FDEABA628}" dt="2025-11-10T01:41:40.519" v="15891" actId="1076"/>
          <ac:picMkLst>
            <pc:docMk/>
            <pc:sldMk cId="908079444" sldId="312"/>
            <ac:picMk id="8196" creationId="{5936C289-17DF-0832-3A13-D41FF70B2130}"/>
          </ac:picMkLst>
        </pc:picChg>
      </pc:sldChg>
      <pc:sldChg chg="addSp delSp modSp add mod">
        <pc:chgData name="Yashpal Singh" userId="1f20a8d43ef8778a" providerId="LiveId" clId="{1E95CC3D-3B64-425B-8C82-068FDEABA628}" dt="2025-11-10T01:45:27.845" v="15915" actId="1076"/>
        <pc:sldMkLst>
          <pc:docMk/>
          <pc:sldMk cId="1240190389" sldId="313"/>
        </pc:sldMkLst>
        <pc:spChg chg="add">
          <ac:chgData name="Yashpal Singh" userId="1f20a8d43ef8778a" providerId="LiveId" clId="{1E95CC3D-3B64-425B-8C82-068FDEABA628}" dt="2025-11-10T01:45:05.046" v="15913"/>
          <ac:spMkLst>
            <pc:docMk/>
            <pc:sldMk cId="1240190389" sldId="313"/>
            <ac:spMk id="2" creationId="{93E91A21-487C-554A-696A-0EF757C15BCE}"/>
          </ac:spMkLst>
        </pc:spChg>
        <pc:spChg chg="mod">
          <ac:chgData name="Yashpal Singh" userId="1f20a8d43ef8778a" providerId="LiveId" clId="{1E95CC3D-3B64-425B-8C82-068FDEABA628}" dt="2025-11-10T01:45:27.845" v="15915" actId="1076"/>
          <ac:spMkLst>
            <pc:docMk/>
            <pc:sldMk cId="1240190389" sldId="313"/>
            <ac:spMk id="5" creationId="{F59B432A-B136-EF2D-AA9F-B0405DDA7521}"/>
          </ac:spMkLst>
        </pc:spChg>
        <pc:spChg chg="mod">
          <ac:chgData name="Yashpal Singh" userId="1f20a8d43ef8778a" providerId="LiveId" clId="{1E95CC3D-3B64-425B-8C82-068FDEABA628}" dt="2025-11-10T01:42:47.611" v="15898" actId="20577"/>
          <ac:spMkLst>
            <pc:docMk/>
            <pc:sldMk cId="1240190389" sldId="313"/>
            <ac:spMk id="8" creationId="{5FF93236-CE79-BD9C-1EC7-FED9A2679A38}"/>
          </ac:spMkLst>
        </pc:spChg>
        <pc:picChg chg="del">
          <ac:chgData name="Yashpal Singh" userId="1f20a8d43ef8778a" providerId="LiveId" clId="{1E95CC3D-3B64-425B-8C82-068FDEABA628}" dt="2025-11-10T01:42:51.114" v="15899" actId="478"/>
          <ac:picMkLst>
            <pc:docMk/>
            <pc:sldMk cId="1240190389" sldId="313"/>
            <ac:picMk id="8194" creationId="{DB1E949E-E11B-5F96-4B5B-5EF028878CF8}"/>
          </ac:picMkLst>
        </pc:picChg>
        <pc:picChg chg="del mod">
          <ac:chgData name="Yashpal Singh" userId="1f20a8d43ef8778a" providerId="LiveId" clId="{1E95CC3D-3B64-425B-8C82-068FDEABA628}" dt="2025-11-10T01:42:53.585" v="15901" actId="478"/>
          <ac:picMkLst>
            <pc:docMk/>
            <pc:sldMk cId="1240190389" sldId="313"/>
            <ac:picMk id="8196" creationId="{A0D4B441-A660-999F-E489-9AF83794FB14}"/>
          </ac:picMkLst>
        </pc:picChg>
        <pc:picChg chg="add mod">
          <ac:chgData name="Yashpal Singh" userId="1f20a8d43ef8778a" providerId="LiveId" clId="{1E95CC3D-3B64-425B-8C82-068FDEABA628}" dt="2025-11-10T01:44:44.255" v="15911" actId="1076"/>
          <ac:picMkLst>
            <pc:docMk/>
            <pc:sldMk cId="1240190389" sldId="313"/>
            <ac:picMk id="9218" creationId="{59D604B0-259A-1C1C-9B64-3AC52B8CB1E7}"/>
          </ac:picMkLst>
        </pc:picChg>
        <pc:picChg chg="add mod">
          <ac:chgData name="Yashpal Singh" userId="1f20a8d43ef8778a" providerId="LiveId" clId="{1E95CC3D-3B64-425B-8C82-068FDEABA628}" dt="2025-11-10T01:44:47.167" v="15912" actId="1076"/>
          <ac:picMkLst>
            <pc:docMk/>
            <pc:sldMk cId="1240190389" sldId="313"/>
            <ac:picMk id="9220" creationId="{BA924278-6DCA-DA6F-7D1B-54F31D639219}"/>
          </ac:picMkLst>
        </pc:picChg>
      </pc:sldChg>
      <pc:sldChg chg="addSp delSp modSp add mod">
        <pc:chgData name="Yashpal Singh" userId="1f20a8d43ef8778a" providerId="LiveId" clId="{1E95CC3D-3B64-425B-8C82-068FDEABA628}" dt="2025-11-10T01:48:18.029" v="15936"/>
        <pc:sldMkLst>
          <pc:docMk/>
          <pc:sldMk cId="1384080284" sldId="314"/>
        </pc:sldMkLst>
        <pc:spChg chg="add">
          <ac:chgData name="Yashpal Singh" userId="1f20a8d43ef8778a" providerId="LiveId" clId="{1E95CC3D-3B64-425B-8C82-068FDEABA628}" dt="2025-11-10T01:47:58.454" v="15935"/>
          <ac:spMkLst>
            <pc:docMk/>
            <pc:sldMk cId="1384080284" sldId="314"/>
            <ac:spMk id="2" creationId="{AD00237A-D9BB-D215-3BBE-16E24F41A15F}"/>
          </ac:spMkLst>
        </pc:spChg>
        <pc:spChg chg="mod">
          <ac:chgData name="Yashpal Singh" userId="1f20a8d43ef8778a" providerId="LiveId" clId="{1E95CC3D-3B64-425B-8C82-068FDEABA628}" dt="2025-11-10T01:48:18.029" v="15936"/>
          <ac:spMkLst>
            <pc:docMk/>
            <pc:sldMk cId="1384080284" sldId="314"/>
            <ac:spMk id="5" creationId="{6B16EF02-54C5-1639-3586-DF46740859C6}"/>
          </ac:spMkLst>
        </pc:spChg>
        <pc:spChg chg="mod">
          <ac:chgData name="Yashpal Singh" userId="1f20a8d43ef8778a" providerId="LiveId" clId="{1E95CC3D-3B64-425B-8C82-068FDEABA628}" dt="2025-11-10T01:45:47.060" v="15921" actId="20577"/>
          <ac:spMkLst>
            <pc:docMk/>
            <pc:sldMk cId="1384080284" sldId="314"/>
            <ac:spMk id="8" creationId="{67550726-5ADC-BB57-3267-23315724FFFD}"/>
          </ac:spMkLst>
        </pc:spChg>
        <pc:picChg chg="del">
          <ac:chgData name="Yashpal Singh" userId="1f20a8d43ef8778a" providerId="LiveId" clId="{1E95CC3D-3B64-425B-8C82-068FDEABA628}" dt="2025-11-10T01:45:50.003" v="15922" actId="478"/>
          <ac:picMkLst>
            <pc:docMk/>
            <pc:sldMk cId="1384080284" sldId="314"/>
            <ac:picMk id="9218" creationId="{30CDA677-2A3C-51E2-6D72-1DBEDCF273E2}"/>
          </ac:picMkLst>
        </pc:picChg>
        <pc:picChg chg="del">
          <ac:chgData name="Yashpal Singh" userId="1f20a8d43ef8778a" providerId="LiveId" clId="{1E95CC3D-3B64-425B-8C82-068FDEABA628}" dt="2025-11-10T01:45:52.351" v="15923" actId="478"/>
          <ac:picMkLst>
            <pc:docMk/>
            <pc:sldMk cId="1384080284" sldId="314"/>
            <ac:picMk id="9220" creationId="{5C80C77C-81E2-4E51-6B8F-D1174A962EC1}"/>
          </ac:picMkLst>
        </pc:picChg>
        <pc:picChg chg="add mod">
          <ac:chgData name="Yashpal Singh" userId="1f20a8d43ef8778a" providerId="LiveId" clId="{1E95CC3D-3B64-425B-8C82-068FDEABA628}" dt="2025-11-10T01:47:14.043" v="15928" actId="1076"/>
          <ac:picMkLst>
            <pc:docMk/>
            <pc:sldMk cId="1384080284" sldId="314"/>
            <ac:picMk id="10242" creationId="{2222B5E3-7A1F-26DE-90D3-51212D5E4EA5}"/>
          </ac:picMkLst>
        </pc:picChg>
        <pc:picChg chg="add mod">
          <ac:chgData name="Yashpal Singh" userId="1f20a8d43ef8778a" providerId="LiveId" clId="{1E95CC3D-3B64-425B-8C82-068FDEABA628}" dt="2025-11-10T01:47:34.313" v="15934" actId="14100"/>
          <ac:picMkLst>
            <pc:docMk/>
            <pc:sldMk cId="1384080284" sldId="314"/>
            <ac:picMk id="10244" creationId="{3CD5501F-4B54-AC68-482E-F0432CA6A79A}"/>
          </ac:picMkLst>
        </pc:picChg>
      </pc:sldChg>
      <pc:sldChg chg="addSp delSp modSp add mod">
        <pc:chgData name="Yashpal Singh" userId="1f20a8d43ef8778a" providerId="LiveId" clId="{1E95CC3D-3B64-425B-8C82-068FDEABA628}" dt="2025-11-10T01:51:05.013" v="15952" actId="20577"/>
        <pc:sldMkLst>
          <pc:docMk/>
          <pc:sldMk cId="3430304466" sldId="315"/>
        </pc:sldMkLst>
        <pc:spChg chg="add">
          <ac:chgData name="Yashpal Singh" userId="1f20a8d43ef8778a" providerId="LiveId" clId="{1E95CC3D-3B64-425B-8C82-068FDEABA628}" dt="2025-11-10T01:50:46.189" v="15950"/>
          <ac:spMkLst>
            <pc:docMk/>
            <pc:sldMk cId="3430304466" sldId="315"/>
            <ac:spMk id="2" creationId="{48776B0B-5224-37B9-C0C2-36846DA3C803}"/>
          </ac:spMkLst>
        </pc:spChg>
        <pc:spChg chg="mod">
          <ac:chgData name="Yashpal Singh" userId="1f20a8d43ef8778a" providerId="LiveId" clId="{1E95CC3D-3B64-425B-8C82-068FDEABA628}" dt="2025-11-10T01:51:05.013" v="15952" actId="20577"/>
          <ac:spMkLst>
            <pc:docMk/>
            <pc:sldMk cId="3430304466" sldId="315"/>
            <ac:spMk id="5" creationId="{95729195-8926-588B-C66B-54E6825FC582}"/>
          </ac:spMkLst>
        </pc:spChg>
        <pc:spChg chg="mod">
          <ac:chgData name="Yashpal Singh" userId="1f20a8d43ef8778a" providerId="LiveId" clId="{1E95CC3D-3B64-425B-8C82-068FDEABA628}" dt="2025-11-10T01:48:48.662" v="15941" actId="20577"/>
          <ac:spMkLst>
            <pc:docMk/>
            <pc:sldMk cId="3430304466" sldId="315"/>
            <ac:spMk id="8" creationId="{20EB6F01-17CF-E1D5-8B36-0D0178F97D2B}"/>
          </ac:spMkLst>
        </pc:spChg>
        <pc:picChg chg="del">
          <ac:chgData name="Yashpal Singh" userId="1f20a8d43ef8778a" providerId="LiveId" clId="{1E95CC3D-3B64-425B-8C82-068FDEABA628}" dt="2025-11-10T01:48:53.186" v="15942" actId="478"/>
          <ac:picMkLst>
            <pc:docMk/>
            <pc:sldMk cId="3430304466" sldId="315"/>
            <ac:picMk id="10242" creationId="{F9468DB3-B759-7858-F8CF-D02DBDBF8941}"/>
          </ac:picMkLst>
        </pc:picChg>
        <pc:picChg chg="del">
          <ac:chgData name="Yashpal Singh" userId="1f20a8d43ef8778a" providerId="LiveId" clId="{1E95CC3D-3B64-425B-8C82-068FDEABA628}" dt="2025-11-10T01:48:55.838" v="15943" actId="478"/>
          <ac:picMkLst>
            <pc:docMk/>
            <pc:sldMk cId="3430304466" sldId="315"/>
            <ac:picMk id="10244" creationId="{5C2D0EEA-89B8-A62D-E3A6-A0376B7ECD51}"/>
          </ac:picMkLst>
        </pc:picChg>
        <pc:picChg chg="add mod">
          <ac:chgData name="Yashpal Singh" userId="1f20a8d43ef8778a" providerId="LiveId" clId="{1E95CC3D-3B64-425B-8C82-068FDEABA628}" dt="2025-11-10T01:49:27.759" v="15946" actId="1076"/>
          <ac:picMkLst>
            <pc:docMk/>
            <pc:sldMk cId="3430304466" sldId="315"/>
            <ac:picMk id="11266" creationId="{08D157D8-FB56-9A1A-AD1B-48A7F1E29A57}"/>
          </ac:picMkLst>
        </pc:picChg>
        <pc:picChg chg="add mod">
          <ac:chgData name="Yashpal Singh" userId="1f20a8d43ef8778a" providerId="LiveId" clId="{1E95CC3D-3B64-425B-8C82-068FDEABA628}" dt="2025-11-10T01:49:47.030" v="15949" actId="1076"/>
          <ac:picMkLst>
            <pc:docMk/>
            <pc:sldMk cId="3430304466" sldId="315"/>
            <ac:picMk id="11268" creationId="{F77E3EEA-3583-7107-D6A4-689D085C31A2}"/>
          </ac:picMkLst>
        </pc:picChg>
      </pc:sldChg>
      <pc:sldChg chg="addSp delSp modSp add mod">
        <pc:chgData name="Yashpal Singh" userId="1f20a8d43ef8778a" providerId="LiveId" clId="{1E95CC3D-3B64-425B-8C82-068FDEABA628}" dt="2025-11-10T01:55:30.267" v="16033" actId="113"/>
        <pc:sldMkLst>
          <pc:docMk/>
          <pc:sldMk cId="740499187" sldId="316"/>
        </pc:sldMkLst>
        <pc:spChg chg="add">
          <ac:chgData name="Yashpal Singh" userId="1f20a8d43ef8778a" providerId="LiveId" clId="{1E95CC3D-3B64-425B-8C82-068FDEABA628}" dt="2025-11-10T01:53:58.114" v="16027"/>
          <ac:spMkLst>
            <pc:docMk/>
            <pc:sldMk cId="740499187" sldId="316"/>
            <ac:spMk id="2" creationId="{A360A290-A1C4-E009-F6DD-F66122A73253}"/>
          </ac:spMkLst>
        </pc:spChg>
        <pc:spChg chg="add">
          <ac:chgData name="Yashpal Singh" userId="1f20a8d43ef8778a" providerId="LiveId" clId="{1E95CC3D-3B64-425B-8C82-068FDEABA628}" dt="2025-11-10T01:54:18.651" v="16028"/>
          <ac:spMkLst>
            <pc:docMk/>
            <pc:sldMk cId="740499187" sldId="316"/>
            <ac:spMk id="3" creationId="{9EBC1B2E-B21D-B21D-A0D4-39558EF819AD}"/>
          </ac:spMkLst>
        </pc:spChg>
        <pc:spChg chg="add">
          <ac:chgData name="Yashpal Singh" userId="1f20a8d43ef8778a" providerId="LiveId" clId="{1E95CC3D-3B64-425B-8C82-068FDEABA628}" dt="2025-11-10T01:54:26.402" v="16029"/>
          <ac:spMkLst>
            <pc:docMk/>
            <pc:sldMk cId="740499187" sldId="316"/>
            <ac:spMk id="4" creationId="{2BD52F13-470B-2386-3357-D73D4DF4ACB6}"/>
          </ac:spMkLst>
        </pc:spChg>
        <pc:spChg chg="mod">
          <ac:chgData name="Yashpal Singh" userId="1f20a8d43ef8778a" providerId="LiveId" clId="{1E95CC3D-3B64-425B-8C82-068FDEABA628}" dt="2025-11-10T01:55:30.267" v="16033" actId="113"/>
          <ac:spMkLst>
            <pc:docMk/>
            <pc:sldMk cId="740499187" sldId="316"/>
            <ac:spMk id="5" creationId="{15AC3D9B-E858-F86E-5A94-5A8B17B968CE}"/>
          </ac:spMkLst>
        </pc:spChg>
        <pc:spChg chg="mod">
          <ac:chgData name="Yashpal Singh" userId="1f20a8d43ef8778a" providerId="LiveId" clId="{1E95CC3D-3B64-425B-8C82-068FDEABA628}" dt="2025-11-10T01:51:25.787" v="15959" actId="20577"/>
          <ac:spMkLst>
            <pc:docMk/>
            <pc:sldMk cId="740499187" sldId="316"/>
            <ac:spMk id="8" creationId="{C12CD390-7479-138D-72F5-E85750A3C4F1}"/>
          </ac:spMkLst>
        </pc:spChg>
        <pc:picChg chg="del">
          <ac:chgData name="Yashpal Singh" userId="1f20a8d43ef8778a" providerId="LiveId" clId="{1E95CC3D-3B64-425B-8C82-068FDEABA628}" dt="2025-11-10T01:51:32.700" v="15960" actId="478"/>
          <ac:picMkLst>
            <pc:docMk/>
            <pc:sldMk cId="740499187" sldId="316"/>
            <ac:picMk id="11266" creationId="{3994940A-64FB-B391-D0D6-FFCCEFEF0F19}"/>
          </ac:picMkLst>
        </pc:picChg>
        <pc:picChg chg="del">
          <ac:chgData name="Yashpal Singh" userId="1f20a8d43ef8778a" providerId="LiveId" clId="{1E95CC3D-3B64-425B-8C82-068FDEABA628}" dt="2025-11-10T01:51:35.078" v="15961" actId="478"/>
          <ac:picMkLst>
            <pc:docMk/>
            <pc:sldMk cId="740499187" sldId="316"/>
            <ac:picMk id="11268" creationId="{A9C4BDD7-C1B5-A515-FC83-40DF424D4B08}"/>
          </ac:picMkLst>
        </pc:picChg>
        <pc:picChg chg="add mod">
          <ac:chgData name="Yashpal Singh" userId="1f20a8d43ef8778a" providerId="LiveId" clId="{1E95CC3D-3B64-425B-8C82-068FDEABA628}" dt="2025-11-10T01:53:21.958" v="16026" actId="14100"/>
          <ac:picMkLst>
            <pc:docMk/>
            <pc:sldMk cId="740499187" sldId="316"/>
            <ac:picMk id="12290" creationId="{45C9816E-87EB-B817-4E45-9D6988851719}"/>
          </ac:picMkLst>
        </pc:picChg>
        <pc:picChg chg="add mod">
          <ac:chgData name="Yashpal Singh" userId="1f20a8d43ef8778a" providerId="LiveId" clId="{1E95CC3D-3B64-425B-8C82-068FDEABA628}" dt="2025-11-10T01:53:19.307" v="16024" actId="1076"/>
          <ac:picMkLst>
            <pc:docMk/>
            <pc:sldMk cId="740499187" sldId="316"/>
            <ac:picMk id="12292" creationId="{281AFABF-F1AD-F171-197C-F9E6F1DCBB2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508d3990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03" name="Google Shape;103;g12508d3990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0DEADF1-D882-7F47-E494-CECDEB8CEB59}"/>
            </a:ext>
          </a:extLst>
        </p:cNvPr>
        <p:cNvGrpSpPr/>
        <p:nvPr/>
      </p:nvGrpSpPr>
      <p:grpSpPr>
        <a:xfrm>
          <a:off x="0" y="0"/>
          <a:ext cx="0" cy="0"/>
          <a:chOff x="0" y="0"/>
          <a:chExt cx="0" cy="0"/>
        </a:xfrm>
      </p:grpSpPr>
      <p:sp>
        <p:nvSpPr>
          <p:cNvPr id="115" name="Google Shape;115;g10e9006cb6c_1_2:notes">
            <a:extLst>
              <a:ext uri="{FF2B5EF4-FFF2-40B4-BE49-F238E27FC236}">
                <a16:creationId xmlns:a16="http://schemas.microsoft.com/office/drawing/2014/main" id="{9E3C2A3F-7BA2-963D-2A7F-969E50A749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6" name="Google Shape;116;g10e9006cb6c_1_2:notes">
            <a:extLst>
              <a:ext uri="{FF2B5EF4-FFF2-40B4-BE49-F238E27FC236}">
                <a16:creationId xmlns:a16="http://schemas.microsoft.com/office/drawing/2014/main" id="{7C8CD330-637B-37F0-4540-4E0053F314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90742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8C57146-3A38-C937-1939-B5CCCFEF8201}"/>
            </a:ext>
          </a:extLst>
        </p:cNvPr>
        <p:cNvGrpSpPr/>
        <p:nvPr/>
      </p:nvGrpSpPr>
      <p:grpSpPr>
        <a:xfrm>
          <a:off x="0" y="0"/>
          <a:ext cx="0" cy="0"/>
          <a:chOff x="0" y="0"/>
          <a:chExt cx="0" cy="0"/>
        </a:xfrm>
      </p:grpSpPr>
      <p:sp>
        <p:nvSpPr>
          <p:cNvPr id="115" name="Google Shape;115;g10e9006cb6c_1_2:notes">
            <a:extLst>
              <a:ext uri="{FF2B5EF4-FFF2-40B4-BE49-F238E27FC236}">
                <a16:creationId xmlns:a16="http://schemas.microsoft.com/office/drawing/2014/main" id="{DFCD64FF-6CCF-3455-97DF-19E6CCA0A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6" name="Google Shape;116;g10e9006cb6c_1_2:notes">
            <a:extLst>
              <a:ext uri="{FF2B5EF4-FFF2-40B4-BE49-F238E27FC236}">
                <a16:creationId xmlns:a16="http://schemas.microsoft.com/office/drawing/2014/main" id="{1FEB0637-C998-F040-A7D7-6049D6C7CBC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03195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508d399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2" name="Google Shape;122;g12508d3990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B68CD355-A43C-568D-9E27-2F2C39659A80}"/>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278D239F-D782-A533-C5C4-0911AC15FA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7" name="Google Shape;167;g358a9e9d19c_2_65:notes">
            <a:extLst>
              <a:ext uri="{FF2B5EF4-FFF2-40B4-BE49-F238E27FC236}">
                <a16:creationId xmlns:a16="http://schemas.microsoft.com/office/drawing/2014/main" id="{4D1F4984-C9D7-106B-1EA7-72EF00A65A6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669523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F2CDA1B6-8A43-E6F9-FEC7-D6794A43229B}"/>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ECB4CB45-6156-A76A-5570-DC45741297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7" name="Google Shape;167;g358a9e9d19c_2_65:notes">
            <a:extLst>
              <a:ext uri="{FF2B5EF4-FFF2-40B4-BE49-F238E27FC236}">
                <a16:creationId xmlns:a16="http://schemas.microsoft.com/office/drawing/2014/main" id="{3B5A895F-B526-34BD-1D67-D113D23846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623717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8C5076BF-273F-5715-B688-F8FC0578271F}"/>
            </a:ext>
          </a:extLst>
        </p:cNvPr>
        <p:cNvGrpSpPr/>
        <p:nvPr/>
      </p:nvGrpSpPr>
      <p:grpSpPr>
        <a:xfrm>
          <a:off x="0" y="0"/>
          <a:ext cx="0" cy="0"/>
          <a:chOff x="0" y="0"/>
          <a:chExt cx="0" cy="0"/>
        </a:xfrm>
      </p:grpSpPr>
      <p:sp>
        <p:nvSpPr>
          <p:cNvPr id="166" name="Google Shape;166;g358a9e9d19c_2_65:notes">
            <a:extLst>
              <a:ext uri="{FF2B5EF4-FFF2-40B4-BE49-F238E27FC236}">
                <a16:creationId xmlns:a16="http://schemas.microsoft.com/office/drawing/2014/main" id="{06AD78CB-58A2-B8A3-2E04-BEF5E1BCF0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7" name="Google Shape;167;g358a9e9d19c_2_65:notes">
            <a:extLst>
              <a:ext uri="{FF2B5EF4-FFF2-40B4-BE49-F238E27FC236}">
                <a16:creationId xmlns:a16="http://schemas.microsoft.com/office/drawing/2014/main" id="{E04D5F26-DA02-2CE4-1DE9-3051017D682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861468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19BBE3AA-A7D1-FB24-427A-51113837D75C}"/>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395314D2-BBE3-B6B8-F30E-EB11441001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2" name="Google Shape;122;g12508d39905_0_1:notes">
            <a:extLst>
              <a:ext uri="{FF2B5EF4-FFF2-40B4-BE49-F238E27FC236}">
                <a16:creationId xmlns:a16="http://schemas.microsoft.com/office/drawing/2014/main" id="{F41DD549-BF7B-F40A-FDB9-6C67EBA3A2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26296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0FDD0044-E628-D040-5CD6-2CABC306F910}"/>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9FEA1A2-A7B3-81BD-DC7A-EDE5CB9F94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9302E42A-F9FF-3FF6-81A4-C38486A757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21925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10E7AC8-1513-83A8-B659-A3133892D8EA}"/>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C49FC54C-A18B-F9B0-DCB3-7876AAA8BF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3F65D92D-4F39-206C-995E-ADD5CC2A36C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36822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2A84258D-0ADB-7B1F-25C1-D9AC0630BA24}"/>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044C14E5-CBD6-B47E-0240-11C00CD85F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A5D48F24-3734-D874-8CFB-2918389631A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87931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2DA01722-A92E-62FD-55DA-DC4E6A3D84D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FE26C599-5B23-8301-02D1-D1FF0156B4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2CDAA3ED-7EFF-5057-F5D0-87071F7732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375134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0B0DE402-961F-28B0-7749-F55282A551A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1EF34E5D-123C-A3D5-6582-7F4C707EB1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CB27155E-6615-F2E9-E350-A7DECDCF0D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72274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ED5CF5C-62B0-06D7-D031-0A2B3D166702}"/>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CC2A81E8-A433-EA8E-C8A1-D3A25441F6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0585C65B-1000-8F86-5054-4C6326C5079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5047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3C701B7-D79A-B0CD-82BF-11234C85037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8DFCC92-BD16-885A-FC52-21BF61869C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225AFC3F-D498-2AE8-3C37-1193715180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225660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83237EB-9FEA-56D1-5792-3C245ADD3646}"/>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8EF944A0-370C-DF40-794A-00996ED0A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53BE8961-52C9-4FEA-7077-184D22A034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59433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7411D64-8C6E-B731-1BD6-B2A0AFDC6AEA}"/>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9E4D9000-C9EB-F192-FD64-CC050AFD3A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6093DD7A-6BDE-8DAB-AFED-935180BD57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241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004D107-8577-626E-3B02-FA7A0EEF54C7}"/>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8CEB3B4E-2E08-C4C7-291D-71DF8A7E08C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61E4BDAF-9393-4FCE-E5A1-84297598D43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0668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0A459F7D-4F43-CC02-77ED-28761337767E}"/>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6169009-1CCE-31D9-066A-0928279EA8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6B8E18A0-CF35-EACC-9EF0-AF4F97D3C8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5879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FF2D65E-8147-A9C4-82DF-6DEF496C024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339C8240-5681-7789-BBAE-27BB02136B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FDD638D2-6334-3593-AEB8-48CC6759CE1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2330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8B073E82-4418-3F1B-9195-390B0C70644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752D756E-430F-455E-2C7F-E53302CC18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94C8A1F7-56FC-73D4-6240-CA2D26C63A2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84946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81A9510-DE3E-7C3A-7277-C4FD8E52A450}"/>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8F223AB9-71B9-81EC-8C33-3ADC04BA67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41EBAAC6-126A-9270-8BD8-C15B177004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19895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1B634838-65FD-D980-D88D-BAA0DD4431BF}"/>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FAA1052C-73AA-3846-AC18-9B21A14A4F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8D75B9C5-7B86-F813-EE35-8E16FFCF31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7819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F65987F0-893D-9AA5-0C92-0446EA61C606}"/>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F506CCD4-C559-214E-217C-494EBFE05B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0A0040D1-1B9A-6892-3AAA-48CDFECD01C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64629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3A917163-DF77-EE61-C44A-67C6A33E6D65}"/>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D4F54AE-8E68-D7E2-9484-9AB0912FE2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32B120E2-D5A4-59F8-BF07-C8CA98366A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058559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4CBC6BF-9AF6-98FB-1CAE-20FA1A56C841}"/>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425DAD0A-19E7-7AE8-81E1-2B4042C55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684038F6-26E5-1F95-3C50-49BDDB55F5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756308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C9739077-31CD-5E0E-1B11-21E3EF7506EB}"/>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F5170566-C72F-A2E2-15B9-8C6F05B335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D3614229-0FE4-211E-32EC-152D205807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22807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999BAA4C-A86B-44A3-1B4E-E85D69881FEF}"/>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EF32978C-58D8-4E1D-D326-03E1C02617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CC6AF4F3-F4D6-FB6E-2613-526AC8FD32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41249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4C918AC-4A68-EB4B-E25A-4F3F34E77E86}"/>
            </a:ext>
          </a:extLst>
        </p:cNvPr>
        <p:cNvGrpSpPr/>
        <p:nvPr/>
      </p:nvGrpSpPr>
      <p:grpSpPr>
        <a:xfrm>
          <a:off x="0" y="0"/>
          <a:ext cx="0" cy="0"/>
          <a:chOff x="0" y="0"/>
          <a:chExt cx="0" cy="0"/>
        </a:xfrm>
      </p:grpSpPr>
      <p:sp>
        <p:nvSpPr>
          <p:cNvPr id="127" name="Google Shape;127;g12508d39905_0_54:notes">
            <a:extLst>
              <a:ext uri="{FF2B5EF4-FFF2-40B4-BE49-F238E27FC236}">
                <a16:creationId xmlns:a16="http://schemas.microsoft.com/office/drawing/2014/main" id="{14D852C3-D33E-8DD7-C3D0-4C2CE0EDDF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28" name="Google Shape;128;g12508d39905_0_54:notes">
            <a:extLst>
              <a:ext uri="{FF2B5EF4-FFF2-40B4-BE49-F238E27FC236}">
                <a16:creationId xmlns:a16="http://schemas.microsoft.com/office/drawing/2014/main" id="{F7A5AA57-47A8-A6F8-691A-F707FBFD27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031259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508d39905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5" name="Google Shape;135;g12508d39905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3DD6618-12F3-D452-5385-6C4894FD886A}"/>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E8CEB6DF-0D8C-785E-637F-49F555000D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5" name="Google Shape;135;g12508d39905_0_109:notes">
            <a:extLst>
              <a:ext uri="{FF2B5EF4-FFF2-40B4-BE49-F238E27FC236}">
                <a16:creationId xmlns:a16="http://schemas.microsoft.com/office/drawing/2014/main" id="{A66FF536-D960-A8F9-DED7-8318FB22A9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47521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BD5D4F6-4EBD-6628-77D5-E4DDD0D17667}"/>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1F271623-0C6C-F05B-41D2-51BF34284C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35" name="Google Shape;135;g12508d39905_0_109:notes">
            <a:extLst>
              <a:ext uri="{FF2B5EF4-FFF2-40B4-BE49-F238E27FC236}">
                <a16:creationId xmlns:a16="http://schemas.microsoft.com/office/drawing/2014/main" id="{791EA004-3FAB-FCC3-B939-24D515FE56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94809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9294E7F4-D43C-8F09-E65B-90169320B844}"/>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FB0A3272-133F-5459-B7B7-6F653A301C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62B90DE9-35A6-0438-912B-B552D86656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394587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91E6C2B2-7869-F0E7-A578-4F8917479CD3}"/>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02440A59-B5C7-4F38-063E-5FA1448E69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B9C784CE-F0F3-C026-82CE-8A4FD91E06D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406641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015FDBBA-B475-8B2A-635A-71CA93582249}"/>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3F9CD6FB-CA33-7B81-98CC-45B82A958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5295A206-97E6-2887-3FCF-764867D87D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557179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D51AF43F-062B-6231-0440-F36114A14451}"/>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52C1CBA4-422E-21A9-D52E-7C74039B17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604BF7CE-C3A8-51F6-F8F7-7841FAD276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63429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FF066307-8B8B-5F21-FA17-0D3AB7B35698}"/>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D7071CBA-7AD8-6F56-E638-3191F24568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4ED55875-A1EE-74DE-5733-B222F613F4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89500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1C09D4AB-301E-8B16-F394-49F06587EE6A}"/>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78C0947D-CCB1-F36B-8288-0F3636BF8E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9A9BA64C-52D9-7848-150E-596B533E49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31865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BE8DAF5A-2A23-833F-19AF-58FB841BC7D4}"/>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51D7AF29-DC04-1948-D137-E0E7E5E9A2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41" name="Google Shape;141;g32685eae676_1_1:notes">
            <a:extLst>
              <a:ext uri="{FF2B5EF4-FFF2-40B4-BE49-F238E27FC236}">
                <a16:creationId xmlns:a16="http://schemas.microsoft.com/office/drawing/2014/main" id="{0E6AFE62-F586-2A80-1570-866B8A1F54D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46033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6869b8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4" name="Google Shape;154;g326869b8a7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a:extLst>
            <a:ext uri="{FF2B5EF4-FFF2-40B4-BE49-F238E27FC236}">
              <a16:creationId xmlns:a16="http://schemas.microsoft.com/office/drawing/2014/main" id="{CDA7DAA8-5437-BB1A-49E7-89C10E14DA70}"/>
            </a:ext>
          </a:extLst>
        </p:cNvPr>
        <p:cNvGrpSpPr/>
        <p:nvPr/>
      </p:nvGrpSpPr>
      <p:grpSpPr>
        <a:xfrm>
          <a:off x="0" y="0"/>
          <a:ext cx="0" cy="0"/>
          <a:chOff x="0" y="0"/>
          <a:chExt cx="0" cy="0"/>
        </a:xfrm>
      </p:grpSpPr>
      <p:sp>
        <p:nvSpPr>
          <p:cNvPr id="153" name="Google Shape;153;g326869b8a79_0_0:notes">
            <a:extLst>
              <a:ext uri="{FF2B5EF4-FFF2-40B4-BE49-F238E27FC236}">
                <a16:creationId xmlns:a16="http://schemas.microsoft.com/office/drawing/2014/main" id="{17EF3653-91BB-F1DB-455E-FE08C36DEB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54" name="Google Shape;154;g326869b8a79_0_0:notes">
            <a:extLst>
              <a:ext uri="{FF2B5EF4-FFF2-40B4-BE49-F238E27FC236}">
                <a16:creationId xmlns:a16="http://schemas.microsoft.com/office/drawing/2014/main" id="{D18A8907-83CA-56B4-87AC-E95E0A04ABB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23949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0e9006cb6c_1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1" name="Google Shape;161;g10e9006cb6c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e9006cb6c_1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66" name="Google Shape;166;g10e9006cb6c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73" name="Google Shape;173;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46</a:t>
            </a:fld>
            <a:endParaRPr sz="1200" b="0" i="0" u="none" strike="noStrike" cap="none">
              <a:solidFill>
                <a:schemeClr val="dk1"/>
              </a:solidFill>
              <a:latin typeface="Calibri"/>
              <a:ea typeface="Calibri"/>
              <a:cs typeface="Calibri"/>
              <a:sym typeface="Calibri"/>
            </a:endParaRPr>
          </a:p>
        </p:txBody>
      </p:sp>
      <p:sp>
        <p:nvSpPr>
          <p:cNvPr id="174" name="Google Shape;174;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12508d39905_0_224"/>
          <p:cNvSpPr txBox="1">
            <a:spLocks noGrp="1"/>
          </p:cNvSpPr>
          <p:nvPr>
            <p:ph type="ctrTitle"/>
          </p:nvPr>
        </p:nvSpPr>
        <p:spPr>
          <a:xfrm>
            <a:off x="1204449" y="1419329"/>
            <a:ext cx="6827700" cy="581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600" dirty="0">
                <a:solidFill>
                  <a:srgbClr val="1974D2"/>
                </a:solidFill>
              </a:rPr>
              <a:t>ReneWind</a:t>
            </a:r>
            <a:endParaRPr sz="3600" dirty="0">
              <a:solidFill>
                <a:srgbClr val="1974D2"/>
              </a:solidFill>
            </a:endParaRPr>
          </a:p>
        </p:txBody>
      </p:sp>
      <p:sp>
        <p:nvSpPr>
          <p:cNvPr id="106" name="Google Shape;106;g12508d39905_0_224"/>
          <p:cNvSpPr txBox="1">
            <a:spLocks noGrp="1"/>
          </p:cNvSpPr>
          <p:nvPr>
            <p:ph type="ctrTitle"/>
          </p:nvPr>
        </p:nvSpPr>
        <p:spPr>
          <a:xfrm>
            <a:off x="1153000" y="2038575"/>
            <a:ext cx="6827700" cy="498300"/>
          </a:xfrm>
          <a:prstGeom prst="rect">
            <a:avLst/>
          </a:prstGeom>
          <a:noFill/>
          <a:ln>
            <a:noFill/>
          </a:ln>
        </p:spPr>
        <p:txBody>
          <a:bodyPr spcFirstLastPara="1" wrap="square" lIns="91425" tIns="91425" rIns="91425" bIns="91425" anchor="b" anchorCtr="0">
            <a:noAutofit/>
          </a:bodyPr>
          <a:lstStyle/>
          <a:p>
            <a:pPr lvl="0"/>
            <a:r>
              <a:rPr lang="en-US" sz="3200" dirty="0">
                <a:solidFill>
                  <a:schemeClr val="accent6"/>
                </a:solidFill>
              </a:rPr>
              <a:t>PGP-AIML-BA-UTA-Jun25-D</a:t>
            </a:r>
            <a:endParaRPr lang="en-US" sz="3200" b="0" dirty="0">
              <a:solidFill>
                <a:schemeClr val="accent6"/>
              </a:solidFill>
            </a:endParaRPr>
          </a:p>
        </p:txBody>
      </p:sp>
      <p:sp>
        <p:nvSpPr>
          <p:cNvPr id="107" name="Google Shape;107;g12508d39905_0_224"/>
          <p:cNvSpPr txBox="1">
            <a:spLocks noGrp="1"/>
          </p:cNvSpPr>
          <p:nvPr>
            <p:ph type="ctrTitle"/>
          </p:nvPr>
        </p:nvSpPr>
        <p:spPr>
          <a:xfrm>
            <a:off x="1153000" y="2357476"/>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dirty="0">
                <a:solidFill>
                  <a:srgbClr val="1974D2"/>
                </a:solidFill>
              </a:rPr>
              <a:t>Date: 11/01/2025</a:t>
            </a:r>
            <a:endParaRPr sz="1600" b="0" dirty="0">
              <a:solidFill>
                <a:srgbClr val="1974D2"/>
              </a:solidFill>
            </a:endParaRPr>
          </a:p>
        </p:txBody>
      </p:sp>
      <p:sp>
        <p:nvSpPr>
          <p:cNvPr id="2" name="Google Shape;107;g12508d39905_0_224">
            <a:extLst>
              <a:ext uri="{FF2B5EF4-FFF2-40B4-BE49-F238E27FC236}">
                <a16:creationId xmlns:a16="http://schemas.microsoft.com/office/drawing/2014/main" id="{74BF6A2A-2389-22FF-7866-5D33B6E78D11}"/>
              </a:ext>
            </a:extLst>
          </p:cNvPr>
          <p:cNvSpPr txBox="1">
            <a:spLocks/>
          </p:cNvSpPr>
          <p:nvPr/>
        </p:nvSpPr>
        <p:spPr>
          <a:xfrm>
            <a:off x="6984007" y="3793923"/>
            <a:ext cx="1993385" cy="498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E39A9"/>
              </a:buClr>
              <a:buSzPts val="4800"/>
              <a:buFont typeface="Nunito"/>
              <a:buNone/>
              <a:defRPr sz="4800" b="1" i="0" u="none" strike="noStrike" cap="none">
                <a:solidFill>
                  <a:srgbClr val="0E39A9"/>
                </a:solidFill>
                <a:latin typeface="Nunito"/>
                <a:ea typeface="Nunito"/>
                <a:cs typeface="Nunito"/>
                <a:sym typeface="Nunito"/>
              </a:defRPr>
            </a:lvl1pPr>
            <a:lvl2pPr marR="0" lvl="1"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2pPr>
            <a:lvl3pPr marR="0" lvl="2"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3pPr>
            <a:lvl4pPr marR="0" lvl="3"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4pPr>
            <a:lvl5pPr marR="0" lvl="4"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5pPr>
            <a:lvl6pPr marR="0" lvl="5"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6pPr>
            <a:lvl7pPr marR="0" lvl="6"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7pPr>
            <a:lvl8pPr marR="0" lvl="7"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8pPr>
            <a:lvl9pPr marR="0" lvl="8" algn="l" rtl="0">
              <a:lnSpc>
                <a:spcPct val="100000"/>
              </a:lnSpc>
              <a:spcBef>
                <a:spcPts val="0"/>
              </a:spcBef>
              <a:spcAft>
                <a:spcPts val="0"/>
              </a:spcAft>
              <a:buClr>
                <a:srgbClr val="0E39A9"/>
              </a:buClr>
              <a:buSzPts val="4800"/>
              <a:buFont typeface="Nunito"/>
              <a:buNone/>
              <a:defRPr sz="4800" b="0" i="0" u="none" strike="noStrike" cap="none">
                <a:solidFill>
                  <a:srgbClr val="0E39A9"/>
                </a:solidFill>
                <a:latin typeface="Nunito"/>
                <a:ea typeface="Nunito"/>
                <a:cs typeface="Nunito"/>
                <a:sym typeface="Nunito"/>
              </a:defRPr>
            </a:lvl9pPr>
          </a:lstStyle>
          <a:p>
            <a:r>
              <a:rPr lang="en-US" sz="1200" b="0" dirty="0">
                <a:solidFill>
                  <a:srgbClr val="1974D2"/>
                </a:solidFill>
              </a:rPr>
              <a:t>Yashpal Singh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Evaluation Criterion</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Test Performance of Best Model</a:t>
            </a:r>
            <a:endParaRPr sz="1400">
              <a:solidFill>
                <a:srgbClr val="000000"/>
              </a:solidFill>
            </a:endParaRPr>
          </a:p>
          <a:p>
            <a:pPr marL="457200" lvl="0" indent="-317500" algn="l" rtl="0">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0e9006cb6c_1_2"/>
          <p:cNvSpPr txBox="1">
            <a:spLocks noGrp="1"/>
          </p:cNvSpPr>
          <p:nvPr>
            <p:ph type="title"/>
          </p:nvPr>
        </p:nvSpPr>
        <p:spPr>
          <a:xfrm>
            <a:off x="311699" y="6884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Executive Summary </a:t>
            </a:r>
            <a:endParaRPr dirty="0">
              <a:solidFill>
                <a:srgbClr val="1974D2"/>
              </a:solidFill>
            </a:endParaRPr>
          </a:p>
        </p:txBody>
      </p:sp>
      <p:sp>
        <p:nvSpPr>
          <p:cNvPr id="2" name="TextBox 1">
            <a:extLst>
              <a:ext uri="{FF2B5EF4-FFF2-40B4-BE49-F238E27FC236}">
                <a16:creationId xmlns:a16="http://schemas.microsoft.com/office/drawing/2014/main" id="{246C1D06-E386-0A7E-9B42-3B6FAC3785F4}"/>
              </a:ext>
            </a:extLst>
          </p:cNvPr>
          <p:cNvSpPr txBox="1"/>
          <p:nvPr/>
        </p:nvSpPr>
        <p:spPr>
          <a:xfrm>
            <a:off x="393918" y="571694"/>
            <a:ext cx="7778532" cy="1631216"/>
          </a:xfrm>
          <a:prstGeom prst="rect">
            <a:avLst/>
          </a:prstGeom>
          <a:noFill/>
        </p:spPr>
        <p:txBody>
          <a:bodyPr wrap="square" rtlCol="0">
            <a:spAutoFit/>
          </a:bodyPr>
          <a:lstStyle/>
          <a:p>
            <a:r>
              <a:rPr lang="en-US" sz="1000" dirty="0">
                <a:latin typeface="Nunito" pitchFamily="2" charset="0"/>
              </a:rPr>
              <a:t>The </a:t>
            </a:r>
            <a:r>
              <a:rPr lang="en-US" sz="1000" b="1" dirty="0" err="1">
                <a:latin typeface="Nunito" pitchFamily="2" charset="0"/>
              </a:rPr>
              <a:t>ReneWind</a:t>
            </a:r>
            <a:r>
              <a:rPr lang="en-US" sz="1000" dirty="0">
                <a:latin typeface="Nunito" pitchFamily="2" charset="0"/>
              </a:rPr>
              <a:t> project successfully developed and validated </a:t>
            </a:r>
            <a:r>
              <a:rPr lang="en-US" sz="1000" b="1" dirty="0">
                <a:latin typeface="Nunito" pitchFamily="2" charset="0"/>
              </a:rPr>
              <a:t>a cost-weighted Deep Learning classification model (Model 8) </a:t>
            </a:r>
            <a:r>
              <a:rPr lang="en-US" sz="1000" dirty="0">
                <a:latin typeface="Nunito" pitchFamily="2" charset="0"/>
              </a:rPr>
              <a:t>to create a proactive early warning system for wind turbine generator failures, addressing the company's highest single maintenance cost event.</a:t>
            </a:r>
          </a:p>
          <a:p>
            <a:endParaRPr lang="en-US" sz="1000" dirty="0">
              <a:latin typeface="Nunito" pitchFamily="2" charset="0"/>
            </a:endParaRPr>
          </a:p>
          <a:p>
            <a:r>
              <a:rPr lang="en-US" sz="1000" dirty="0">
                <a:latin typeface="Nunito" pitchFamily="2" charset="0"/>
              </a:rPr>
              <a:t>The core business problem was an unacceptable reliance on a reactive maintenance strategy, where missed or </a:t>
            </a:r>
            <a:r>
              <a:rPr lang="en-US" sz="1000" b="1" dirty="0">
                <a:latin typeface="Nunito" pitchFamily="2" charset="0"/>
              </a:rPr>
              <a:t>late detection of failures (False Negatives</a:t>
            </a:r>
            <a:r>
              <a:rPr lang="en-US" sz="1000" dirty="0">
                <a:latin typeface="Nunito" pitchFamily="2" charset="0"/>
              </a:rPr>
              <a:t>) necessitates expensive generator replacements. The project's success criterion was defined as maximizing the model's ability to </a:t>
            </a:r>
            <a:r>
              <a:rPr lang="en-US" sz="1000" b="1" dirty="0">
                <a:latin typeface="Nunito" pitchFamily="2" charset="0"/>
              </a:rPr>
              <a:t>detect imminent failures (Recall) to consistently trigger low-cost, scheduled repairs</a:t>
            </a:r>
            <a:r>
              <a:rPr lang="en-US" sz="1000" dirty="0">
                <a:latin typeface="Nunito" pitchFamily="2" charset="0"/>
              </a:rPr>
              <a:t>.</a:t>
            </a:r>
          </a:p>
          <a:p>
            <a:endParaRPr lang="en-US" sz="1000" dirty="0">
              <a:latin typeface="Nunito" pitchFamily="2" charset="0"/>
            </a:endParaRPr>
          </a:p>
          <a:p>
            <a:r>
              <a:rPr lang="en-US" sz="1000" dirty="0">
                <a:latin typeface="Nunito" pitchFamily="2" charset="0"/>
              </a:rPr>
              <a:t>The final model, a </a:t>
            </a:r>
            <a:r>
              <a:rPr lang="en-US" sz="1000" b="1" dirty="0">
                <a:latin typeface="Nunito" pitchFamily="2" charset="0"/>
              </a:rPr>
              <a:t>Shallow Feedforward Deep Neural Network </a:t>
            </a:r>
            <a:r>
              <a:rPr lang="en-US" sz="1000" dirty="0">
                <a:latin typeface="Nunito" pitchFamily="2" charset="0"/>
              </a:rPr>
              <a:t>(40-&gt;20-&gt;10 architecture) optimized with the </a:t>
            </a:r>
            <a:r>
              <a:rPr lang="en-US" sz="1000" b="1" dirty="0">
                <a:latin typeface="Nunito" pitchFamily="2" charset="0"/>
              </a:rPr>
              <a:t>SGD Optimizer </a:t>
            </a:r>
            <a:r>
              <a:rPr lang="en-US" sz="1000" dirty="0">
                <a:latin typeface="Nunito" pitchFamily="2" charset="0"/>
              </a:rPr>
              <a:t>and </a:t>
            </a:r>
            <a:r>
              <a:rPr lang="en-US" sz="1000" b="1" dirty="0">
                <a:latin typeface="Nunito" pitchFamily="2" charset="0"/>
              </a:rPr>
              <a:t>cost-weighted training, demonstrated strong generalization with minimal overfitting</a:t>
            </a:r>
          </a:p>
        </p:txBody>
      </p:sp>
      <p:graphicFrame>
        <p:nvGraphicFramePr>
          <p:cNvPr id="3" name="Table 2">
            <a:extLst>
              <a:ext uri="{FF2B5EF4-FFF2-40B4-BE49-F238E27FC236}">
                <a16:creationId xmlns:a16="http://schemas.microsoft.com/office/drawing/2014/main" id="{DA9F3B87-11AA-BF62-552C-247AD4D6CD3F}"/>
              </a:ext>
            </a:extLst>
          </p:cNvPr>
          <p:cNvGraphicFramePr>
            <a:graphicFrameLocks noGrp="1"/>
          </p:cNvGraphicFramePr>
          <p:nvPr>
            <p:extLst>
              <p:ext uri="{D42A27DB-BD31-4B8C-83A1-F6EECF244321}">
                <p14:modId xmlns:p14="http://schemas.microsoft.com/office/powerpoint/2010/main" val="1405742561"/>
              </p:ext>
            </p:extLst>
          </p:nvPr>
        </p:nvGraphicFramePr>
        <p:xfrm>
          <a:off x="510117" y="2278820"/>
          <a:ext cx="7511832" cy="1953965"/>
        </p:xfrm>
        <a:graphic>
          <a:graphicData uri="http://schemas.openxmlformats.org/drawingml/2006/table">
            <a:tbl>
              <a:tblPr firstRow="1" bandRow="1">
                <a:tableStyleId>{12084AC0-A0CB-4F2F-9A05-E4AD725CB356}</a:tableStyleId>
              </a:tblPr>
              <a:tblGrid>
                <a:gridCol w="2150275">
                  <a:extLst>
                    <a:ext uri="{9D8B030D-6E8A-4147-A177-3AD203B41FA5}">
                      <a16:colId xmlns:a16="http://schemas.microsoft.com/office/drawing/2014/main" val="3625216284"/>
                    </a:ext>
                  </a:extLst>
                </a:gridCol>
                <a:gridCol w="1512745">
                  <a:extLst>
                    <a:ext uri="{9D8B030D-6E8A-4147-A177-3AD203B41FA5}">
                      <a16:colId xmlns:a16="http://schemas.microsoft.com/office/drawing/2014/main" val="3128796946"/>
                    </a:ext>
                  </a:extLst>
                </a:gridCol>
                <a:gridCol w="3848812">
                  <a:extLst>
                    <a:ext uri="{9D8B030D-6E8A-4147-A177-3AD203B41FA5}">
                      <a16:colId xmlns:a16="http://schemas.microsoft.com/office/drawing/2014/main" val="2261144211"/>
                    </a:ext>
                  </a:extLst>
                </a:gridCol>
              </a:tblGrid>
              <a:tr h="421187">
                <a:tc>
                  <a:txBody>
                    <a:bodyPr/>
                    <a:lstStyle/>
                    <a:p>
                      <a:r>
                        <a:rPr lang="en-US" sz="1200" dirty="0">
                          <a:latin typeface="Nunito" pitchFamily="2" charset="0"/>
                        </a:rPr>
                        <a:t>Metric</a:t>
                      </a:r>
                    </a:p>
                  </a:txBody>
                  <a:tcPr/>
                </a:tc>
                <a:tc>
                  <a:txBody>
                    <a:bodyPr/>
                    <a:lstStyle/>
                    <a:p>
                      <a:r>
                        <a:rPr lang="en-US" sz="1200" dirty="0">
                          <a:latin typeface="Nunito" pitchFamily="2" charset="0"/>
                        </a:rPr>
                        <a:t>Result</a:t>
                      </a:r>
                    </a:p>
                  </a:txBody>
                  <a:tcPr/>
                </a:tc>
                <a:tc>
                  <a:txBody>
                    <a:bodyPr/>
                    <a:lstStyle/>
                    <a:p>
                      <a:r>
                        <a:rPr lang="en-US" sz="1200" dirty="0">
                          <a:latin typeface="Nunito" pitchFamily="2" charset="0"/>
                        </a:rPr>
                        <a:t>Observation </a:t>
                      </a:r>
                    </a:p>
                  </a:txBody>
                  <a:tcPr/>
                </a:tc>
                <a:extLst>
                  <a:ext uri="{0D108BD9-81ED-4DB2-BD59-A6C34878D82A}">
                    <a16:rowId xmlns:a16="http://schemas.microsoft.com/office/drawing/2014/main" val="2130600569"/>
                  </a:ext>
                </a:extLst>
              </a:tr>
              <a:tr h="283098">
                <a:tc>
                  <a:txBody>
                    <a:bodyPr/>
                    <a:lstStyle/>
                    <a:p>
                      <a:r>
                        <a:rPr lang="en-US" sz="1100" b="1" dirty="0">
                          <a:latin typeface="Nunito" pitchFamily="2" charset="0"/>
                        </a:rPr>
                        <a:t>Primary Metric (Recall)</a:t>
                      </a:r>
                    </a:p>
                  </a:txBody>
                  <a:tcPr/>
                </a:tc>
                <a:tc>
                  <a:txBody>
                    <a:bodyPr/>
                    <a:lstStyle/>
                    <a:p>
                      <a:r>
                        <a:rPr lang="en-US" sz="1000" b="1" dirty="0">
                          <a:latin typeface="Nunito" pitchFamily="2" charset="0"/>
                        </a:rPr>
                        <a:t>0.935</a:t>
                      </a:r>
                    </a:p>
                  </a:txBody>
                  <a:tcPr/>
                </a:tc>
                <a:tc>
                  <a:txBody>
                    <a:bodyPr/>
                    <a:lstStyle/>
                    <a:p>
                      <a:r>
                        <a:rPr lang="en-US" sz="1000" dirty="0">
                          <a:latin typeface="Nunito" pitchFamily="2" charset="0"/>
                        </a:rPr>
                        <a:t>Strong ability to capture true positive events, aligning with the primary objective..</a:t>
                      </a:r>
                    </a:p>
                  </a:txBody>
                  <a:tcPr/>
                </a:tc>
                <a:extLst>
                  <a:ext uri="{0D108BD9-81ED-4DB2-BD59-A6C34878D82A}">
                    <a16:rowId xmlns:a16="http://schemas.microsoft.com/office/drawing/2014/main" val="1537021149"/>
                  </a:ext>
                </a:extLst>
              </a:tr>
              <a:tr h="283098">
                <a:tc>
                  <a:txBody>
                    <a:bodyPr/>
                    <a:lstStyle/>
                    <a:p>
                      <a:r>
                        <a:rPr lang="en-US" sz="1100" b="1" dirty="0">
                          <a:latin typeface="Nunito" pitchFamily="2" charset="0"/>
                        </a:rPr>
                        <a:t>Precision</a:t>
                      </a:r>
                    </a:p>
                  </a:txBody>
                  <a:tcPr/>
                </a:tc>
                <a:tc>
                  <a:txBody>
                    <a:bodyPr/>
                    <a:lstStyle/>
                    <a:p>
                      <a:r>
                        <a:rPr lang="en-US" sz="1000" b="1" dirty="0">
                          <a:latin typeface="Nunito" pitchFamily="2" charset="0"/>
                        </a:rPr>
                        <a:t>0.925</a:t>
                      </a:r>
                    </a:p>
                  </a:txBody>
                  <a:tcPr/>
                </a:tc>
                <a:tc>
                  <a:txBody>
                    <a:bodyPr/>
                    <a:lstStyle/>
                    <a:p>
                      <a:r>
                        <a:rPr lang="en-US" sz="1000" dirty="0">
                          <a:latin typeface="Nunito" pitchFamily="2" charset="0"/>
                        </a:rPr>
                        <a:t>Stable across training , validation </a:t>
                      </a:r>
                      <a:r>
                        <a:rPr lang="en-US" sz="1000">
                          <a:latin typeface="Nunito" pitchFamily="2" charset="0"/>
                        </a:rPr>
                        <a:t>and Testing</a:t>
                      </a:r>
                      <a:endParaRPr lang="en-US" sz="1000" dirty="0">
                        <a:latin typeface="Nunito" pitchFamily="2" charset="0"/>
                      </a:endParaRPr>
                    </a:p>
                  </a:txBody>
                  <a:tcPr/>
                </a:tc>
                <a:extLst>
                  <a:ext uri="{0D108BD9-81ED-4DB2-BD59-A6C34878D82A}">
                    <a16:rowId xmlns:a16="http://schemas.microsoft.com/office/drawing/2014/main" val="1937498808"/>
                  </a:ext>
                </a:extLst>
              </a:tr>
              <a:tr h="283098">
                <a:tc>
                  <a:txBody>
                    <a:bodyPr/>
                    <a:lstStyle/>
                    <a:p>
                      <a:r>
                        <a:rPr lang="en-US" sz="1100" b="1" dirty="0">
                          <a:latin typeface="Nunito" pitchFamily="2" charset="0"/>
                        </a:rPr>
                        <a:t>Minority Class (Failure)</a:t>
                      </a:r>
                    </a:p>
                    <a:p>
                      <a:r>
                        <a:rPr lang="en-US" sz="1100" b="1" dirty="0">
                          <a:latin typeface="Nunito" pitchFamily="2" charset="0"/>
                        </a:rPr>
                        <a:t>F1 Score</a:t>
                      </a:r>
                    </a:p>
                  </a:txBody>
                  <a:tcPr/>
                </a:tc>
                <a:tc>
                  <a:txBody>
                    <a:bodyPr/>
                    <a:lstStyle/>
                    <a:p>
                      <a:r>
                        <a:rPr lang="en-US" sz="1000" b="1" dirty="0">
                          <a:latin typeface="Nunito" pitchFamily="2" charset="0"/>
                        </a:rPr>
                        <a:t>0.86</a:t>
                      </a:r>
                    </a:p>
                  </a:txBody>
                  <a:tcPr/>
                </a:tc>
                <a:tc>
                  <a:txBody>
                    <a:bodyPr/>
                    <a:lstStyle/>
                    <a:p>
                      <a:r>
                        <a:rPr lang="en-US" sz="1000" dirty="0">
                          <a:latin typeface="Nunito" pitchFamily="2" charset="0"/>
                        </a:rPr>
                        <a:t>Represents a reliable balance between sensitivity (Recall) and precision, confirming a low rate of excessive false alarms.</a:t>
                      </a:r>
                      <a:endParaRPr lang="en-US" sz="1000" b="1" dirty="0">
                        <a:latin typeface="Nunito" pitchFamily="2" charset="0"/>
                      </a:endParaRPr>
                    </a:p>
                  </a:txBody>
                  <a:tcPr/>
                </a:tc>
                <a:extLst>
                  <a:ext uri="{0D108BD9-81ED-4DB2-BD59-A6C34878D82A}">
                    <a16:rowId xmlns:a16="http://schemas.microsoft.com/office/drawing/2014/main" val="463039786"/>
                  </a:ext>
                </a:extLst>
              </a:tr>
              <a:tr h="238673">
                <a:tc>
                  <a:txBody>
                    <a:bodyPr/>
                    <a:lstStyle/>
                    <a:p>
                      <a:r>
                        <a:rPr lang="en-US" sz="1100" b="1" dirty="0">
                          <a:latin typeface="Nunito" pitchFamily="2" charset="0"/>
                        </a:rPr>
                        <a:t>Minority  Class (Failure)</a:t>
                      </a:r>
                    </a:p>
                    <a:p>
                      <a:r>
                        <a:rPr lang="en-US" sz="1100" b="1" dirty="0">
                          <a:latin typeface="Nunito" pitchFamily="2" charset="0"/>
                        </a:rPr>
                        <a:t>Recall</a:t>
                      </a:r>
                    </a:p>
                  </a:txBody>
                  <a:tcPr/>
                </a:tc>
                <a:tc>
                  <a:txBody>
                    <a:bodyPr/>
                    <a:lstStyle/>
                    <a:p>
                      <a:r>
                        <a:rPr lang="en-US" sz="1000" b="1" dirty="0">
                          <a:latin typeface="Nunito" pitchFamily="2" charset="0"/>
                        </a:rPr>
                        <a:t>0.87</a:t>
                      </a:r>
                    </a:p>
                  </a:txBody>
                  <a:tcPr/>
                </a:tc>
                <a:tc>
                  <a:txBody>
                    <a:bodyPr/>
                    <a:lstStyle/>
                    <a:p>
                      <a:r>
                        <a:rPr lang="en-US" sz="1000" dirty="0">
                          <a:latin typeface="Nunito" pitchFamily="2" charset="0"/>
                        </a:rPr>
                        <a:t>The critical metric indicating the system’s effectiveness at minimizing the most costly errors (False Negatives).</a:t>
                      </a:r>
                    </a:p>
                  </a:txBody>
                  <a:tcPr/>
                </a:tc>
                <a:extLst>
                  <a:ext uri="{0D108BD9-81ED-4DB2-BD59-A6C34878D82A}">
                    <a16:rowId xmlns:a16="http://schemas.microsoft.com/office/drawing/2014/main" val="1294208353"/>
                  </a:ext>
                </a:extLst>
              </a:tr>
            </a:tbl>
          </a:graphicData>
        </a:graphic>
      </p:graphicFrame>
      <p:sp>
        <p:nvSpPr>
          <p:cNvPr id="4" name="TextBox 3">
            <a:extLst>
              <a:ext uri="{FF2B5EF4-FFF2-40B4-BE49-F238E27FC236}">
                <a16:creationId xmlns:a16="http://schemas.microsoft.com/office/drawing/2014/main" id="{08D0D2FF-DC29-53B3-7EFF-F9AD6E75C3D9}"/>
              </a:ext>
            </a:extLst>
          </p:cNvPr>
          <p:cNvSpPr txBox="1"/>
          <p:nvPr/>
        </p:nvSpPr>
        <p:spPr>
          <a:xfrm>
            <a:off x="393917" y="4533899"/>
            <a:ext cx="7628031" cy="461665"/>
          </a:xfrm>
          <a:prstGeom prst="rect">
            <a:avLst/>
          </a:prstGeom>
          <a:noFill/>
        </p:spPr>
        <p:txBody>
          <a:bodyPr wrap="square" rtlCol="0">
            <a:spAutoFit/>
          </a:bodyPr>
          <a:lstStyle/>
          <a:p>
            <a:r>
              <a:rPr lang="en-US" sz="1200" b="1" dirty="0">
                <a:latin typeface="Nunito" pitchFamily="2" charset="0"/>
              </a:rPr>
              <a:t>Conclusion:</a:t>
            </a:r>
            <a:r>
              <a:rPr lang="en-US" sz="1200" dirty="0">
                <a:latin typeface="Nunito" pitchFamily="2" charset="0"/>
              </a:rPr>
              <a:t> Model 8 is </a:t>
            </a:r>
            <a:r>
              <a:rPr lang="en-US" sz="1200" b="1" dirty="0">
                <a:latin typeface="Nunito" pitchFamily="2" charset="0"/>
              </a:rPr>
              <a:t>production-ready</a:t>
            </a:r>
            <a:r>
              <a:rPr lang="en-US" sz="1200" dirty="0">
                <a:latin typeface="Nunito" pitchFamily="2" charset="0"/>
              </a:rPr>
              <a:t> and achieves a highly desirable Recall for the minority failure class (0.87) while maintaining high overall performance and stability.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7C36D0F-1358-9402-1442-95792975923B}"/>
            </a:ext>
          </a:extLst>
        </p:cNvPr>
        <p:cNvGrpSpPr/>
        <p:nvPr/>
      </p:nvGrpSpPr>
      <p:grpSpPr>
        <a:xfrm>
          <a:off x="0" y="0"/>
          <a:ext cx="0" cy="0"/>
          <a:chOff x="0" y="0"/>
          <a:chExt cx="0" cy="0"/>
        </a:xfrm>
      </p:grpSpPr>
      <p:sp>
        <p:nvSpPr>
          <p:cNvPr id="118" name="Google Shape;118;g10e9006cb6c_1_2">
            <a:extLst>
              <a:ext uri="{FF2B5EF4-FFF2-40B4-BE49-F238E27FC236}">
                <a16:creationId xmlns:a16="http://schemas.microsoft.com/office/drawing/2014/main" id="{09BA4EEF-B7C2-30CB-9B68-EDC1437C8CD1}"/>
              </a:ext>
            </a:extLst>
          </p:cNvPr>
          <p:cNvSpPr txBox="1">
            <a:spLocks noGrp="1"/>
          </p:cNvSpPr>
          <p:nvPr>
            <p:ph type="title"/>
          </p:nvPr>
        </p:nvSpPr>
        <p:spPr>
          <a:xfrm>
            <a:off x="311699" y="6884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Executive Summary-</a:t>
            </a:r>
            <a:r>
              <a:rPr lang="en-US" dirty="0">
                <a:solidFill>
                  <a:srgbClr val="1974D2"/>
                </a:solidFill>
              </a:rPr>
              <a:t>Actionable Insights</a:t>
            </a:r>
            <a:r>
              <a:rPr lang="en" dirty="0">
                <a:solidFill>
                  <a:srgbClr val="1974D2"/>
                </a:solidFill>
              </a:rPr>
              <a:t> </a:t>
            </a:r>
            <a:endParaRPr dirty="0">
              <a:solidFill>
                <a:srgbClr val="1974D2"/>
              </a:solidFill>
            </a:endParaRPr>
          </a:p>
        </p:txBody>
      </p:sp>
      <p:sp>
        <p:nvSpPr>
          <p:cNvPr id="2" name="TextBox 1">
            <a:extLst>
              <a:ext uri="{FF2B5EF4-FFF2-40B4-BE49-F238E27FC236}">
                <a16:creationId xmlns:a16="http://schemas.microsoft.com/office/drawing/2014/main" id="{213621FF-1CCA-D3B0-3249-BBFC3050D8EC}"/>
              </a:ext>
            </a:extLst>
          </p:cNvPr>
          <p:cNvSpPr txBox="1"/>
          <p:nvPr/>
        </p:nvSpPr>
        <p:spPr>
          <a:xfrm>
            <a:off x="381434" y="894950"/>
            <a:ext cx="7778532" cy="3385542"/>
          </a:xfrm>
          <a:prstGeom prst="rect">
            <a:avLst/>
          </a:prstGeom>
          <a:noFill/>
        </p:spPr>
        <p:txBody>
          <a:bodyPr wrap="square" rtlCol="0">
            <a:spAutoFit/>
          </a:bodyPr>
          <a:lstStyle/>
          <a:p>
            <a:pPr marL="228600" indent="-228600">
              <a:buFont typeface="+mj-lt"/>
              <a:buAutoNum type="arabicPeriod"/>
            </a:pPr>
            <a:r>
              <a:rPr lang="en-US" sz="1200" b="1" dirty="0">
                <a:latin typeface="Nunito" pitchFamily="2" charset="0"/>
              </a:rPr>
              <a:t>Cost-Weighted Strategy is Validated:</a:t>
            </a:r>
            <a:r>
              <a:rPr lang="en-US" sz="1200" dirty="0">
                <a:latin typeface="Nunito" pitchFamily="2" charset="0"/>
              </a:rPr>
              <a:t> The rationale to prioritize </a:t>
            </a:r>
            <a:r>
              <a:rPr lang="en-US" sz="1200" b="1" dirty="0">
                <a:latin typeface="Nunito" pitchFamily="2" charset="0"/>
              </a:rPr>
              <a:t>Recall</a:t>
            </a:r>
            <a:r>
              <a:rPr lang="en-US" sz="1200" dirty="0">
                <a:latin typeface="Nunito" pitchFamily="2" charset="0"/>
              </a:rPr>
              <a:t> was sound, as False Negatives (missed failures leading to replacement) are the most expensive error, justifying the model's design around minimizing these misses</a:t>
            </a:r>
          </a:p>
          <a:p>
            <a:pPr marL="228600" indent="-228600">
              <a:buFont typeface="+mj-lt"/>
              <a:buAutoNum type="arabicPeriod"/>
            </a:pPr>
            <a:endParaRPr lang="en-US" sz="1200" dirty="0">
              <a:latin typeface="Nunito" pitchFamily="2" charset="0"/>
            </a:endParaRPr>
          </a:p>
          <a:p>
            <a:pPr marL="228600" indent="-228600">
              <a:buFont typeface="+mj-lt"/>
              <a:buAutoNum type="arabicPeriod"/>
            </a:pPr>
            <a:r>
              <a:rPr lang="en-US" sz="1200" b="1" dirty="0">
                <a:latin typeface="Nunito" pitchFamily="2" charset="0"/>
              </a:rPr>
              <a:t>High Data Quality for Deep Learning:</a:t>
            </a:r>
            <a:r>
              <a:rPr lang="en-US" sz="1200" dirty="0">
                <a:latin typeface="Nunito" pitchFamily="2" charset="0"/>
              </a:rPr>
              <a:t> Exploratory Data Analysis (EDA) confirmed that the majority of input features (V1-V20) are highly standardized and follow a classic normal distribution with symmetrical outliers. This near-ideal structure simplified preprocessing and ensured the suitability of a Deep Neural Network, maximizing its learning potential</a:t>
            </a:r>
          </a:p>
          <a:p>
            <a:pPr marL="228600" indent="-228600">
              <a:buFont typeface="+mj-lt"/>
              <a:buAutoNum type="arabicPeriod"/>
            </a:pPr>
            <a:endParaRPr lang="en-US" sz="1200" dirty="0">
              <a:latin typeface="Nunito" pitchFamily="2" charset="0"/>
            </a:endParaRPr>
          </a:p>
          <a:p>
            <a:pPr marL="228600" indent="-228600">
              <a:buFont typeface="+mj-lt"/>
              <a:buAutoNum type="arabicPeriod"/>
            </a:pPr>
            <a:r>
              <a:rPr lang="en-US" sz="1200" b="1" dirty="0">
                <a:latin typeface="Nunito" pitchFamily="2" charset="0"/>
              </a:rPr>
              <a:t>Effective Imbalance Mitigation:</a:t>
            </a:r>
            <a:r>
              <a:rPr lang="en-US" sz="1200" dirty="0">
                <a:latin typeface="Nunito" pitchFamily="2" charset="0"/>
              </a:rPr>
              <a:t> The implementation of </a:t>
            </a:r>
            <a:r>
              <a:rPr lang="en-US" sz="1200" b="1" dirty="0">
                <a:latin typeface="Nunito" pitchFamily="2" charset="0"/>
              </a:rPr>
              <a:t>cost-weighted training</a:t>
            </a:r>
            <a:r>
              <a:rPr lang="en-US" sz="1200" dirty="0">
                <a:latin typeface="Nunito" pitchFamily="2" charset="0"/>
              </a:rPr>
              <a:t> successfully biased the model toward the rare, critical failure class, which was essential for achieving the </a:t>
            </a:r>
            <a:r>
              <a:rPr lang="en-US" sz="1200" b="1" dirty="0">
                <a:latin typeface="Nunito" pitchFamily="2" charset="0"/>
              </a:rPr>
              <a:t>high Recall score (0.87</a:t>
            </a:r>
            <a:r>
              <a:rPr lang="en-US" sz="1200" dirty="0">
                <a:latin typeface="Nunito" pitchFamily="2" charset="0"/>
              </a:rPr>
              <a:t>) that </a:t>
            </a:r>
            <a:r>
              <a:rPr lang="en-US" sz="1200" b="1" dirty="0">
                <a:latin typeface="Nunito" pitchFamily="2" charset="0"/>
              </a:rPr>
              <a:t>drives the projected cost savings</a:t>
            </a:r>
          </a:p>
          <a:p>
            <a:pPr marL="228600" indent="-228600">
              <a:buFont typeface="+mj-lt"/>
              <a:buAutoNum type="arabicPeriod"/>
            </a:pPr>
            <a:endParaRPr lang="en-US" sz="1200" dirty="0">
              <a:latin typeface="Nunito" pitchFamily="2" charset="0"/>
            </a:endParaRPr>
          </a:p>
          <a:p>
            <a:pPr marL="228600" indent="-228600">
              <a:buFont typeface="+mj-lt"/>
              <a:buAutoNum type="arabicPeriod"/>
            </a:pPr>
            <a:r>
              <a:rPr lang="en-US" sz="1200" b="1" dirty="0">
                <a:latin typeface="Nunito" pitchFamily="2" charset="0"/>
              </a:rPr>
              <a:t>Generalization is Robust:</a:t>
            </a:r>
            <a:r>
              <a:rPr lang="en-US" sz="1200" dirty="0">
                <a:latin typeface="Nunito" pitchFamily="2" charset="0"/>
              </a:rPr>
              <a:t> The model exhibits minimal generalization gap and consistent performance across all evaluation stages (</a:t>
            </a:r>
            <a:r>
              <a:rPr lang="en-US" sz="1200" b="1" dirty="0">
                <a:latin typeface="Nunito" pitchFamily="2" charset="0"/>
              </a:rPr>
              <a:t>Training, Validation, and Test sets), indicating high stability and predictive integrity for deployment into live operations</a:t>
            </a:r>
          </a:p>
          <a:p>
            <a:endParaRPr lang="en-US" sz="1200" dirty="0"/>
          </a:p>
          <a:p>
            <a:endParaRPr lang="en-US" sz="1000" dirty="0"/>
          </a:p>
        </p:txBody>
      </p:sp>
    </p:spTree>
    <p:extLst>
      <p:ext uri="{BB962C8B-B14F-4D97-AF65-F5344CB8AC3E}">
        <p14:creationId xmlns:p14="http://schemas.microsoft.com/office/powerpoint/2010/main" val="2013378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C8F71A2-8691-DD4E-4089-16195CD2D394}"/>
            </a:ext>
          </a:extLst>
        </p:cNvPr>
        <p:cNvGrpSpPr/>
        <p:nvPr/>
      </p:nvGrpSpPr>
      <p:grpSpPr>
        <a:xfrm>
          <a:off x="0" y="0"/>
          <a:ext cx="0" cy="0"/>
          <a:chOff x="0" y="0"/>
          <a:chExt cx="0" cy="0"/>
        </a:xfrm>
      </p:grpSpPr>
      <p:sp>
        <p:nvSpPr>
          <p:cNvPr id="118" name="Google Shape;118;g10e9006cb6c_1_2">
            <a:extLst>
              <a:ext uri="{FF2B5EF4-FFF2-40B4-BE49-F238E27FC236}">
                <a16:creationId xmlns:a16="http://schemas.microsoft.com/office/drawing/2014/main" id="{8C0D3724-52B5-970F-3A43-4F4C36CD01C1}"/>
              </a:ext>
            </a:extLst>
          </p:cNvPr>
          <p:cNvSpPr txBox="1">
            <a:spLocks noGrp="1"/>
          </p:cNvSpPr>
          <p:nvPr>
            <p:ph type="title"/>
          </p:nvPr>
        </p:nvSpPr>
        <p:spPr>
          <a:xfrm>
            <a:off x="311699" y="68844"/>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Executive Summary-Recommendations </a:t>
            </a:r>
            <a:endParaRPr dirty="0">
              <a:solidFill>
                <a:srgbClr val="1974D2"/>
              </a:solidFill>
            </a:endParaRPr>
          </a:p>
        </p:txBody>
      </p:sp>
      <p:sp>
        <p:nvSpPr>
          <p:cNvPr id="2" name="TextBox 1">
            <a:extLst>
              <a:ext uri="{FF2B5EF4-FFF2-40B4-BE49-F238E27FC236}">
                <a16:creationId xmlns:a16="http://schemas.microsoft.com/office/drawing/2014/main" id="{FACF960C-C6C3-2A2A-B554-1557461F8BA1}"/>
              </a:ext>
            </a:extLst>
          </p:cNvPr>
          <p:cNvSpPr txBox="1"/>
          <p:nvPr/>
        </p:nvSpPr>
        <p:spPr>
          <a:xfrm>
            <a:off x="393916" y="1340643"/>
            <a:ext cx="7988083" cy="2462213"/>
          </a:xfrm>
          <a:prstGeom prst="rect">
            <a:avLst/>
          </a:prstGeom>
          <a:noFill/>
        </p:spPr>
        <p:txBody>
          <a:bodyPr wrap="square" rtlCol="0">
            <a:spAutoFit/>
          </a:bodyPr>
          <a:lstStyle/>
          <a:p>
            <a:pPr marL="228600" indent="-228600">
              <a:buFont typeface="+mj-lt"/>
              <a:buAutoNum type="arabicPeriod"/>
            </a:pPr>
            <a:r>
              <a:rPr lang="en-US" sz="1100" b="1" dirty="0">
                <a:latin typeface="Nunito" pitchFamily="2" charset="0"/>
              </a:rPr>
              <a:t>Immediate Production Deployment:</a:t>
            </a:r>
            <a:r>
              <a:rPr lang="en-US" sz="1100" dirty="0">
                <a:latin typeface="Nunito" pitchFamily="2" charset="0"/>
              </a:rPr>
              <a:t> </a:t>
            </a:r>
            <a:r>
              <a:rPr lang="en-US" sz="1100" b="1" dirty="0">
                <a:latin typeface="Nunito" pitchFamily="2" charset="0"/>
              </a:rPr>
              <a:t>Deploy Model 8</a:t>
            </a:r>
            <a:r>
              <a:rPr lang="en-US" sz="1100" dirty="0">
                <a:latin typeface="Nunito" pitchFamily="2" charset="0"/>
              </a:rPr>
              <a:t> immediately to transition the maintenance paradigm from reactive to proactive. Leverage the validated high </a:t>
            </a:r>
            <a:r>
              <a:rPr lang="en-US" sz="1100" b="1" dirty="0">
                <a:latin typeface="Nunito" pitchFamily="2" charset="0"/>
              </a:rPr>
              <a:t>Recall (0.87) </a:t>
            </a:r>
            <a:r>
              <a:rPr lang="en-US" sz="1100" dirty="0">
                <a:latin typeface="Nunito" pitchFamily="2" charset="0"/>
              </a:rPr>
              <a:t>to begin scheduling repairs and capturing the </a:t>
            </a:r>
            <a:r>
              <a:rPr lang="en-US" sz="1100" b="1" dirty="0">
                <a:latin typeface="Nunito" pitchFamily="2" charset="0"/>
              </a:rPr>
              <a:t>critical reduction in operational expenditure (OPEX)</a:t>
            </a:r>
          </a:p>
          <a:p>
            <a:pPr marL="228600" indent="-228600">
              <a:buFont typeface="+mj-lt"/>
              <a:buAutoNum type="arabicPeriod"/>
            </a:pPr>
            <a:endParaRPr lang="en-US" sz="1100" dirty="0">
              <a:latin typeface="Nunito" pitchFamily="2" charset="0"/>
            </a:endParaRPr>
          </a:p>
          <a:p>
            <a:pPr marL="228600" indent="-228600">
              <a:buFont typeface="+mj-lt"/>
              <a:buAutoNum type="arabicPeriod"/>
            </a:pPr>
            <a:r>
              <a:rPr lang="en-US" sz="1100" b="1" dirty="0">
                <a:latin typeface="Nunito" pitchFamily="2" charset="0"/>
              </a:rPr>
              <a:t>Implement a Multi-Tier Alerting Protocol:</a:t>
            </a:r>
            <a:r>
              <a:rPr lang="en-US" sz="1100" dirty="0">
                <a:latin typeface="Nunito" pitchFamily="2" charset="0"/>
              </a:rPr>
              <a:t> Do not treat all positive predictions the same. Establish a tiered system based on the model's output probability to manage cost:</a:t>
            </a:r>
          </a:p>
          <a:p>
            <a:pPr marL="171450" lvl="3" indent="-171450">
              <a:buFont typeface="Wingdings" panose="05000000000000000000" pitchFamily="2" charset="2"/>
              <a:buChar char="§"/>
            </a:pPr>
            <a:r>
              <a:rPr lang="en-US" sz="1100" b="1" dirty="0">
                <a:latin typeface="Nunito" pitchFamily="2" charset="0"/>
              </a:rPr>
              <a:t> High Probability Alert: </a:t>
            </a:r>
            <a:r>
              <a:rPr lang="en-US" sz="1100" dirty="0">
                <a:latin typeface="Nunito" pitchFamily="2" charset="0"/>
              </a:rPr>
              <a:t>Trigger an immediate, scheduled, low-cost Repair (True Positive).</a:t>
            </a:r>
          </a:p>
          <a:p>
            <a:pPr marL="171450" lvl="2" indent="-171450">
              <a:buFont typeface="Wingdings" panose="05000000000000000000" pitchFamily="2" charset="2"/>
              <a:buChar char="§"/>
            </a:pPr>
            <a:r>
              <a:rPr lang="en-US" sz="1100" b="1" dirty="0">
                <a:latin typeface="Nunito" pitchFamily="2" charset="0"/>
              </a:rPr>
              <a:t> Medium Probability Alert: </a:t>
            </a:r>
            <a:r>
              <a:rPr lang="en-US" sz="1100" dirty="0">
                <a:latin typeface="Nunito" pitchFamily="2" charset="0"/>
              </a:rPr>
              <a:t>Trigger a non-emergency Inspection to confirm the finding (False Positive mitigation).</a:t>
            </a:r>
          </a:p>
          <a:p>
            <a:pPr marL="228600" indent="-228600">
              <a:buFont typeface="Wingdings" panose="05000000000000000000" pitchFamily="2" charset="2"/>
              <a:buChar char="§"/>
            </a:pPr>
            <a:endParaRPr lang="en-US" sz="1100" dirty="0">
              <a:latin typeface="Nunito" pitchFamily="2" charset="0"/>
            </a:endParaRPr>
          </a:p>
          <a:p>
            <a:pPr marL="228600" indent="-228600">
              <a:buFont typeface="Wingdings" panose="05000000000000000000" pitchFamily="2" charset="2"/>
              <a:buChar char="§"/>
            </a:pPr>
            <a:endParaRPr lang="en-US" sz="1100" dirty="0">
              <a:latin typeface="Nunito" pitchFamily="2" charset="0"/>
            </a:endParaRPr>
          </a:p>
          <a:p>
            <a:r>
              <a:rPr lang="en-US" sz="1100" b="1" dirty="0">
                <a:latin typeface="Nunito" pitchFamily="2" charset="0"/>
              </a:rPr>
              <a:t>3.   Establish Continuous Monitoring and Retraining:</a:t>
            </a:r>
            <a:r>
              <a:rPr lang="en-US" sz="1100" dirty="0">
                <a:latin typeface="Nunito" pitchFamily="2" charset="0"/>
              </a:rPr>
              <a:t> Implement a live monitoring dashboard to track the model's performance on new incoming data, specifically tracking </a:t>
            </a:r>
            <a:r>
              <a:rPr lang="en-US" sz="1100" b="1" dirty="0">
                <a:latin typeface="Nunito" pitchFamily="2" charset="0"/>
              </a:rPr>
              <a:t>Recall</a:t>
            </a:r>
            <a:r>
              <a:rPr lang="en-US" sz="1100" dirty="0">
                <a:latin typeface="Nunito" pitchFamily="2" charset="0"/>
              </a:rPr>
              <a:t> drift. Plan for quarterly or semi-annual retraining cycles using fresh, labeled data to adapt to any concept drift or changes in turbine operating conditions.</a:t>
            </a:r>
          </a:p>
          <a:p>
            <a:pPr marL="228600" indent="-228600">
              <a:buFont typeface="+mj-lt"/>
              <a:buAutoNum type="arabicPeriod"/>
            </a:pPr>
            <a:endParaRPr lang="en-US" sz="1100" dirty="0">
              <a:latin typeface="Nunito" pitchFamily="2" charset="0"/>
            </a:endParaRPr>
          </a:p>
        </p:txBody>
      </p:sp>
    </p:spTree>
    <p:extLst>
      <p:ext uri="{BB962C8B-B14F-4D97-AF65-F5344CB8AC3E}">
        <p14:creationId xmlns:p14="http://schemas.microsoft.com/office/powerpoint/2010/main" val="57685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2508d39905_0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Problem Statement : </a:t>
            </a:r>
            <a:r>
              <a:rPr lang="en-US" sz="1600" dirty="0">
                <a:solidFill>
                  <a:schemeClr val="tx1"/>
                </a:solidFill>
              </a:rPr>
              <a:t>Proactive Generator Failure of Wind Turbines Mitigation</a:t>
            </a:r>
            <a:endParaRPr dirty="0">
              <a:solidFill>
                <a:schemeClr val="tx1"/>
              </a:solidFill>
            </a:endParaRPr>
          </a:p>
        </p:txBody>
      </p:sp>
      <p:sp>
        <p:nvSpPr>
          <p:cNvPr id="4" name="TextBox 3">
            <a:extLst>
              <a:ext uri="{FF2B5EF4-FFF2-40B4-BE49-F238E27FC236}">
                <a16:creationId xmlns:a16="http://schemas.microsoft.com/office/drawing/2014/main" id="{2B4CCD6D-6E51-0FFE-4DEA-EE023096C716}"/>
              </a:ext>
            </a:extLst>
          </p:cNvPr>
          <p:cNvSpPr txBox="1"/>
          <p:nvPr/>
        </p:nvSpPr>
        <p:spPr>
          <a:xfrm>
            <a:off x="288929" y="938179"/>
            <a:ext cx="8347842" cy="1046440"/>
          </a:xfrm>
          <a:prstGeom prst="rect">
            <a:avLst/>
          </a:prstGeom>
          <a:noFill/>
        </p:spPr>
        <p:txBody>
          <a:bodyPr wrap="square" rtlCol="0">
            <a:spAutoFit/>
          </a:bodyPr>
          <a:lstStyle/>
          <a:p>
            <a:r>
              <a:rPr lang="en-US" b="1" dirty="0">
                <a:latin typeface="Nunito" pitchFamily="2" charset="0"/>
              </a:rPr>
              <a:t>The Problem </a:t>
            </a:r>
            <a:r>
              <a:rPr lang="en-US" dirty="0">
                <a:latin typeface="Nunito" pitchFamily="2" charset="0"/>
              </a:rPr>
              <a:t>:</a:t>
            </a:r>
            <a:r>
              <a:rPr lang="en-US" sz="1200" dirty="0">
                <a:latin typeface="Nunito" pitchFamily="2" charset="0"/>
              </a:rPr>
              <a:t>  </a:t>
            </a:r>
            <a:r>
              <a:rPr lang="en-US" sz="1200" b="1" u="sng" dirty="0">
                <a:latin typeface="Nunito" pitchFamily="2" charset="0"/>
              </a:rPr>
              <a:t>Unacceptable Operational Risk and Cost</a:t>
            </a:r>
          </a:p>
          <a:p>
            <a:r>
              <a:rPr lang="en-US" sz="1200" dirty="0" err="1">
                <a:latin typeface="Nunito" pitchFamily="2" charset="0"/>
              </a:rPr>
              <a:t>ReneWind</a:t>
            </a:r>
            <a:r>
              <a:rPr lang="en-US" sz="1200" dirty="0">
                <a:latin typeface="Nunito" pitchFamily="2" charset="0"/>
              </a:rPr>
              <a:t> currently faces significant and unavoidable operational expenditure (OPEX) due to a reactive maintenance strategy for critical wind turbine generators. When a failure is missed or detected too late, the resulting catastrophic breakdown necessitates an expensive generator replacement, which is the highest single cost event in our maintenance portfolio. This costly scenario represents our greatest financial vulnerability and compromises asset uptime.</a:t>
            </a:r>
          </a:p>
        </p:txBody>
      </p:sp>
      <p:sp>
        <p:nvSpPr>
          <p:cNvPr id="5" name="TextBox 4">
            <a:extLst>
              <a:ext uri="{FF2B5EF4-FFF2-40B4-BE49-F238E27FC236}">
                <a16:creationId xmlns:a16="http://schemas.microsoft.com/office/drawing/2014/main" id="{6F9BCB15-D2FF-0B6C-ADCE-02D46C0745A8}"/>
              </a:ext>
            </a:extLst>
          </p:cNvPr>
          <p:cNvSpPr txBox="1"/>
          <p:nvPr/>
        </p:nvSpPr>
        <p:spPr>
          <a:xfrm>
            <a:off x="214600" y="2369343"/>
            <a:ext cx="8347842" cy="2062103"/>
          </a:xfrm>
          <a:prstGeom prst="rect">
            <a:avLst/>
          </a:prstGeom>
          <a:noFill/>
        </p:spPr>
        <p:txBody>
          <a:bodyPr wrap="square" rtlCol="0">
            <a:spAutoFit/>
          </a:bodyPr>
          <a:lstStyle/>
          <a:p>
            <a:r>
              <a:rPr lang="en-US" b="1" dirty="0">
                <a:latin typeface="Nunito" pitchFamily="2" charset="0"/>
              </a:rPr>
              <a:t>The Objective</a:t>
            </a:r>
            <a:r>
              <a:rPr lang="en-US" dirty="0">
                <a:latin typeface="Nunito" pitchFamily="2" charset="0"/>
              </a:rPr>
              <a:t>: </a:t>
            </a:r>
            <a:r>
              <a:rPr lang="en-US" sz="1200" b="1" u="sng" dirty="0">
                <a:latin typeface="Nunito" pitchFamily="2" charset="0"/>
              </a:rPr>
              <a:t>Cost-Weighted Predictive Intelligence </a:t>
            </a:r>
            <a:endParaRPr lang="en-US" dirty="0">
              <a:latin typeface="Nunito" pitchFamily="2" charset="0"/>
            </a:endParaRPr>
          </a:p>
          <a:p>
            <a:r>
              <a:rPr lang="en-US" sz="1200" dirty="0">
                <a:latin typeface="Nunito" pitchFamily="2" charset="0"/>
              </a:rPr>
              <a:t>The goal of this initiative is to leverage advanced Machine Learning classification models and our proprietary sensor data to build a precision early warning system. The system must prioritize the prevention of catastrophic failures above all else.</a:t>
            </a:r>
          </a:p>
          <a:p>
            <a:endParaRPr lang="en-US" dirty="0">
              <a:latin typeface="Nunito" pitchFamily="2" charset="0"/>
            </a:endParaRPr>
          </a:p>
          <a:p>
            <a:endParaRPr lang="en-US" dirty="0">
              <a:latin typeface="Nunito" pitchFamily="2" charset="0"/>
            </a:endParaRPr>
          </a:p>
          <a:p>
            <a:r>
              <a:rPr lang="en-US" b="1" dirty="0">
                <a:latin typeface="Nunito" pitchFamily="2" charset="0"/>
              </a:rPr>
              <a:t>The Business Imperative :</a:t>
            </a:r>
            <a:r>
              <a:rPr lang="en-US" sz="1200" dirty="0">
                <a:latin typeface="Nunito" pitchFamily="2" charset="0"/>
              </a:rPr>
              <a:t>We must immediately shift our maintenance paradigm to a proactive one by implementing a model optimized to maximize detection (Recall) of imminent failures. The ultimate measure of success is the model's ability to consistently trigger low-cost, scheduled repairs (Repairing Cost), thereby mitigating the occurrence of high-cost replacements and dramatically reducing overall generator maintenance OPEX.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0DA8E7B0-2D5E-6F66-CFD2-29B228DDFB06}"/>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8DAAC96B-4BBD-B880-8186-B1C3B1C2EDC9}"/>
              </a:ext>
            </a:extLst>
          </p:cNvPr>
          <p:cNvSpPr txBox="1">
            <a:spLocks noGrp="1"/>
          </p:cNvSpPr>
          <p:nvPr>
            <p:ph type="title"/>
          </p:nvPr>
        </p:nvSpPr>
        <p:spPr>
          <a:xfrm>
            <a:off x="202550" y="6390"/>
            <a:ext cx="8520600" cy="400580"/>
          </a:xfrm>
          <a:prstGeom prst="rect">
            <a:avLst/>
          </a:prstGeom>
          <a:noFill/>
          <a:ln>
            <a:noFill/>
          </a:ln>
        </p:spPr>
        <p:txBody>
          <a:bodyPr spcFirstLastPara="1" wrap="square" lIns="91425" tIns="91425" rIns="91425" bIns="91425" anchor="t" anchorCtr="0">
            <a:noAutofit/>
          </a:bodyPr>
          <a:lstStyle/>
          <a:p>
            <a:pPr lvl="0"/>
            <a:r>
              <a:rPr lang="en-US" dirty="0">
                <a:solidFill>
                  <a:srgbClr val="1974D2"/>
                </a:solidFill>
              </a:rPr>
              <a:t>Solution Approach - Deep Learning Classification</a:t>
            </a:r>
            <a:endParaRPr dirty="0">
              <a:solidFill>
                <a:srgbClr val="1974D2"/>
              </a:solidFill>
            </a:endParaRPr>
          </a:p>
        </p:txBody>
      </p:sp>
      <p:sp>
        <p:nvSpPr>
          <p:cNvPr id="10" name="Oval 9">
            <a:extLst>
              <a:ext uri="{FF2B5EF4-FFF2-40B4-BE49-F238E27FC236}">
                <a16:creationId xmlns:a16="http://schemas.microsoft.com/office/drawing/2014/main" id="{AFEC8C7E-8B55-59C1-609F-65B96D7519BB}"/>
              </a:ext>
            </a:extLst>
          </p:cNvPr>
          <p:cNvSpPr/>
          <p:nvPr/>
        </p:nvSpPr>
        <p:spPr>
          <a:xfrm>
            <a:off x="3482535" y="564015"/>
            <a:ext cx="1176275" cy="39385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b="1" dirty="0">
                <a:latin typeface="Nunito" pitchFamily="2" charset="0"/>
              </a:rPr>
              <a:t>Goal &amp;</a:t>
            </a:r>
          </a:p>
          <a:p>
            <a:pPr algn="ctr"/>
            <a:r>
              <a:rPr lang="en-US" sz="800" b="1" dirty="0">
                <a:latin typeface="Nunito" pitchFamily="2" charset="0"/>
              </a:rPr>
              <a:t>Objective </a:t>
            </a:r>
          </a:p>
        </p:txBody>
      </p:sp>
      <p:sp>
        <p:nvSpPr>
          <p:cNvPr id="11" name="Rectangle: Rounded Corners 10">
            <a:extLst>
              <a:ext uri="{FF2B5EF4-FFF2-40B4-BE49-F238E27FC236}">
                <a16:creationId xmlns:a16="http://schemas.microsoft.com/office/drawing/2014/main" id="{CFA89861-0448-4F20-5A87-90532086159A}"/>
              </a:ext>
            </a:extLst>
          </p:cNvPr>
          <p:cNvSpPr/>
          <p:nvPr/>
        </p:nvSpPr>
        <p:spPr>
          <a:xfrm>
            <a:off x="3322650" y="1114149"/>
            <a:ext cx="1771650" cy="28261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Nunito" pitchFamily="2" charset="0"/>
                <a:ea typeface="+mn-ea"/>
                <a:cs typeface="+mn-cs"/>
                <a:sym typeface="Arial"/>
              </a:rPr>
              <a:t> </a:t>
            </a:r>
          </a:p>
          <a:p>
            <a:pPr algn="ctr"/>
            <a:r>
              <a:rPr lang="en-US" sz="800" b="1" dirty="0">
                <a:latin typeface="Nunito" pitchFamily="2" charset="0"/>
              </a:rPr>
              <a:t>Data quality assurance </a:t>
            </a:r>
            <a:endParaRPr lang="en-US" sz="800" dirty="0">
              <a:latin typeface="Nunito" pitchFamily="2" charset="0"/>
            </a:endParaRPr>
          </a:p>
        </p:txBody>
      </p:sp>
      <p:sp>
        <p:nvSpPr>
          <p:cNvPr id="3" name="Rectangle: Rounded Corners 2">
            <a:extLst>
              <a:ext uri="{FF2B5EF4-FFF2-40B4-BE49-F238E27FC236}">
                <a16:creationId xmlns:a16="http://schemas.microsoft.com/office/drawing/2014/main" id="{189609BC-5710-75D7-8AEE-5B17FC13FE5A}"/>
              </a:ext>
            </a:extLst>
          </p:cNvPr>
          <p:cNvSpPr/>
          <p:nvPr/>
        </p:nvSpPr>
        <p:spPr>
          <a:xfrm>
            <a:off x="3292975" y="3937136"/>
            <a:ext cx="1771650" cy="256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Nunito" pitchFamily="2" charset="0"/>
                <a:ea typeface="+mn-ea"/>
                <a:cs typeface="+mn-cs"/>
                <a:sym typeface="Arial"/>
              </a:rPr>
              <a:t> </a:t>
            </a:r>
          </a:p>
          <a:p>
            <a:pPr algn="ctr"/>
            <a:r>
              <a:rPr lang="en-US" sz="800" b="1" dirty="0">
                <a:latin typeface="Nunito" pitchFamily="2" charset="0"/>
              </a:rPr>
              <a:t>Final Model Selection  </a:t>
            </a:r>
          </a:p>
        </p:txBody>
      </p:sp>
      <p:sp>
        <p:nvSpPr>
          <p:cNvPr id="8" name="Rectangle: Rounded Corners 7">
            <a:extLst>
              <a:ext uri="{FF2B5EF4-FFF2-40B4-BE49-F238E27FC236}">
                <a16:creationId xmlns:a16="http://schemas.microsoft.com/office/drawing/2014/main" id="{D4674686-2B5F-0211-52B5-7A3D653FD829}"/>
              </a:ext>
            </a:extLst>
          </p:cNvPr>
          <p:cNvSpPr/>
          <p:nvPr/>
        </p:nvSpPr>
        <p:spPr>
          <a:xfrm>
            <a:off x="3322647" y="1557642"/>
            <a:ext cx="1771650" cy="24366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Nunito" pitchFamily="2" charset="0"/>
                <a:ea typeface="+mn-ea"/>
                <a:cs typeface="+mn-cs"/>
                <a:sym typeface="Arial"/>
              </a:rPr>
              <a:t> </a:t>
            </a:r>
          </a:p>
          <a:p>
            <a:pPr algn="ctr"/>
            <a:r>
              <a:rPr lang="en-US" sz="800" b="1" dirty="0">
                <a:latin typeface="Nunito" pitchFamily="2" charset="0"/>
              </a:rPr>
              <a:t>Explanatory Data analysis </a:t>
            </a:r>
            <a:endParaRPr lang="en-US" sz="800" dirty="0">
              <a:latin typeface="Nunito" pitchFamily="2" charset="0"/>
            </a:endParaRPr>
          </a:p>
        </p:txBody>
      </p:sp>
      <p:sp>
        <p:nvSpPr>
          <p:cNvPr id="9" name="Rectangle: Rounded Corners 8">
            <a:extLst>
              <a:ext uri="{FF2B5EF4-FFF2-40B4-BE49-F238E27FC236}">
                <a16:creationId xmlns:a16="http://schemas.microsoft.com/office/drawing/2014/main" id="{3500EED0-8B43-74B4-EADE-C60E1FCDEA5D}"/>
              </a:ext>
            </a:extLst>
          </p:cNvPr>
          <p:cNvSpPr/>
          <p:nvPr/>
        </p:nvSpPr>
        <p:spPr>
          <a:xfrm>
            <a:off x="3322647" y="2032496"/>
            <a:ext cx="1771650" cy="36195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Nunito" pitchFamily="2" charset="0"/>
                <a:ea typeface="+mn-ea"/>
                <a:cs typeface="+mn-cs"/>
                <a:sym typeface="Arial"/>
              </a:rPr>
              <a:t> </a:t>
            </a:r>
          </a:p>
          <a:p>
            <a:pPr algn="ctr"/>
            <a:r>
              <a:rPr lang="en-US" sz="800" b="1" dirty="0">
                <a:latin typeface="Nunito" pitchFamily="2" charset="0"/>
              </a:rPr>
              <a:t>Identification of perfect performance Metric </a:t>
            </a:r>
            <a:endParaRPr lang="en-US" sz="800" dirty="0">
              <a:latin typeface="Nunito" pitchFamily="2" charset="0"/>
            </a:endParaRPr>
          </a:p>
        </p:txBody>
      </p:sp>
      <p:cxnSp>
        <p:nvCxnSpPr>
          <p:cNvPr id="19" name="Straight Arrow Connector 18">
            <a:extLst>
              <a:ext uri="{FF2B5EF4-FFF2-40B4-BE49-F238E27FC236}">
                <a16:creationId xmlns:a16="http://schemas.microsoft.com/office/drawing/2014/main" id="{9063CA3C-89D8-2737-3154-83B5C198594D}"/>
              </a:ext>
            </a:extLst>
          </p:cNvPr>
          <p:cNvCxnSpPr/>
          <p:nvPr/>
        </p:nvCxnSpPr>
        <p:spPr>
          <a:xfrm>
            <a:off x="4118181" y="1801305"/>
            <a:ext cx="0" cy="175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34" name="Group 33">
            <a:extLst>
              <a:ext uri="{FF2B5EF4-FFF2-40B4-BE49-F238E27FC236}">
                <a16:creationId xmlns:a16="http://schemas.microsoft.com/office/drawing/2014/main" id="{CB67E128-DCE8-CF37-4F95-328DC039C577}"/>
              </a:ext>
            </a:extLst>
          </p:cNvPr>
          <p:cNvGrpSpPr/>
          <p:nvPr/>
        </p:nvGrpSpPr>
        <p:grpSpPr>
          <a:xfrm>
            <a:off x="2846594" y="2624243"/>
            <a:ext cx="2543175" cy="1171619"/>
            <a:chOff x="3038347" y="3649237"/>
            <a:chExt cx="2543175" cy="1171619"/>
          </a:xfrm>
        </p:grpSpPr>
        <p:sp>
          <p:nvSpPr>
            <p:cNvPr id="12" name="Rectangle: Rounded Corners 11">
              <a:extLst>
                <a:ext uri="{FF2B5EF4-FFF2-40B4-BE49-F238E27FC236}">
                  <a16:creationId xmlns:a16="http://schemas.microsoft.com/office/drawing/2014/main" id="{FC2186FD-25DA-F47B-3F0F-7188042082A1}"/>
                </a:ext>
              </a:extLst>
            </p:cNvPr>
            <p:cNvSpPr>
              <a:spLocks/>
            </p:cNvSpPr>
            <p:nvPr/>
          </p:nvSpPr>
          <p:spPr>
            <a:xfrm>
              <a:off x="3038347" y="3649237"/>
              <a:ext cx="2543175" cy="117161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AEAB37AB-D1EB-821E-424D-D5C6F7993FDF}"/>
                </a:ext>
              </a:extLst>
            </p:cNvPr>
            <p:cNvSpPr txBox="1">
              <a:spLocks/>
            </p:cNvSpPr>
            <p:nvPr/>
          </p:nvSpPr>
          <p:spPr>
            <a:xfrm>
              <a:off x="3598571" y="3651458"/>
              <a:ext cx="1422726" cy="230832"/>
            </a:xfrm>
            <a:prstGeom prst="rect">
              <a:avLst/>
            </a:prstGeom>
            <a:noFill/>
          </p:spPr>
          <p:txBody>
            <a:bodyPr wrap="square" rtlCol="0">
              <a:spAutoFit/>
            </a:bodyPr>
            <a:lstStyle/>
            <a:p>
              <a:r>
                <a:rPr lang="en-US" sz="900" b="1" dirty="0">
                  <a:latin typeface="Nunito" pitchFamily="2" charset="0"/>
                </a:rPr>
                <a:t>Modeling Strategy </a:t>
              </a:r>
            </a:p>
          </p:txBody>
        </p:sp>
        <p:sp>
          <p:nvSpPr>
            <p:cNvPr id="14" name="Rectangle: Rounded Corners 13">
              <a:extLst>
                <a:ext uri="{FF2B5EF4-FFF2-40B4-BE49-F238E27FC236}">
                  <a16:creationId xmlns:a16="http://schemas.microsoft.com/office/drawing/2014/main" id="{6D621AD2-6131-2B23-DD0C-CFAA1E7A19EE}"/>
                </a:ext>
              </a:extLst>
            </p:cNvPr>
            <p:cNvSpPr>
              <a:spLocks/>
            </p:cNvSpPr>
            <p:nvPr/>
          </p:nvSpPr>
          <p:spPr>
            <a:xfrm>
              <a:off x="3184657" y="3890924"/>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Baseline &amp; Sample Model </a:t>
              </a:r>
            </a:p>
          </p:txBody>
        </p:sp>
        <p:sp>
          <p:nvSpPr>
            <p:cNvPr id="15" name="Rectangle: Rounded Corners 14">
              <a:extLst>
                <a:ext uri="{FF2B5EF4-FFF2-40B4-BE49-F238E27FC236}">
                  <a16:creationId xmlns:a16="http://schemas.microsoft.com/office/drawing/2014/main" id="{C4673D57-5070-817D-492B-87492CD546FF}"/>
                </a:ext>
              </a:extLst>
            </p:cNvPr>
            <p:cNvSpPr>
              <a:spLocks/>
            </p:cNvSpPr>
            <p:nvPr/>
          </p:nvSpPr>
          <p:spPr>
            <a:xfrm>
              <a:off x="4393701" y="3899274"/>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Increment in hidden layer  </a:t>
              </a:r>
            </a:p>
          </p:txBody>
        </p:sp>
        <p:sp>
          <p:nvSpPr>
            <p:cNvPr id="27" name="Rectangle: Rounded Corners 26">
              <a:extLst>
                <a:ext uri="{FF2B5EF4-FFF2-40B4-BE49-F238E27FC236}">
                  <a16:creationId xmlns:a16="http://schemas.microsoft.com/office/drawing/2014/main" id="{F5FA7C83-C71D-F82B-B6B4-E1E37934EFED}"/>
                </a:ext>
              </a:extLst>
            </p:cNvPr>
            <p:cNvSpPr>
              <a:spLocks/>
            </p:cNvSpPr>
            <p:nvPr/>
          </p:nvSpPr>
          <p:spPr>
            <a:xfrm>
              <a:off x="3163434" y="4197676"/>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Regularization check </a:t>
              </a:r>
            </a:p>
          </p:txBody>
        </p:sp>
        <p:sp>
          <p:nvSpPr>
            <p:cNvPr id="28" name="Rectangle: Rounded Corners 27">
              <a:extLst>
                <a:ext uri="{FF2B5EF4-FFF2-40B4-BE49-F238E27FC236}">
                  <a16:creationId xmlns:a16="http://schemas.microsoft.com/office/drawing/2014/main" id="{EB9E6D66-1911-DB9E-3018-68F3F6D0DEAE}"/>
                </a:ext>
              </a:extLst>
            </p:cNvPr>
            <p:cNvSpPr>
              <a:spLocks/>
            </p:cNvSpPr>
            <p:nvPr/>
          </p:nvSpPr>
          <p:spPr>
            <a:xfrm>
              <a:off x="4393701" y="4200137"/>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Addressing Imbalance </a:t>
              </a:r>
            </a:p>
          </p:txBody>
        </p:sp>
        <p:sp>
          <p:nvSpPr>
            <p:cNvPr id="29" name="Rectangle: Rounded Corners 28">
              <a:extLst>
                <a:ext uri="{FF2B5EF4-FFF2-40B4-BE49-F238E27FC236}">
                  <a16:creationId xmlns:a16="http://schemas.microsoft.com/office/drawing/2014/main" id="{1FB93EAD-55E9-3C66-FF11-95F2A3891002}"/>
                </a:ext>
              </a:extLst>
            </p:cNvPr>
            <p:cNvSpPr>
              <a:spLocks/>
            </p:cNvSpPr>
            <p:nvPr/>
          </p:nvSpPr>
          <p:spPr>
            <a:xfrm>
              <a:off x="3191889" y="4504428"/>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Optimizer Changes </a:t>
              </a:r>
            </a:p>
          </p:txBody>
        </p:sp>
        <p:sp>
          <p:nvSpPr>
            <p:cNvPr id="30" name="Rectangle: Rounded Corners 29">
              <a:extLst>
                <a:ext uri="{FF2B5EF4-FFF2-40B4-BE49-F238E27FC236}">
                  <a16:creationId xmlns:a16="http://schemas.microsoft.com/office/drawing/2014/main" id="{7DDABC88-B31A-907A-BE34-FD1CA3A05762}"/>
                </a:ext>
              </a:extLst>
            </p:cNvPr>
            <p:cNvSpPr>
              <a:spLocks/>
            </p:cNvSpPr>
            <p:nvPr/>
          </p:nvSpPr>
          <p:spPr>
            <a:xfrm>
              <a:off x="4393701" y="4504427"/>
              <a:ext cx="1146500" cy="258375"/>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800" dirty="0">
                  <a:latin typeface="Nunito" pitchFamily="2" charset="0"/>
                </a:rPr>
                <a:t>Increment of Neurons </a:t>
              </a:r>
            </a:p>
          </p:txBody>
        </p:sp>
      </p:grpSp>
      <p:cxnSp>
        <p:nvCxnSpPr>
          <p:cNvPr id="32" name="Straight Arrow Connector 31">
            <a:extLst>
              <a:ext uri="{FF2B5EF4-FFF2-40B4-BE49-F238E27FC236}">
                <a16:creationId xmlns:a16="http://schemas.microsoft.com/office/drawing/2014/main" id="{9C4D04F4-724E-C308-96ED-A5259F5C6364}"/>
              </a:ext>
            </a:extLst>
          </p:cNvPr>
          <p:cNvCxnSpPr/>
          <p:nvPr/>
        </p:nvCxnSpPr>
        <p:spPr>
          <a:xfrm>
            <a:off x="4052829" y="978905"/>
            <a:ext cx="0" cy="1595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9D98494-E707-26F0-62FA-7FDAFE023D8D}"/>
              </a:ext>
            </a:extLst>
          </p:cNvPr>
          <p:cNvCxnSpPr/>
          <p:nvPr/>
        </p:nvCxnSpPr>
        <p:spPr>
          <a:xfrm>
            <a:off x="4118182" y="1396768"/>
            <a:ext cx="0" cy="1595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40166FBC-FFF8-22FC-37CB-5B941F4A98A4}"/>
              </a:ext>
            </a:extLst>
          </p:cNvPr>
          <p:cNvCxnSpPr/>
          <p:nvPr/>
        </p:nvCxnSpPr>
        <p:spPr>
          <a:xfrm>
            <a:off x="4114324" y="2410906"/>
            <a:ext cx="0" cy="175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6DC1B57C-CA29-598A-3DF0-F0E1D4B89D3B}"/>
              </a:ext>
            </a:extLst>
          </p:cNvPr>
          <p:cNvCxnSpPr/>
          <p:nvPr/>
        </p:nvCxnSpPr>
        <p:spPr>
          <a:xfrm>
            <a:off x="4174132" y="3778647"/>
            <a:ext cx="0" cy="175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Rectangle: Rounded Corners 36">
            <a:extLst>
              <a:ext uri="{FF2B5EF4-FFF2-40B4-BE49-F238E27FC236}">
                <a16:creationId xmlns:a16="http://schemas.microsoft.com/office/drawing/2014/main" id="{11FE7D3F-22A6-794D-D1E1-CB851CD7496B}"/>
              </a:ext>
            </a:extLst>
          </p:cNvPr>
          <p:cNvSpPr/>
          <p:nvPr/>
        </p:nvSpPr>
        <p:spPr>
          <a:xfrm>
            <a:off x="3303105" y="4322559"/>
            <a:ext cx="1771650" cy="256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1" i="0" u="none" strike="noStrike" kern="0" cap="none" spc="0" normalizeH="0" baseline="0" noProof="0" dirty="0">
                <a:ln>
                  <a:noFill/>
                </a:ln>
                <a:solidFill>
                  <a:srgbClr val="FFFFFF"/>
                </a:solidFill>
                <a:effectLst/>
                <a:uLnTx/>
                <a:uFillTx/>
                <a:latin typeface="Nunito" pitchFamily="2" charset="0"/>
                <a:ea typeface="+mn-ea"/>
                <a:cs typeface="+mn-cs"/>
                <a:sym typeface="Arial"/>
              </a:rPr>
              <a:t> </a:t>
            </a:r>
          </a:p>
          <a:p>
            <a:pPr algn="ctr"/>
            <a:r>
              <a:rPr lang="en-US" sz="800" b="1" dirty="0">
                <a:latin typeface="Nunito" pitchFamily="2" charset="0"/>
              </a:rPr>
              <a:t>Test Data Validation   </a:t>
            </a:r>
          </a:p>
        </p:txBody>
      </p:sp>
      <p:cxnSp>
        <p:nvCxnSpPr>
          <p:cNvPr id="38" name="Straight Arrow Connector 37">
            <a:extLst>
              <a:ext uri="{FF2B5EF4-FFF2-40B4-BE49-F238E27FC236}">
                <a16:creationId xmlns:a16="http://schemas.microsoft.com/office/drawing/2014/main" id="{637094C1-0411-7379-526D-D62186EC5798}"/>
              </a:ext>
            </a:extLst>
          </p:cNvPr>
          <p:cNvCxnSpPr/>
          <p:nvPr/>
        </p:nvCxnSpPr>
        <p:spPr>
          <a:xfrm>
            <a:off x="4150024" y="4194062"/>
            <a:ext cx="0" cy="1754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7094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08A66591-8B71-BB6B-2FAE-3AFB39583892}"/>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BFFDB5EC-939F-FEA3-26DD-FE2E0AEC4ED7}"/>
              </a:ext>
            </a:extLst>
          </p:cNvPr>
          <p:cNvSpPr txBox="1">
            <a:spLocks noGrp="1"/>
          </p:cNvSpPr>
          <p:nvPr>
            <p:ph type="title"/>
          </p:nvPr>
        </p:nvSpPr>
        <p:spPr>
          <a:xfrm>
            <a:off x="202550" y="6390"/>
            <a:ext cx="8520600" cy="400580"/>
          </a:xfrm>
          <a:prstGeom prst="rect">
            <a:avLst/>
          </a:prstGeom>
          <a:noFill/>
          <a:ln>
            <a:noFill/>
          </a:ln>
        </p:spPr>
        <p:txBody>
          <a:bodyPr spcFirstLastPara="1" wrap="square" lIns="91425" tIns="91425" rIns="91425" bIns="91425" anchor="t" anchorCtr="0">
            <a:noAutofit/>
          </a:bodyPr>
          <a:lstStyle/>
          <a:p>
            <a:pPr lvl="0"/>
            <a:r>
              <a:rPr lang="en-US" dirty="0">
                <a:solidFill>
                  <a:srgbClr val="1974D2"/>
                </a:solidFill>
              </a:rPr>
              <a:t>Solution Approach - Deep Learning Classification</a:t>
            </a:r>
            <a:endParaRPr dirty="0">
              <a:solidFill>
                <a:srgbClr val="1974D2"/>
              </a:solidFill>
            </a:endParaRPr>
          </a:p>
        </p:txBody>
      </p:sp>
      <p:sp>
        <p:nvSpPr>
          <p:cNvPr id="4" name="TextBox 3">
            <a:extLst>
              <a:ext uri="{FF2B5EF4-FFF2-40B4-BE49-F238E27FC236}">
                <a16:creationId xmlns:a16="http://schemas.microsoft.com/office/drawing/2014/main" id="{C9FB7ABB-5F87-CCCB-9A32-07E002BF14CB}"/>
              </a:ext>
            </a:extLst>
          </p:cNvPr>
          <p:cNvSpPr txBox="1"/>
          <p:nvPr/>
        </p:nvSpPr>
        <p:spPr>
          <a:xfrm>
            <a:off x="202550" y="617241"/>
            <a:ext cx="8887436" cy="2462213"/>
          </a:xfrm>
          <a:prstGeom prst="rect">
            <a:avLst/>
          </a:prstGeom>
          <a:noFill/>
        </p:spPr>
        <p:txBody>
          <a:bodyPr wrap="square" rtlCol="0">
            <a:spAutoFit/>
          </a:bodyPr>
          <a:lstStyle/>
          <a:p>
            <a:r>
              <a:rPr lang="en-US" sz="1100" b="1" u="sng" dirty="0">
                <a:latin typeface="Nunito" pitchFamily="2" charset="0"/>
              </a:rPr>
              <a:t>Project Goal &amp;  Objectives</a:t>
            </a:r>
            <a:r>
              <a:rPr lang="en-US" sz="1100" b="1" dirty="0">
                <a:latin typeface="Nunito" pitchFamily="2" charset="0"/>
              </a:rPr>
              <a:t>:</a:t>
            </a:r>
          </a:p>
          <a:p>
            <a:r>
              <a:rPr lang="en-US" sz="1100" dirty="0"/>
              <a:t>To leverages a multi-phase Deep Learning approach to deliver a robust, cost-weighted early warning system</a:t>
            </a:r>
          </a:p>
          <a:p>
            <a:endParaRPr lang="en-US" sz="1200" b="1" u="sng" dirty="0">
              <a:latin typeface="Nunito" pitchFamily="2" charset="0"/>
            </a:endParaRPr>
          </a:p>
          <a:p>
            <a:r>
              <a:rPr lang="en-US" sz="1200" b="1" u="sng" dirty="0">
                <a:latin typeface="Nunito" pitchFamily="2" charset="0"/>
              </a:rPr>
              <a:t>Data Analysis and Preprocessing </a:t>
            </a:r>
            <a:r>
              <a:rPr lang="en-US" sz="1200" b="1" dirty="0">
                <a:latin typeface="Nunito" pitchFamily="2" charset="0"/>
              </a:rPr>
              <a:t>:</a:t>
            </a:r>
          </a:p>
          <a:p>
            <a:r>
              <a:rPr lang="en-US" sz="900" b="1" dirty="0">
                <a:latin typeface="Nunito" pitchFamily="2" charset="0"/>
              </a:rPr>
              <a:t>Data Analysis</a:t>
            </a:r>
            <a:r>
              <a:rPr lang="en-US" sz="900" dirty="0">
                <a:latin typeface="Nunito" pitchFamily="2" charset="0"/>
              </a:rPr>
              <a:t>:.</a:t>
            </a:r>
          </a:p>
          <a:p>
            <a:pPr marL="171450" indent="-171450">
              <a:buFont typeface="Arial" panose="020B0604020202020204" pitchFamily="34" charset="0"/>
              <a:buChar char="•"/>
            </a:pPr>
            <a:r>
              <a:rPr lang="en-US" sz="800" dirty="0">
                <a:latin typeface="Nunito" pitchFamily="2" charset="0"/>
              </a:rPr>
              <a:t>Identified the target variable (</a:t>
            </a:r>
            <a:r>
              <a:rPr lang="en-US" sz="800" b="1" dirty="0">
                <a:latin typeface="Nunito" pitchFamily="2" charset="0"/>
              </a:rPr>
              <a:t>Target</a:t>
            </a:r>
            <a:r>
              <a:rPr lang="en-US" sz="800" dirty="0">
                <a:latin typeface="Nunito" pitchFamily="2" charset="0"/>
              </a:rPr>
              <a:t>) and selected relevant predictor features for model development.</a:t>
            </a:r>
          </a:p>
          <a:p>
            <a:pPr marL="171450" indent="-171450">
              <a:buFont typeface="Arial" panose="020B0604020202020204" pitchFamily="34" charset="0"/>
              <a:buChar char="•"/>
            </a:pPr>
            <a:r>
              <a:rPr lang="en-US" sz="800" dirty="0">
                <a:latin typeface="Nunito" pitchFamily="2" charset="0"/>
              </a:rPr>
              <a:t>Performed data cleaning by handling missing values (imputation/removal), correcting data types, and addressing outliers to ensure dataset consistency and reliability.</a:t>
            </a:r>
          </a:p>
          <a:p>
            <a:r>
              <a:rPr lang="en-US" sz="900" b="1" dirty="0">
                <a:latin typeface="Nunito" pitchFamily="2" charset="0"/>
              </a:rPr>
              <a:t>EDA: </a:t>
            </a:r>
          </a:p>
          <a:p>
            <a:pPr marL="171450" indent="-171450">
              <a:buFont typeface="Arial" panose="020B0604020202020204" pitchFamily="34" charset="0"/>
              <a:buChar char="•"/>
            </a:pPr>
            <a:r>
              <a:rPr lang="en-US" sz="800" dirty="0">
                <a:latin typeface="Nunito" pitchFamily="2" charset="0"/>
              </a:rPr>
              <a:t>Conduct  </a:t>
            </a:r>
            <a:r>
              <a:rPr lang="en-US" sz="800" b="1" dirty="0">
                <a:latin typeface="Nunito" pitchFamily="2" charset="0"/>
              </a:rPr>
              <a:t>univariate and bivariate analysis</a:t>
            </a:r>
            <a:r>
              <a:rPr lang="en-US" sz="800" dirty="0">
                <a:latin typeface="Nunito" pitchFamily="2" charset="0"/>
              </a:rPr>
              <a:t> to understand feature distributions and relationships with the target variable.</a:t>
            </a:r>
          </a:p>
          <a:p>
            <a:pPr marL="171450" indent="-171450">
              <a:buFont typeface="Arial" panose="020B0604020202020204" pitchFamily="34" charset="0"/>
              <a:buChar char="•"/>
            </a:pPr>
            <a:r>
              <a:rPr lang="en-US" sz="800" dirty="0">
                <a:latin typeface="Nunito" pitchFamily="2" charset="0"/>
              </a:rPr>
              <a:t>Detect  potential outliers and data skewness using visualization techniques.</a:t>
            </a:r>
          </a:p>
          <a:p>
            <a:pPr marL="171450" indent="-171450">
              <a:buFont typeface="Arial" panose="020B0604020202020204" pitchFamily="34" charset="0"/>
              <a:buChar char="•"/>
            </a:pPr>
            <a:r>
              <a:rPr lang="en-US" sz="800" dirty="0">
                <a:latin typeface="Nunito" pitchFamily="2" charset="0"/>
              </a:rPr>
              <a:t>Generate a </a:t>
            </a:r>
            <a:r>
              <a:rPr lang="en-US" sz="800" b="1" dirty="0">
                <a:latin typeface="Nunito" pitchFamily="2" charset="0"/>
              </a:rPr>
              <a:t>correlation heatmap </a:t>
            </a:r>
            <a:r>
              <a:rPr lang="en-US" sz="800" dirty="0">
                <a:latin typeface="Nunito" pitchFamily="2" charset="0"/>
              </a:rPr>
              <a:t>to analyze inter-feature relationships and their influence on the target variable.</a:t>
            </a:r>
            <a:endParaRPr lang="en-US" sz="900" dirty="0">
              <a:latin typeface="Nunito" pitchFamily="2" charset="0"/>
            </a:endParaRPr>
          </a:p>
          <a:p>
            <a:r>
              <a:rPr lang="en-US" sz="900" b="1" dirty="0">
                <a:latin typeface="Nunito" pitchFamily="2" charset="0"/>
              </a:rPr>
              <a:t>Feature Engineering</a:t>
            </a:r>
            <a:r>
              <a:rPr lang="en-US" sz="900" dirty="0">
                <a:latin typeface="Nunito" pitchFamily="2" charset="0"/>
              </a:rPr>
              <a:t>: </a:t>
            </a:r>
          </a:p>
          <a:p>
            <a:pPr marL="171450" indent="-171450">
              <a:buFont typeface="Arial" panose="020B0604020202020204" pitchFamily="34" charset="0"/>
              <a:buChar char="•"/>
            </a:pPr>
            <a:r>
              <a:rPr lang="en-US" sz="800" dirty="0">
                <a:latin typeface="Nunito" pitchFamily="2" charset="0"/>
              </a:rPr>
              <a:t>Develop new derived features to enhance model predictability and capture complex patterns.</a:t>
            </a:r>
          </a:p>
          <a:p>
            <a:pPr marL="171450" indent="-171450">
              <a:buFont typeface="Arial" panose="020B0604020202020204" pitchFamily="34" charset="0"/>
              <a:buChar char="•"/>
            </a:pPr>
            <a:r>
              <a:rPr lang="en-US" sz="800" dirty="0">
                <a:latin typeface="Nunito" pitchFamily="2" charset="0"/>
              </a:rPr>
              <a:t>Apply categorical encoding (</a:t>
            </a:r>
            <a:r>
              <a:rPr lang="en-US" sz="800" b="1" dirty="0">
                <a:latin typeface="Nunito" pitchFamily="2" charset="0"/>
              </a:rPr>
              <a:t>One-Hot Encoding / Label Encoding) </a:t>
            </a:r>
            <a:r>
              <a:rPr lang="en-US" sz="800" dirty="0">
                <a:latin typeface="Nunito" pitchFamily="2" charset="0"/>
              </a:rPr>
              <a:t>if required .</a:t>
            </a:r>
          </a:p>
          <a:p>
            <a:r>
              <a:rPr lang="en-US" sz="900" b="1" dirty="0">
                <a:latin typeface="Nunito" pitchFamily="2" charset="0"/>
              </a:rPr>
              <a:t>Data Splitting </a:t>
            </a:r>
          </a:p>
          <a:p>
            <a:pPr marL="171450" indent="-171450">
              <a:buFont typeface="Arial" panose="020B0604020202020204" pitchFamily="34" charset="0"/>
              <a:buChar char="•"/>
            </a:pPr>
            <a:r>
              <a:rPr lang="en-US" sz="800" dirty="0"/>
              <a:t>Split the labeled data into 80% Train , 20% Validations and a separate hold-out </a:t>
            </a:r>
            <a:r>
              <a:rPr lang="en-US" sz="800" b="1" dirty="0"/>
              <a:t>Test Set</a:t>
            </a:r>
            <a:r>
              <a:rPr lang="en-US" sz="800" dirty="0"/>
              <a:t>, ensuring all splits are </a:t>
            </a:r>
            <a:r>
              <a:rPr lang="en-US" sz="800" b="1" dirty="0"/>
              <a:t>stratified</a:t>
            </a:r>
            <a:r>
              <a:rPr lang="en-US" sz="800" dirty="0"/>
              <a:t> by the target variable to maintain class balance. </a:t>
            </a:r>
          </a:p>
          <a:p>
            <a:endParaRPr lang="en-US" sz="800" dirty="0">
              <a:latin typeface="Nunito" pitchFamily="2" charset="0"/>
            </a:endParaRPr>
          </a:p>
        </p:txBody>
      </p:sp>
      <p:sp>
        <p:nvSpPr>
          <p:cNvPr id="2" name="TextBox 1">
            <a:extLst>
              <a:ext uri="{FF2B5EF4-FFF2-40B4-BE49-F238E27FC236}">
                <a16:creationId xmlns:a16="http://schemas.microsoft.com/office/drawing/2014/main" id="{B0187F8F-CB9E-6AC2-AE7F-732A56DE369E}"/>
              </a:ext>
            </a:extLst>
          </p:cNvPr>
          <p:cNvSpPr txBox="1"/>
          <p:nvPr/>
        </p:nvSpPr>
        <p:spPr>
          <a:xfrm>
            <a:off x="256564" y="2847960"/>
            <a:ext cx="8887436" cy="2246769"/>
          </a:xfrm>
          <a:prstGeom prst="rect">
            <a:avLst/>
          </a:prstGeom>
          <a:noFill/>
        </p:spPr>
        <p:txBody>
          <a:bodyPr wrap="square" rtlCol="0">
            <a:spAutoFit/>
          </a:bodyPr>
          <a:lstStyle/>
          <a:p>
            <a:r>
              <a:rPr lang="en-US" sz="900" b="1" dirty="0">
                <a:latin typeface="Nunito" pitchFamily="2" charset="0"/>
              </a:rPr>
              <a:t>Modeling Strategy/Comprehensive Classification</a:t>
            </a:r>
            <a:r>
              <a:rPr lang="en-US" sz="900" dirty="0">
                <a:latin typeface="Nunito" pitchFamily="2" charset="0"/>
              </a:rPr>
              <a:t>:</a:t>
            </a:r>
          </a:p>
          <a:p>
            <a:endParaRPr lang="en-US" sz="900" dirty="0">
              <a:latin typeface="Nunito" pitchFamily="2" charset="0"/>
            </a:endParaRPr>
          </a:p>
          <a:p>
            <a:pPr marL="228600" indent="-228600">
              <a:buFont typeface="Wingdings" panose="05000000000000000000" pitchFamily="2" charset="2"/>
              <a:buChar char="§"/>
            </a:pPr>
            <a:r>
              <a:rPr lang="en-US" sz="900" dirty="0">
                <a:latin typeface="Nunito" pitchFamily="2" charset="0"/>
              </a:rPr>
              <a:t> </a:t>
            </a:r>
            <a:r>
              <a:rPr lang="en-US" sz="900" b="1" dirty="0">
                <a:latin typeface="Nunito" pitchFamily="2" charset="0"/>
              </a:rPr>
              <a:t>Baseline &amp; Simple Models:</a:t>
            </a:r>
          </a:p>
          <a:p>
            <a:r>
              <a:rPr lang="en-US" sz="900" dirty="0">
                <a:latin typeface="Nunito" pitchFamily="2" charset="0"/>
              </a:rPr>
              <a:t> 	Establish a baseline performance metric using a simple Neural Network (Model 0/1) with </a:t>
            </a:r>
            <a:r>
              <a:rPr lang="en-US" sz="900" dirty="0" err="1">
                <a:latin typeface="Nunito" pitchFamily="2" charset="0"/>
              </a:rPr>
              <a:t>ReLU</a:t>
            </a:r>
            <a:r>
              <a:rPr lang="en-US" sz="900" dirty="0">
                <a:latin typeface="Nunito" pitchFamily="2" charset="0"/>
              </a:rPr>
              <a:t> activation and SGD  optimizer, </a:t>
            </a:r>
          </a:p>
          <a:p>
            <a:r>
              <a:rPr lang="en-US" sz="900" dirty="0">
                <a:latin typeface="Nunito" pitchFamily="2" charset="0"/>
              </a:rPr>
              <a:t>                               trained on the Train set  and evaluated on the Validation set.</a:t>
            </a:r>
          </a:p>
          <a:p>
            <a:pPr marL="228600" indent="-228600">
              <a:buFont typeface="Wingdings" panose="05000000000000000000" pitchFamily="2" charset="2"/>
              <a:buChar char="§"/>
            </a:pPr>
            <a:r>
              <a:rPr lang="en-US" sz="900" dirty="0">
                <a:latin typeface="Nunito" pitchFamily="2" charset="0"/>
              </a:rPr>
              <a:t> </a:t>
            </a:r>
            <a:r>
              <a:rPr lang="en-US" sz="900" b="1" dirty="0">
                <a:latin typeface="Nunito" pitchFamily="2" charset="0"/>
              </a:rPr>
              <a:t>Model performance Improvement </a:t>
            </a:r>
          </a:p>
          <a:p>
            <a:r>
              <a:rPr lang="en-US" sz="900" dirty="0">
                <a:latin typeface="Nunito" pitchFamily="2" charset="0"/>
              </a:rPr>
              <a:t>	Increase  the  </a:t>
            </a:r>
            <a:r>
              <a:rPr lang="en-US" sz="900" dirty="0" err="1">
                <a:latin typeface="Nunito" pitchFamily="2" charset="0"/>
              </a:rPr>
              <a:t>the</a:t>
            </a:r>
            <a:r>
              <a:rPr lang="en-US" sz="900" dirty="0">
                <a:latin typeface="Nunito" pitchFamily="2" charset="0"/>
              </a:rPr>
              <a:t> number of hidden layers , adjust the neurons and validate for the improved performance </a:t>
            </a:r>
          </a:p>
          <a:p>
            <a:r>
              <a:rPr lang="en-US" sz="900" dirty="0">
                <a:latin typeface="Nunito" pitchFamily="2" charset="0"/>
              </a:rPr>
              <a:t> </a:t>
            </a:r>
          </a:p>
          <a:p>
            <a:pPr marL="171450" indent="-171450">
              <a:buFont typeface="Arial" panose="020B0604020202020204" pitchFamily="34" charset="0"/>
              <a:buChar char="•"/>
            </a:pPr>
            <a:r>
              <a:rPr lang="en-US" sz="900" b="1" dirty="0">
                <a:latin typeface="Nunito" pitchFamily="2" charset="0"/>
              </a:rPr>
              <a:t>Introducing Regularization</a:t>
            </a:r>
            <a:r>
              <a:rPr lang="en-US" sz="900" dirty="0">
                <a:latin typeface="Nunito" pitchFamily="2" charset="0"/>
              </a:rPr>
              <a:t>: </a:t>
            </a:r>
          </a:p>
          <a:p>
            <a:r>
              <a:rPr lang="en-US" sz="900" dirty="0">
                <a:latin typeface="Nunito" pitchFamily="2" charset="0"/>
              </a:rPr>
              <a:t>	Set the dropout to 50% after adding the first hidden layer. This step will randomly drop 50% of the neurons before proceeding to the next layer,  	reducing overfitting. </a:t>
            </a:r>
          </a:p>
          <a:p>
            <a:pPr marL="171450" indent="-171450">
              <a:buFont typeface="Arial" panose="020B0604020202020204" pitchFamily="34" charset="0"/>
              <a:buChar char="•"/>
            </a:pPr>
            <a:r>
              <a:rPr lang="en-US" sz="900" dirty="0">
                <a:latin typeface="Nunito" pitchFamily="2" charset="0"/>
              </a:rPr>
              <a:t> </a:t>
            </a:r>
            <a:r>
              <a:rPr lang="en-US" sz="900" b="1" dirty="0">
                <a:latin typeface="Nunito" pitchFamily="2" charset="0"/>
              </a:rPr>
              <a:t>Addressing Imbalance </a:t>
            </a:r>
            <a:r>
              <a:rPr lang="en-US" sz="900" dirty="0">
                <a:latin typeface="Nunito" pitchFamily="2" charset="0"/>
              </a:rPr>
              <a:t>: </a:t>
            </a:r>
          </a:p>
          <a:p>
            <a:r>
              <a:rPr lang="en-US" sz="900" dirty="0">
                <a:latin typeface="Nunito" pitchFamily="2" charset="0"/>
              </a:rPr>
              <a:t>	Implement cost-weighted training (using class weight dictionary) to bias the model towards the minority failure class, directly optimizing for high Recall 	and mitigating the high cost of False Negatives.</a:t>
            </a:r>
          </a:p>
          <a:p>
            <a:endParaRPr lang="en-US" dirty="0"/>
          </a:p>
        </p:txBody>
      </p:sp>
    </p:spTree>
    <p:extLst>
      <p:ext uri="{BB962C8B-B14F-4D97-AF65-F5344CB8AC3E}">
        <p14:creationId xmlns:p14="http://schemas.microsoft.com/office/powerpoint/2010/main" val="1409384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945E81CC-0221-D56E-EFC7-44E3BFE6F76F}"/>
            </a:ext>
          </a:extLst>
        </p:cNvPr>
        <p:cNvGrpSpPr/>
        <p:nvPr/>
      </p:nvGrpSpPr>
      <p:grpSpPr>
        <a:xfrm>
          <a:off x="0" y="0"/>
          <a:ext cx="0" cy="0"/>
          <a:chOff x="0" y="0"/>
          <a:chExt cx="0" cy="0"/>
        </a:xfrm>
      </p:grpSpPr>
      <p:sp>
        <p:nvSpPr>
          <p:cNvPr id="169" name="Google Shape;169;p38">
            <a:extLst>
              <a:ext uri="{FF2B5EF4-FFF2-40B4-BE49-F238E27FC236}">
                <a16:creationId xmlns:a16="http://schemas.microsoft.com/office/drawing/2014/main" id="{2EEED1FC-B967-B7EB-14F4-601EF55308AB}"/>
              </a:ext>
            </a:extLst>
          </p:cNvPr>
          <p:cNvSpPr txBox="1">
            <a:spLocks noGrp="1"/>
          </p:cNvSpPr>
          <p:nvPr>
            <p:ph type="title"/>
          </p:nvPr>
        </p:nvSpPr>
        <p:spPr>
          <a:xfrm>
            <a:off x="202550" y="6390"/>
            <a:ext cx="8520600" cy="400580"/>
          </a:xfrm>
          <a:prstGeom prst="rect">
            <a:avLst/>
          </a:prstGeom>
          <a:noFill/>
          <a:ln>
            <a:noFill/>
          </a:ln>
        </p:spPr>
        <p:txBody>
          <a:bodyPr spcFirstLastPara="1" wrap="square" lIns="91425" tIns="91425" rIns="91425" bIns="91425" anchor="t" anchorCtr="0">
            <a:noAutofit/>
          </a:bodyPr>
          <a:lstStyle/>
          <a:p>
            <a:pPr lvl="0"/>
            <a:r>
              <a:rPr lang="en-US" dirty="0">
                <a:solidFill>
                  <a:srgbClr val="1974D2"/>
                </a:solidFill>
              </a:rPr>
              <a:t>Solution Approach - Deep Learning Classification</a:t>
            </a:r>
            <a:endParaRPr dirty="0">
              <a:solidFill>
                <a:srgbClr val="1974D2"/>
              </a:solidFill>
            </a:endParaRPr>
          </a:p>
        </p:txBody>
      </p:sp>
      <p:sp>
        <p:nvSpPr>
          <p:cNvPr id="4" name="TextBox 3">
            <a:extLst>
              <a:ext uri="{FF2B5EF4-FFF2-40B4-BE49-F238E27FC236}">
                <a16:creationId xmlns:a16="http://schemas.microsoft.com/office/drawing/2014/main" id="{E144931D-ACE7-A0E0-056B-EC2F2DCE72F2}"/>
              </a:ext>
            </a:extLst>
          </p:cNvPr>
          <p:cNvSpPr txBox="1"/>
          <p:nvPr/>
        </p:nvSpPr>
        <p:spPr>
          <a:xfrm>
            <a:off x="128282" y="601980"/>
            <a:ext cx="8887436" cy="2908489"/>
          </a:xfrm>
          <a:prstGeom prst="rect">
            <a:avLst/>
          </a:prstGeom>
          <a:noFill/>
        </p:spPr>
        <p:txBody>
          <a:bodyPr wrap="square" rtlCol="0">
            <a:spAutoFit/>
          </a:bodyPr>
          <a:lstStyle/>
          <a:p>
            <a:endParaRPr lang="en-US" sz="800" dirty="0">
              <a:latin typeface="Nunito" pitchFamily="2" charset="0"/>
            </a:endParaRPr>
          </a:p>
          <a:p>
            <a:pPr marL="171450" indent="-171450">
              <a:buFont typeface="Wingdings" panose="05000000000000000000" pitchFamily="2" charset="2"/>
              <a:buChar char="§"/>
            </a:pPr>
            <a:r>
              <a:rPr lang="en-US" sz="900" b="1" dirty="0">
                <a:latin typeface="Nunito" pitchFamily="2" charset="0"/>
              </a:rPr>
              <a:t>Use of the Adam Optimizer</a:t>
            </a:r>
            <a:r>
              <a:rPr lang="en-US" sz="900" dirty="0">
                <a:latin typeface="Nunito" pitchFamily="2" charset="0"/>
              </a:rPr>
              <a:t>: </a:t>
            </a:r>
          </a:p>
          <a:p>
            <a:r>
              <a:rPr lang="en-US" sz="900" dirty="0">
                <a:latin typeface="Nunito" pitchFamily="2" charset="0"/>
              </a:rPr>
              <a:t>	We will rebuild the existing models, replacing the current optimizer with the Adam Optimizer to evaluate and quantify any resulting performance  	improvements.</a:t>
            </a:r>
          </a:p>
          <a:p>
            <a:pPr marL="171450" indent="-171450">
              <a:buFont typeface="Wingdings" panose="05000000000000000000" pitchFamily="2" charset="2"/>
              <a:buChar char="§"/>
            </a:pPr>
            <a:r>
              <a:rPr lang="en-US" sz="900" b="1" dirty="0">
                <a:latin typeface="Nunito" pitchFamily="2" charset="0"/>
              </a:rPr>
              <a:t>Increase the Number of Neurons</a:t>
            </a:r>
            <a:r>
              <a:rPr lang="en-US" sz="900" dirty="0">
                <a:latin typeface="Nunito" pitchFamily="2" charset="0"/>
              </a:rPr>
              <a:t>: </a:t>
            </a:r>
          </a:p>
          <a:p>
            <a:r>
              <a:rPr lang="en-US" sz="900" dirty="0">
                <a:latin typeface="Nunito" pitchFamily="2" charset="0"/>
              </a:rPr>
              <a:t>	We will select the currently best-performing model and rebuild a new iteration using the same parameters, but increasing the number of neurons in 	each layer to explore improved feature learning capacity.</a:t>
            </a:r>
          </a:p>
          <a:p>
            <a:endParaRPr lang="en-US" sz="900" dirty="0">
              <a:latin typeface="Nunito" pitchFamily="2" charset="0"/>
            </a:endParaRPr>
          </a:p>
          <a:p>
            <a:r>
              <a:rPr lang="en-US" sz="1100" b="1" dirty="0">
                <a:latin typeface="Nunito" pitchFamily="2" charset="0"/>
              </a:rPr>
              <a:t>Model Selection Criteria </a:t>
            </a:r>
          </a:p>
          <a:p>
            <a:r>
              <a:rPr lang="en-US" sz="800" dirty="0"/>
              <a:t>Select the best model based on the highest </a:t>
            </a:r>
            <a:r>
              <a:rPr lang="en-US" sz="800" b="1" dirty="0"/>
              <a:t>Validation Set Recall</a:t>
            </a:r>
            <a:r>
              <a:rPr lang="en-US" sz="800" dirty="0"/>
              <a:t>, while ensuring a stable </a:t>
            </a:r>
            <a:r>
              <a:rPr lang="en-US" sz="800" b="1" dirty="0"/>
              <a:t>F1 Score</a:t>
            </a:r>
            <a:r>
              <a:rPr lang="en-US" sz="800" dirty="0"/>
              <a:t> and minimal degradation (overfitting) compared to the </a:t>
            </a:r>
            <a:r>
              <a:rPr lang="en-US" sz="800" b="1" dirty="0"/>
              <a:t>Training Set</a:t>
            </a:r>
            <a:r>
              <a:rPr lang="en-US" sz="800" dirty="0"/>
              <a:t>.</a:t>
            </a:r>
          </a:p>
          <a:p>
            <a:r>
              <a:rPr lang="en-US" sz="800" dirty="0"/>
              <a:t>Step by Step Model Evaluation</a:t>
            </a:r>
          </a:p>
          <a:p>
            <a:pPr marL="171450" lvl="1" indent="-171450">
              <a:buFont typeface="Arial" panose="020B0604020202020204" pitchFamily="34" charset="0"/>
              <a:buChar char="•"/>
            </a:pPr>
            <a:r>
              <a:rPr lang="en-US" sz="800" dirty="0"/>
              <a:t>Comparison of Training and Validations primary metric Recall and check highest  Recall and minimum recall gap and identified top 4 Model </a:t>
            </a:r>
          </a:p>
          <a:p>
            <a:pPr marL="171450" lvl="1" indent="-171450">
              <a:buFont typeface="Arial" panose="020B0604020202020204" pitchFamily="34" charset="0"/>
              <a:buChar char="•"/>
            </a:pPr>
            <a:r>
              <a:rPr lang="en-US" sz="800" dirty="0"/>
              <a:t>Verify Top precision for stability </a:t>
            </a:r>
          </a:p>
          <a:p>
            <a:pPr marL="171450" lvl="1" indent="-171450">
              <a:buFont typeface="Arial" panose="020B0604020202020204" pitchFamily="34" charset="0"/>
              <a:buChar char="•"/>
            </a:pPr>
            <a:r>
              <a:rPr lang="en-US" sz="800" dirty="0"/>
              <a:t>Verify F1 Score as balance check and identify highest score </a:t>
            </a:r>
          </a:p>
          <a:p>
            <a:pPr marL="171450" lvl="1" indent="-171450">
              <a:buFont typeface="Arial" panose="020B0604020202020204" pitchFamily="34" charset="0"/>
              <a:buChar char="•"/>
            </a:pPr>
            <a:r>
              <a:rPr lang="en-US" sz="800" dirty="0"/>
              <a:t>Based on above identify the final model </a:t>
            </a:r>
          </a:p>
          <a:p>
            <a:endParaRPr lang="en-US" sz="800" dirty="0"/>
          </a:p>
          <a:p>
            <a:endParaRPr lang="en-US" sz="800" dirty="0">
              <a:latin typeface="Nunito" pitchFamily="2" charset="0"/>
            </a:endParaRPr>
          </a:p>
          <a:p>
            <a:endParaRPr lang="en-US" sz="800" dirty="0">
              <a:latin typeface="Nunito" pitchFamily="2" charset="0"/>
            </a:endParaRPr>
          </a:p>
          <a:p>
            <a:r>
              <a:rPr lang="en-US" sz="1100" b="1" dirty="0">
                <a:latin typeface="Nunito" pitchFamily="2" charset="0"/>
              </a:rPr>
              <a:t>Final Validation : </a:t>
            </a:r>
          </a:p>
          <a:p>
            <a:pPr marL="171450" indent="-171450">
              <a:buFont typeface="Arial" panose="020B0604020202020204" pitchFamily="34" charset="0"/>
              <a:buChar char="•"/>
            </a:pPr>
            <a:r>
              <a:rPr lang="en-US" sz="900" dirty="0">
                <a:latin typeface="Nunito" pitchFamily="2" charset="0"/>
              </a:rPr>
              <a:t>Test the finalized model  on the entirely unseen Test Set to obtain an unbiased estimate of real-world performance.</a:t>
            </a:r>
          </a:p>
          <a:p>
            <a:pPr marL="171450" indent="-171450">
              <a:buFont typeface="Arial" panose="020B0604020202020204" pitchFamily="34" charset="0"/>
              <a:buChar char="•"/>
            </a:pPr>
            <a:r>
              <a:rPr lang="en-US" sz="900" dirty="0">
                <a:latin typeface="Nunito" pitchFamily="2" charset="0"/>
              </a:rPr>
              <a:t>Observe the test data results </a:t>
            </a:r>
          </a:p>
        </p:txBody>
      </p:sp>
    </p:spTree>
    <p:extLst>
      <p:ext uri="{BB962C8B-B14F-4D97-AF65-F5344CB8AC3E}">
        <p14:creationId xmlns:p14="http://schemas.microsoft.com/office/powerpoint/2010/main" val="804545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CF718D1D-C308-25BB-5B30-0FA8E9587144}"/>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ABF7E491-F20F-888C-63E8-665465FCD996}"/>
              </a:ext>
            </a:extLst>
          </p:cNvPr>
          <p:cNvSpPr txBox="1">
            <a:spLocks noGrp="1"/>
          </p:cNvSpPr>
          <p:nvPr>
            <p:ph type="title"/>
          </p:nvPr>
        </p:nvSpPr>
        <p:spPr>
          <a:xfrm>
            <a:off x="223797" y="100092"/>
            <a:ext cx="5158431"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Selection of Best Primary Metric</a:t>
            </a:r>
            <a:endParaRPr dirty="0">
              <a:solidFill>
                <a:srgbClr val="1974D2"/>
              </a:solidFill>
            </a:endParaRPr>
          </a:p>
        </p:txBody>
      </p:sp>
      <p:sp>
        <p:nvSpPr>
          <p:cNvPr id="125" name="Google Shape;125;g12508d39905_0_1">
            <a:extLst>
              <a:ext uri="{FF2B5EF4-FFF2-40B4-BE49-F238E27FC236}">
                <a16:creationId xmlns:a16="http://schemas.microsoft.com/office/drawing/2014/main" id="{D49C7CB5-23BE-A9D9-5343-8CCAC2CE9D4D}"/>
              </a:ext>
            </a:extLst>
          </p:cNvPr>
          <p:cNvSpPr txBox="1">
            <a:spLocks noGrp="1"/>
          </p:cNvSpPr>
          <p:nvPr>
            <p:ph type="body" idx="1"/>
          </p:nvPr>
        </p:nvSpPr>
        <p:spPr>
          <a:xfrm>
            <a:off x="223797" y="515727"/>
            <a:ext cx="8629800" cy="4450411"/>
          </a:xfrm>
          <a:prstGeom prst="rect">
            <a:avLst/>
          </a:prstGeom>
          <a:noFill/>
          <a:ln>
            <a:noFill/>
          </a:ln>
        </p:spPr>
        <p:txBody>
          <a:bodyPr spcFirstLastPara="1" wrap="square" lIns="91425" tIns="91425" rIns="91425" bIns="91425" anchor="t" anchorCtr="0">
            <a:noAutofit/>
          </a:bodyPr>
          <a:lstStyle/>
          <a:p>
            <a:pPr marL="139700" lvl="0" indent="0">
              <a:spcBef>
                <a:spcPts val="1000"/>
              </a:spcBef>
              <a:buClr>
                <a:srgbClr val="000000"/>
              </a:buClr>
              <a:buSzPts val="1400"/>
              <a:buNone/>
            </a:pPr>
            <a:r>
              <a:rPr lang="en-US" sz="1200" b="1" dirty="0"/>
              <a:t>The best primary metric to optimize the machine learning model, based on the cost structure and objective, is </a:t>
            </a:r>
            <a:r>
              <a:rPr lang="en-US" sz="1400" b="1" u="sng" dirty="0"/>
              <a:t>Recall</a:t>
            </a:r>
            <a:r>
              <a:rPr lang="en-US" sz="1200" dirty="0"/>
              <a:t>.</a:t>
            </a:r>
          </a:p>
          <a:p>
            <a:pPr marL="139700" lvl="0" indent="0">
              <a:spcBef>
                <a:spcPts val="1000"/>
              </a:spcBef>
              <a:buClr>
                <a:srgbClr val="000000"/>
              </a:buClr>
              <a:buSzPts val="1400"/>
              <a:buNone/>
            </a:pPr>
            <a:r>
              <a:rPr lang="en-US" sz="1200" b="1" dirty="0">
                <a:solidFill>
                  <a:srgbClr val="000000"/>
                </a:solidFill>
              </a:rPr>
              <a:t>Rationale for Choosing Recall: </a:t>
            </a:r>
            <a:r>
              <a:rPr lang="en-US" sz="1200" dirty="0">
                <a:solidFill>
                  <a:srgbClr val="000000"/>
                </a:solidFill>
              </a:rPr>
              <a:t>The Objective is to </a:t>
            </a:r>
            <a:r>
              <a:rPr lang="en-US" sz="1200" dirty="0"/>
              <a:t> </a:t>
            </a:r>
            <a:r>
              <a:rPr lang="en-US" sz="1200" b="1" dirty="0"/>
              <a:t>identify failures</a:t>
            </a:r>
            <a:r>
              <a:rPr lang="en-US" sz="1200" dirty="0"/>
              <a:t> before they happen to </a:t>
            </a:r>
            <a:r>
              <a:rPr lang="en-US" sz="1200" b="1" dirty="0"/>
              <a:t>reduce the overall maintenance cost</a:t>
            </a:r>
            <a:r>
              <a:rPr lang="en-US" sz="1200" dirty="0"/>
              <a:t>. The key to this is understanding the costs associated with the different types of prediction errors:</a:t>
            </a:r>
          </a:p>
          <a:p>
            <a:pPr marL="368300" lvl="0" indent="-228600">
              <a:spcBef>
                <a:spcPts val="1000"/>
              </a:spcBef>
              <a:buClr>
                <a:srgbClr val="000000"/>
              </a:buClr>
              <a:buSzPts val="1400"/>
              <a:buAutoNum type="arabicPeriod"/>
            </a:pPr>
            <a:r>
              <a:rPr lang="en-US" sz="1200" b="1" dirty="0">
                <a:solidFill>
                  <a:srgbClr val="000000"/>
                </a:solidFill>
              </a:rPr>
              <a:t>False Negatives : </a:t>
            </a:r>
            <a:r>
              <a:rPr lang="en-US" sz="1200" dirty="0">
                <a:solidFill>
                  <a:srgbClr val="000000"/>
                </a:solidFill>
              </a:rPr>
              <a:t>Real failure missed by the model </a:t>
            </a:r>
          </a:p>
          <a:p>
            <a:pPr marL="825500" lvl="1" indent="-228600">
              <a:spcBef>
                <a:spcPts val="1000"/>
              </a:spcBef>
              <a:buClr>
                <a:srgbClr val="000000"/>
              </a:buClr>
              <a:buSzPts val="1400"/>
              <a:buFont typeface="Wingdings" panose="05000000000000000000" pitchFamily="2" charset="2"/>
              <a:buChar char="§"/>
            </a:pPr>
            <a:r>
              <a:rPr lang="en-US" sz="1000" b="1" dirty="0">
                <a:solidFill>
                  <a:srgbClr val="000000"/>
                </a:solidFill>
              </a:rPr>
              <a:t>Result : Replacement cost</a:t>
            </a:r>
          </a:p>
          <a:p>
            <a:pPr marL="368300" indent="-228600">
              <a:spcBef>
                <a:spcPts val="1000"/>
              </a:spcBef>
              <a:buClr>
                <a:srgbClr val="000000"/>
              </a:buClr>
              <a:buSzPts val="1400"/>
              <a:buFont typeface="+mj-lt"/>
              <a:buAutoNum type="arabicPeriod"/>
            </a:pPr>
            <a:r>
              <a:rPr lang="en-US" sz="1200" b="1" dirty="0">
                <a:solidFill>
                  <a:srgbClr val="000000"/>
                </a:solidFill>
              </a:rPr>
              <a:t>False Positive </a:t>
            </a:r>
          </a:p>
          <a:p>
            <a:pPr marL="825500" lvl="1" indent="-228600">
              <a:spcBef>
                <a:spcPts val="1000"/>
              </a:spcBef>
              <a:buClr>
                <a:srgbClr val="000000"/>
              </a:buClr>
              <a:buSzPts val="1400"/>
              <a:buFont typeface="Wingdings" panose="05000000000000000000" pitchFamily="2" charset="2"/>
              <a:buChar char="§"/>
            </a:pPr>
            <a:r>
              <a:rPr lang="en-US" sz="1000" b="1" dirty="0">
                <a:solidFill>
                  <a:srgbClr val="000000"/>
                </a:solidFill>
              </a:rPr>
              <a:t>Result : Inspection Cost </a:t>
            </a:r>
          </a:p>
          <a:p>
            <a:pPr marL="368300" indent="-228600">
              <a:spcBef>
                <a:spcPts val="1000"/>
              </a:spcBef>
              <a:buClr>
                <a:srgbClr val="000000"/>
              </a:buClr>
              <a:buSzPts val="1400"/>
              <a:buFont typeface="+mj-lt"/>
              <a:buAutoNum type="arabicPeriod"/>
            </a:pPr>
            <a:r>
              <a:rPr lang="en-US" sz="1200" b="1" dirty="0">
                <a:solidFill>
                  <a:srgbClr val="000000"/>
                </a:solidFill>
              </a:rPr>
              <a:t>True Positive : </a:t>
            </a:r>
            <a:r>
              <a:rPr lang="en-US" sz="1200" dirty="0">
                <a:solidFill>
                  <a:srgbClr val="000000"/>
                </a:solidFill>
              </a:rPr>
              <a:t>Correctly predicted failure </a:t>
            </a:r>
          </a:p>
          <a:p>
            <a:pPr marL="825500" lvl="1" indent="-228600">
              <a:spcBef>
                <a:spcPts val="1000"/>
              </a:spcBef>
              <a:buClr>
                <a:srgbClr val="000000"/>
              </a:buClr>
              <a:buSzPts val="1400"/>
              <a:buFont typeface="Wingdings" panose="05000000000000000000" pitchFamily="2" charset="2"/>
              <a:buChar char="§"/>
            </a:pPr>
            <a:r>
              <a:rPr lang="en-US" sz="1000" dirty="0">
                <a:solidFill>
                  <a:srgbClr val="000000"/>
                </a:solidFill>
              </a:rPr>
              <a:t>Result : Repairing Cost </a:t>
            </a:r>
          </a:p>
          <a:p>
            <a:pPr marL="139700" indent="0">
              <a:spcBef>
                <a:spcPts val="1000"/>
              </a:spcBef>
              <a:buClr>
                <a:srgbClr val="000000"/>
              </a:buClr>
              <a:buSzPts val="1400"/>
              <a:buNone/>
            </a:pPr>
            <a:r>
              <a:rPr lang="en-US" sz="1200" b="1" dirty="0">
                <a:solidFill>
                  <a:srgbClr val="000000"/>
                </a:solidFill>
              </a:rPr>
              <a:t>Cost Analysis </a:t>
            </a:r>
            <a:r>
              <a:rPr lang="en-US" sz="1200" dirty="0">
                <a:solidFill>
                  <a:srgbClr val="000000"/>
                </a:solidFill>
              </a:rPr>
              <a:t> </a:t>
            </a:r>
            <a:r>
              <a:rPr lang="en-US" sz="1050" b="1" dirty="0">
                <a:solidFill>
                  <a:srgbClr val="000000"/>
                </a:solidFill>
              </a:rPr>
              <a:t>: Replacement cost&gt;&gt; Repairing Cost &gt;&gt;Inspection Cost </a:t>
            </a:r>
          </a:p>
          <a:p>
            <a:pPr marL="311150" indent="-171450">
              <a:spcBef>
                <a:spcPts val="1000"/>
              </a:spcBef>
              <a:buClr>
                <a:srgbClr val="000000"/>
              </a:buClr>
              <a:buSzPts val="1400"/>
              <a:buFont typeface="Wingdings" panose="05000000000000000000" pitchFamily="2" charset="2"/>
              <a:buChar char="v"/>
            </a:pPr>
            <a:r>
              <a:rPr lang="en-US" sz="1050" dirty="0">
                <a:solidFill>
                  <a:srgbClr val="000000"/>
                </a:solidFill>
              </a:rPr>
              <a:t>The most expensive error by far is </a:t>
            </a:r>
            <a:r>
              <a:rPr lang="en-US" sz="1050" b="1" dirty="0">
                <a:solidFill>
                  <a:srgbClr val="000000"/>
                </a:solidFill>
              </a:rPr>
              <a:t>a False Negative (FN), </a:t>
            </a:r>
            <a:r>
              <a:rPr lang="en-US" sz="1050" dirty="0">
                <a:solidFill>
                  <a:srgbClr val="000000"/>
                </a:solidFill>
              </a:rPr>
              <a:t>which leads to a replacement cost. The goal is to minimize the number of missed failures (FNs), as they have the highest financial impact and this justifies the </a:t>
            </a:r>
            <a:r>
              <a:rPr lang="en-US" sz="1050" b="1" dirty="0">
                <a:solidFill>
                  <a:srgbClr val="000000"/>
                </a:solidFill>
              </a:rPr>
              <a:t>Recall is the best primary metric </a:t>
            </a:r>
            <a:r>
              <a:rPr lang="en-US" sz="1050" dirty="0">
                <a:solidFill>
                  <a:srgbClr val="000000"/>
                </a:solidFill>
              </a:rPr>
              <a:t>for the selection of the best model and </a:t>
            </a:r>
            <a:r>
              <a:rPr lang="en-US" sz="1050" b="1" dirty="0"/>
              <a:t>Precision</a:t>
            </a:r>
            <a:r>
              <a:rPr lang="en-US" sz="1050" dirty="0"/>
              <a:t> should be used as a </a:t>
            </a:r>
            <a:r>
              <a:rPr lang="en-US" sz="1050" b="1" dirty="0"/>
              <a:t>secondary metric</a:t>
            </a:r>
            <a:r>
              <a:rPr lang="en-US" sz="1050" dirty="0"/>
              <a:t>. The goal should be to achieve the highest possible </a:t>
            </a:r>
            <a:r>
              <a:rPr lang="en-US" sz="1050" b="1" dirty="0"/>
              <a:t>Recall</a:t>
            </a:r>
            <a:r>
              <a:rPr lang="en-US" sz="1050" dirty="0"/>
              <a:t> while keeping </a:t>
            </a:r>
            <a:r>
              <a:rPr lang="en-US" sz="1050" b="1" dirty="0"/>
              <a:t>Precision</a:t>
            </a:r>
            <a:r>
              <a:rPr lang="en-US" sz="1050" dirty="0"/>
              <a:t> at an acceptable level to avoid excessive inspection costs from </a:t>
            </a:r>
            <a:r>
              <a:rPr lang="en-US" sz="1050" b="1" dirty="0"/>
              <a:t>False Positives</a:t>
            </a:r>
            <a:r>
              <a:rPr lang="en-US" sz="1050" dirty="0"/>
              <a:t>. </a:t>
            </a:r>
            <a:endParaRPr lang="en-US" sz="1050" dirty="0">
              <a:solidFill>
                <a:srgbClr val="000000"/>
              </a:solidFill>
            </a:endParaRPr>
          </a:p>
          <a:p>
            <a:pPr marL="139700" indent="0">
              <a:spcBef>
                <a:spcPts val="1000"/>
              </a:spcBef>
              <a:buClr>
                <a:srgbClr val="000000"/>
              </a:buClr>
              <a:buSzPts val="1400"/>
              <a:buNone/>
            </a:pPr>
            <a:endParaRPr lang="en-US" sz="1050" b="1" dirty="0">
              <a:solidFill>
                <a:srgbClr val="000000"/>
              </a:solidFill>
            </a:endParaRPr>
          </a:p>
          <a:p>
            <a:pPr marL="139700" indent="0">
              <a:spcBef>
                <a:spcPts val="1000"/>
              </a:spcBef>
              <a:buClr>
                <a:srgbClr val="000000"/>
              </a:buClr>
              <a:buSzPts val="1400"/>
              <a:buNone/>
            </a:pPr>
            <a:endParaRPr lang="en-US" sz="1200" dirty="0">
              <a:solidFill>
                <a:srgbClr val="000000"/>
              </a:solidFill>
            </a:endParaRPr>
          </a:p>
        </p:txBody>
      </p:sp>
    </p:spTree>
    <p:extLst>
      <p:ext uri="{BB962C8B-B14F-4D97-AF65-F5344CB8AC3E}">
        <p14:creationId xmlns:p14="http://schemas.microsoft.com/office/powerpoint/2010/main" val="3100501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7567157-9C35-D276-2966-AB1ADB1FD71D}"/>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F3712D03-C297-EB76-83D3-8907AE53649A}"/>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4456043E-44EF-E20C-C9D8-7EEF38A47ADC}"/>
              </a:ext>
            </a:extLst>
          </p:cNvPr>
          <p:cNvSpPr txBox="1"/>
          <p:nvPr/>
        </p:nvSpPr>
        <p:spPr>
          <a:xfrm>
            <a:off x="3560487" y="715149"/>
            <a:ext cx="5386113" cy="1885131"/>
          </a:xfrm>
          <a:prstGeom prst="rect">
            <a:avLst/>
          </a:prstGeom>
          <a:noFill/>
        </p:spPr>
        <p:txBody>
          <a:bodyPr wrap="square" rtlCol="0">
            <a:spAutoFit/>
          </a:bodyPr>
          <a:lstStyle/>
          <a:p>
            <a:r>
              <a:rPr lang="en-US" sz="1100" b="1" dirty="0"/>
              <a:t>Key Observations –V1</a:t>
            </a:r>
            <a:endParaRPr lang="en-US" sz="1100" dirty="0"/>
          </a:p>
          <a:p>
            <a:endParaRPr lang="en-US" sz="1100" dirty="0">
              <a:latin typeface="Nunito" pitchFamily="2" charset="0"/>
            </a:endParaRPr>
          </a:p>
          <a:p>
            <a:pPr marL="228600" indent="-228600">
              <a:buFont typeface="+mj-lt"/>
              <a:buAutoNum type="arabicPeriod"/>
            </a:pPr>
            <a:r>
              <a:rPr lang="en-US" sz="1050" b="1" dirty="0">
                <a:latin typeface="Nunito" pitchFamily="2" charset="0"/>
              </a:rPr>
              <a:t>Near-normal distribution: </a:t>
            </a:r>
            <a:r>
              <a:rPr lang="en-US" sz="1050" dirty="0">
                <a:latin typeface="Nunito" pitchFamily="2" charset="0"/>
              </a:rPr>
              <a:t>The feature follows a </a:t>
            </a:r>
            <a:r>
              <a:rPr lang="en-US" sz="1050" b="1" dirty="0">
                <a:latin typeface="Nunito" pitchFamily="2" charset="0"/>
              </a:rPr>
              <a:t>bell-shaped </a:t>
            </a:r>
            <a:r>
              <a:rPr lang="en-US" sz="1050" dirty="0">
                <a:latin typeface="Nunito" pitchFamily="2" charset="0"/>
              </a:rPr>
              <a:t>pattern, indicating it is likely normalized or standardized, making it suitable for neural network training.</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Slight negative skew: </a:t>
            </a:r>
            <a:r>
              <a:rPr lang="en-US" sz="1050" dirty="0">
                <a:latin typeface="Nunito" pitchFamily="2" charset="0"/>
              </a:rPr>
              <a:t>The mean is slightly to the right of the median, and the left tail is marginally longer, suggesting a minor negative skew.</a:t>
            </a:r>
          </a:p>
          <a:p>
            <a:pPr marL="228600" indent="-228600">
              <a:buFont typeface="+mj-lt"/>
              <a:buAutoNum type="arabicPeriod"/>
            </a:pPr>
            <a:endParaRPr lang="en-US" sz="1050" b="1" dirty="0">
              <a:latin typeface="Nunito" pitchFamily="2" charset="0"/>
            </a:endParaRPr>
          </a:p>
          <a:p>
            <a:pPr marL="228600" indent="-228600">
              <a:buFont typeface="+mj-lt"/>
              <a:buAutoNum type="arabicPeriod"/>
            </a:pPr>
            <a:r>
              <a:rPr lang="en-US" sz="1050" b="1" dirty="0">
                <a:latin typeface="Nunito" pitchFamily="2" charset="0"/>
              </a:rPr>
              <a:t>Presence of outliers: </a:t>
            </a:r>
            <a:r>
              <a:rPr lang="en-US" sz="1050" dirty="0">
                <a:latin typeface="Nunito" pitchFamily="2" charset="0"/>
              </a:rPr>
              <a:t>The box plot shows multiple points extending beyond the whiskers on both positive and negative ends, indicating the </a:t>
            </a:r>
            <a:r>
              <a:rPr lang="en-US" sz="1050" b="1" dirty="0">
                <a:latin typeface="Nunito" pitchFamily="2" charset="0"/>
              </a:rPr>
              <a:t>presence of mild and extreme outliers.</a:t>
            </a:r>
          </a:p>
        </p:txBody>
      </p:sp>
      <p:sp>
        <p:nvSpPr>
          <p:cNvPr id="8" name="TextBox 7">
            <a:extLst>
              <a:ext uri="{FF2B5EF4-FFF2-40B4-BE49-F238E27FC236}">
                <a16:creationId xmlns:a16="http://schemas.microsoft.com/office/drawing/2014/main" id="{6AE1BAC0-2470-DE6C-602E-243639E9D082}"/>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 and V2</a:t>
            </a:r>
            <a:r>
              <a:rPr lang="en-US" sz="1200" dirty="0"/>
              <a:t>.</a:t>
            </a:r>
            <a:endParaRPr lang="en-US" sz="1200" b="1" dirty="0">
              <a:latin typeface="Nunito" pitchFamily="2" charset="0"/>
            </a:endParaRPr>
          </a:p>
        </p:txBody>
      </p:sp>
      <p:pic>
        <p:nvPicPr>
          <p:cNvPr id="5126" name="Picture 6">
            <a:extLst>
              <a:ext uri="{FF2B5EF4-FFF2-40B4-BE49-F238E27FC236}">
                <a16:creationId xmlns:a16="http://schemas.microsoft.com/office/drawing/2014/main" id="{F1ADC707-54F5-6694-56F3-048A9A6C6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63" y="784020"/>
            <a:ext cx="3287437" cy="1969180"/>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33BD7E3C-4026-8A82-34EF-4FA4494C0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940051"/>
            <a:ext cx="3395387" cy="203384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1B6B4C1-F20E-C2B1-F2E0-352E61EEE08A}"/>
              </a:ext>
            </a:extLst>
          </p:cNvPr>
          <p:cNvSpPr txBox="1"/>
          <p:nvPr/>
        </p:nvSpPr>
        <p:spPr>
          <a:xfrm>
            <a:off x="3616324" y="2889252"/>
            <a:ext cx="5386113" cy="2046714"/>
          </a:xfrm>
          <a:prstGeom prst="rect">
            <a:avLst/>
          </a:prstGeom>
          <a:noFill/>
        </p:spPr>
        <p:txBody>
          <a:bodyPr wrap="square" rtlCol="0">
            <a:spAutoFit/>
          </a:bodyPr>
          <a:lstStyle/>
          <a:p>
            <a:r>
              <a:rPr lang="en-US" sz="1100" b="1" dirty="0"/>
              <a:t>Key Observations –V2</a:t>
            </a:r>
            <a:endParaRPr lang="en-US" sz="1100" dirty="0"/>
          </a:p>
          <a:p>
            <a:endParaRPr lang="en-US" sz="1100" dirty="0">
              <a:latin typeface="Nunito" pitchFamily="2" charset="0"/>
            </a:endParaRPr>
          </a:p>
          <a:p>
            <a:pPr marL="228600" indent="-228600">
              <a:buFont typeface="+mj-lt"/>
              <a:buAutoNum type="arabicPeriod"/>
            </a:pPr>
            <a:r>
              <a:rPr lang="en-US" sz="1050" b="1" dirty="0">
                <a:latin typeface="Nunito" pitchFamily="2" charset="0"/>
              </a:rPr>
              <a:t>Ideal standardization or normalization: </a:t>
            </a:r>
            <a:r>
              <a:rPr lang="en-US" sz="1050" dirty="0">
                <a:latin typeface="Nunito" pitchFamily="2" charset="0"/>
              </a:rPr>
              <a:t>The feature is centered close to zero with mean approximately equal to </a:t>
            </a:r>
            <a:r>
              <a:rPr lang="en-US" sz="1050" b="1" dirty="0">
                <a:latin typeface="Nunito" pitchFamily="2" charset="0"/>
              </a:rPr>
              <a:t>median and shows a symmetrical bell-shaped </a:t>
            </a:r>
            <a:r>
              <a:rPr lang="en-US" sz="1050" dirty="0">
                <a:latin typeface="Nunito" pitchFamily="2" charset="0"/>
              </a:rPr>
              <a:t>distribution, indicating good standardization for neural network input.</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Minimal skewness:</a:t>
            </a:r>
            <a:r>
              <a:rPr lang="en-US" sz="1050" dirty="0">
                <a:latin typeface="Nunito" pitchFamily="2" charset="0"/>
              </a:rPr>
              <a:t> The </a:t>
            </a:r>
            <a:r>
              <a:rPr lang="en-US" sz="1050" b="1" dirty="0">
                <a:latin typeface="Nunito" pitchFamily="2" charset="0"/>
              </a:rPr>
              <a:t>mean and median are nearly aligned, </a:t>
            </a:r>
            <a:r>
              <a:rPr lang="en-US" sz="1050" dirty="0">
                <a:latin typeface="Nunito" pitchFamily="2" charset="0"/>
              </a:rPr>
              <a:t>confirming that the distribution has negligible skewness.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Well-tamed outliers</a:t>
            </a:r>
            <a:r>
              <a:rPr lang="en-US" sz="1050" dirty="0">
                <a:latin typeface="Nunito" pitchFamily="2" charset="0"/>
              </a:rPr>
              <a:t>: Although outliers are present, they are symmetrically distributed on both sides, suggesting they were properly handled during preprocessing or can be effectively managed by the model.</a:t>
            </a:r>
          </a:p>
        </p:txBody>
      </p:sp>
    </p:spTree>
    <p:extLst>
      <p:ext uri="{BB962C8B-B14F-4D97-AF65-F5344CB8AC3E}">
        <p14:creationId xmlns:p14="http://schemas.microsoft.com/office/powerpoint/2010/main" val="1079873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BCD5E80-30A7-555F-BC01-0036F085F1D3}"/>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8F59F88B-69AD-7C61-D59D-0BE798E8DD2F}"/>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8D84F0BE-AB96-C626-4D7D-31B58CDF2E17}"/>
              </a:ext>
            </a:extLst>
          </p:cNvPr>
          <p:cNvSpPr txBox="1"/>
          <p:nvPr/>
        </p:nvSpPr>
        <p:spPr>
          <a:xfrm>
            <a:off x="3560487" y="715149"/>
            <a:ext cx="5386113" cy="1954381"/>
          </a:xfrm>
          <a:prstGeom prst="rect">
            <a:avLst/>
          </a:prstGeom>
          <a:noFill/>
        </p:spPr>
        <p:txBody>
          <a:bodyPr wrap="square" rtlCol="0">
            <a:spAutoFit/>
          </a:bodyPr>
          <a:lstStyle/>
          <a:p>
            <a:r>
              <a:rPr lang="en-US" sz="1100" b="1" dirty="0"/>
              <a:t>Key Observations –V3</a:t>
            </a:r>
            <a:endParaRPr lang="en-US" sz="1100" dirty="0"/>
          </a:p>
          <a:p>
            <a:endParaRPr lang="en-US" sz="1100" dirty="0">
              <a:latin typeface="Nunito" pitchFamily="2" charset="0"/>
            </a:endParaRPr>
          </a:p>
          <a:p>
            <a:pPr marL="228600" indent="-228600">
              <a:buFont typeface="+mj-lt"/>
              <a:buAutoNum type="arabicPeriod"/>
            </a:pPr>
            <a:r>
              <a:rPr lang="en-US" sz="1050" b="1" dirty="0">
                <a:latin typeface="Nunito" pitchFamily="2" charset="0"/>
              </a:rPr>
              <a:t>Slight positive skew</a:t>
            </a:r>
            <a:r>
              <a:rPr lang="en-US" sz="1050" dirty="0">
                <a:latin typeface="Nunito" pitchFamily="2" charset="0"/>
              </a:rPr>
              <a:t>: The distribution is mostly bell-shaped, but the mean is slightly to the right of the median, indicating a minor positive skew.</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Broad distribution or variance</a:t>
            </a:r>
            <a:r>
              <a:rPr lang="en-US" sz="1050" dirty="0">
                <a:latin typeface="Nunito" pitchFamily="2" charset="0"/>
              </a:rPr>
              <a:t>: The histogram spans a wide range, approximately from -10 to +15, suggesting this feature has higher variance compared to V2 while remaining centered near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Symmetrical outliers</a:t>
            </a:r>
            <a:r>
              <a:rPr lang="en-US" sz="1050" dirty="0">
                <a:latin typeface="Nunito" pitchFamily="2" charset="0"/>
              </a:rPr>
              <a:t>: Outliers are present on both sides of the box plot whiskers but appear symmetrically distributed, which supports model stability.</a:t>
            </a:r>
          </a:p>
        </p:txBody>
      </p:sp>
      <p:sp>
        <p:nvSpPr>
          <p:cNvPr id="8" name="TextBox 7">
            <a:extLst>
              <a:ext uri="{FF2B5EF4-FFF2-40B4-BE49-F238E27FC236}">
                <a16:creationId xmlns:a16="http://schemas.microsoft.com/office/drawing/2014/main" id="{9FE21AE8-6F90-A32E-AB41-247E179A7EAF}"/>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 and V4</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FDCB4067-FD95-B5DD-B241-7AC63B3ECAE3}"/>
              </a:ext>
            </a:extLst>
          </p:cNvPr>
          <p:cNvSpPr txBox="1"/>
          <p:nvPr/>
        </p:nvSpPr>
        <p:spPr>
          <a:xfrm>
            <a:off x="3616324" y="2811979"/>
            <a:ext cx="5386113" cy="2123658"/>
          </a:xfrm>
          <a:prstGeom prst="rect">
            <a:avLst/>
          </a:prstGeom>
          <a:noFill/>
        </p:spPr>
        <p:txBody>
          <a:bodyPr wrap="square" rtlCol="0">
            <a:spAutoFit/>
          </a:bodyPr>
          <a:lstStyle/>
          <a:p>
            <a:r>
              <a:rPr lang="en-US" sz="1100" b="1" dirty="0"/>
              <a:t>Key Observations –V4</a:t>
            </a:r>
          </a:p>
          <a:p>
            <a:endParaRPr lang="en-US" sz="1100" dirty="0"/>
          </a:p>
          <a:p>
            <a:pPr marL="228600" indent="-228600">
              <a:buFont typeface="+mj-lt"/>
              <a:buAutoNum type="arabicPeriod"/>
            </a:pPr>
            <a:r>
              <a:rPr lang="en-US" sz="1050" b="1" dirty="0">
                <a:latin typeface="Nunito" pitchFamily="2" charset="0"/>
              </a:rPr>
              <a:t>High level of standardization</a:t>
            </a:r>
            <a:r>
              <a:rPr lang="en-US" sz="1050" dirty="0">
                <a:latin typeface="Nunito" pitchFamily="2" charset="0"/>
              </a:rPr>
              <a:t>: The distribution is highly symmetrical and centered around zero, with the </a:t>
            </a:r>
            <a:r>
              <a:rPr lang="en-US" sz="1050" b="1" dirty="0">
                <a:latin typeface="Nunito" pitchFamily="2" charset="0"/>
              </a:rPr>
              <a:t>mean approximately equal to the median, indicating optimal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a:t>
            </a:r>
            <a:r>
              <a:rPr lang="en-US" sz="1050" dirty="0">
                <a:latin typeface="Nunito" pitchFamily="2" charset="0"/>
              </a:rPr>
              <a:t>: The histogram shows a clear bell-shaped pattern, confirming that the feature closely follows a standard normal distribution.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Well-defined outliers: </a:t>
            </a:r>
            <a:r>
              <a:rPr lang="en-US" sz="1050" dirty="0">
                <a:latin typeface="Nunito" pitchFamily="2" charset="0"/>
              </a:rPr>
              <a:t>Outliers appear on </a:t>
            </a:r>
            <a:r>
              <a:rPr lang="en-US" sz="1050" b="1" dirty="0">
                <a:latin typeface="Nunito" pitchFamily="2" charset="0"/>
              </a:rPr>
              <a:t>both ends of the box plot but are symmetrically distributed,</a:t>
            </a:r>
            <a:r>
              <a:rPr lang="en-US" sz="1050" dirty="0">
                <a:latin typeface="Nunito" pitchFamily="2" charset="0"/>
              </a:rPr>
              <a:t> suggesting they are natural variations within the data rather than severe anomalies.</a:t>
            </a:r>
          </a:p>
        </p:txBody>
      </p:sp>
      <p:pic>
        <p:nvPicPr>
          <p:cNvPr id="6146" name="Picture 2">
            <a:extLst>
              <a:ext uri="{FF2B5EF4-FFF2-40B4-BE49-F238E27FC236}">
                <a16:creationId xmlns:a16="http://schemas.microsoft.com/office/drawing/2014/main" id="{A9945D30-8ADC-308A-9161-AC90971897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0" y="715149"/>
            <a:ext cx="3563937" cy="2134804"/>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a:extLst>
              <a:ext uri="{FF2B5EF4-FFF2-40B4-BE49-F238E27FC236}">
                <a16:creationId xmlns:a16="http://schemas.microsoft.com/office/drawing/2014/main" id="{1CB0BB17-CEED-485A-750A-71A80801C5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89" y="2992402"/>
            <a:ext cx="3492498" cy="2092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968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86FF1AB-A4F7-12D8-28B7-F6371441D078}"/>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2D98220D-891B-896A-BB45-CC00C4C55A47}"/>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6BA8EFF7-CD28-BFDE-87D8-EBC8A7AA3AC4}"/>
              </a:ext>
            </a:extLst>
          </p:cNvPr>
          <p:cNvSpPr txBox="1"/>
          <p:nvPr/>
        </p:nvSpPr>
        <p:spPr>
          <a:xfrm>
            <a:off x="3560487" y="715149"/>
            <a:ext cx="5461763" cy="2208297"/>
          </a:xfrm>
          <a:prstGeom prst="rect">
            <a:avLst/>
          </a:prstGeom>
          <a:noFill/>
        </p:spPr>
        <p:txBody>
          <a:bodyPr wrap="square" rtlCol="0">
            <a:spAutoFit/>
          </a:bodyPr>
          <a:lstStyle/>
          <a:p>
            <a:r>
              <a:rPr lang="en-US" sz="1100" b="1" dirty="0"/>
              <a:t>Key Observations –V5</a:t>
            </a:r>
            <a:endParaRPr lang="en-US" sz="1100" dirty="0"/>
          </a:p>
          <a:p>
            <a:endParaRPr lang="en-US" sz="1100" dirty="0">
              <a:latin typeface="Nunito" pitchFamily="2" charset="0"/>
            </a:endParaRPr>
          </a:p>
          <a:p>
            <a:pPr marL="228600" indent="-228600">
              <a:buFont typeface="+mj-lt"/>
              <a:buAutoNum type="arabicPeriod"/>
            </a:pPr>
            <a:r>
              <a:rPr lang="en-US" sz="1050" b="1" dirty="0">
                <a:latin typeface="Nunito" pitchFamily="2" charset="0"/>
              </a:rPr>
              <a:t>Centered and symmetrical: </a:t>
            </a:r>
            <a:r>
              <a:rPr lang="en-US" sz="1050" dirty="0">
                <a:latin typeface="Nunito" pitchFamily="2" charset="0"/>
              </a:rPr>
              <a:t>The distribution is highly symmetrical and centered near zero, with the mean and median almost identical, indicating optimal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Lowest outlier presence</a:t>
            </a:r>
            <a:r>
              <a:rPr lang="en-US" sz="1050" dirty="0">
                <a:latin typeface="Nunito" pitchFamily="2" charset="0"/>
              </a:rPr>
              <a:t>: Compared to V1 through V4, the V5 box plot shows fewer extreme outliers on the left side, suggesting a cleaner and more stable data range.</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Ideal input distribution: </a:t>
            </a:r>
            <a:r>
              <a:rPr lang="en-US" sz="1050" dirty="0">
                <a:latin typeface="Nunito" pitchFamily="2" charset="0"/>
              </a:rPr>
              <a:t>The feature closely approximates a standard normal distribution, making it an ideal input for deep learning models with minimal need for additional preprocessing.</a:t>
            </a:r>
          </a:p>
        </p:txBody>
      </p:sp>
      <p:sp>
        <p:nvSpPr>
          <p:cNvPr id="8" name="TextBox 7">
            <a:extLst>
              <a:ext uri="{FF2B5EF4-FFF2-40B4-BE49-F238E27FC236}">
                <a16:creationId xmlns:a16="http://schemas.microsoft.com/office/drawing/2014/main" id="{A1EA4381-1D50-ED40-A28A-F2BA5377FF77}"/>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V5 and V6</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E7C79C13-0A58-46CA-FE01-6197B507E5AB}"/>
              </a:ext>
            </a:extLst>
          </p:cNvPr>
          <p:cNvSpPr txBox="1"/>
          <p:nvPr/>
        </p:nvSpPr>
        <p:spPr>
          <a:xfrm>
            <a:off x="3616324" y="2811979"/>
            <a:ext cx="5386113" cy="2123658"/>
          </a:xfrm>
          <a:prstGeom prst="rect">
            <a:avLst/>
          </a:prstGeom>
          <a:noFill/>
        </p:spPr>
        <p:txBody>
          <a:bodyPr wrap="square" rtlCol="0">
            <a:spAutoFit/>
          </a:bodyPr>
          <a:lstStyle/>
          <a:p>
            <a:r>
              <a:rPr lang="en-US" sz="1100" b="1" dirty="0"/>
              <a:t>Key Observations –V6</a:t>
            </a:r>
          </a:p>
          <a:p>
            <a:endParaRPr lang="en-US" sz="1100" dirty="0"/>
          </a:p>
          <a:p>
            <a:pPr marL="228600" indent="-228600">
              <a:buFont typeface="+mj-lt"/>
              <a:buAutoNum type="arabicPeriod"/>
            </a:pPr>
            <a:r>
              <a:rPr lang="en-US" sz="1050" b="1" dirty="0">
                <a:latin typeface="Nunito" pitchFamily="2" charset="0"/>
              </a:rPr>
              <a:t>High symmetry and centering: </a:t>
            </a:r>
            <a:r>
              <a:rPr lang="en-US" sz="1050" dirty="0">
                <a:latin typeface="Nunito" pitchFamily="2" charset="0"/>
              </a:rPr>
              <a:t>The distribution is </a:t>
            </a:r>
            <a:r>
              <a:rPr lang="en-US" sz="1050" b="1" dirty="0">
                <a:latin typeface="Nunito" pitchFamily="2" charset="0"/>
              </a:rPr>
              <a:t>highly symmetrical and centered near zero,</a:t>
            </a:r>
            <a:r>
              <a:rPr lang="en-US" sz="1050" dirty="0">
                <a:latin typeface="Nunito" pitchFamily="2" charset="0"/>
              </a:rPr>
              <a:t> with the mean approximately equal to the median, indicating excellent feature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shape: </a:t>
            </a:r>
            <a:r>
              <a:rPr lang="en-US" sz="1050" dirty="0">
                <a:latin typeface="Nunito" pitchFamily="2" charset="0"/>
              </a:rPr>
              <a:t>The histogram follows an </a:t>
            </a:r>
            <a:r>
              <a:rPr lang="en-US" sz="1050" b="1" dirty="0">
                <a:latin typeface="Nunito" pitchFamily="2" charset="0"/>
              </a:rPr>
              <a:t>ideal bell curve pattern</a:t>
            </a:r>
            <a:r>
              <a:rPr lang="en-US" sz="1050" dirty="0">
                <a:latin typeface="Nunito" pitchFamily="2" charset="0"/>
              </a:rPr>
              <a:t>, confirming the feature is well-suited for use as input in a neural network.</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Fewest outliers observed: </a:t>
            </a:r>
            <a:r>
              <a:rPr lang="en-US" sz="1050" dirty="0">
                <a:latin typeface="Nunito" pitchFamily="2" charset="0"/>
              </a:rPr>
              <a:t>Compared to features V1 through V5, the V6 box plot shows the </a:t>
            </a:r>
            <a:r>
              <a:rPr lang="en-US" sz="1050" b="1" dirty="0">
                <a:latin typeface="Nunito" pitchFamily="2" charset="0"/>
              </a:rPr>
              <a:t>lowest number of extreme outliers</a:t>
            </a:r>
            <a:r>
              <a:rPr lang="en-US" sz="1050" dirty="0">
                <a:latin typeface="Nunito" pitchFamily="2" charset="0"/>
              </a:rPr>
              <a:t>, indicating a very clean and stable data range.</a:t>
            </a:r>
          </a:p>
        </p:txBody>
      </p:sp>
      <p:pic>
        <p:nvPicPr>
          <p:cNvPr id="7170" name="Picture 2">
            <a:extLst>
              <a:ext uri="{FF2B5EF4-FFF2-40B4-BE49-F238E27FC236}">
                <a16:creationId xmlns:a16="http://schemas.microsoft.com/office/drawing/2014/main" id="{45CDCC4B-6A3E-E0BB-F7FD-738C6183C8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0" y="791348"/>
            <a:ext cx="3262730" cy="1954381"/>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a:extLst>
              <a:ext uri="{FF2B5EF4-FFF2-40B4-BE49-F238E27FC236}">
                <a16:creationId xmlns:a16="http://schemas.microsoft.com/office/drawing/2014/main" id="{2FB1A53B-35AC-047C-1F73-0E29A18510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35" y="2745729"/>
            <a:ext cx="3410295" cy="2189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92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5B18381-C623-E145-DD11-0437226D4EEA}"/>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63818C89-C055-1EA1-988F-D22832DF1AA2}"/>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2F273F73-AFD6-F67C-A217-95580B0174F6}"/>
              </a:ext>
            </a:extLst>
          </p:cNvPr>
          <p:cNvSpPr txBox="1"/>
          <p:nvPr/>
        </p:nvSpPr>
        <p:spPr>
          <a:xfrm>
            <a:off x="3560487" y="715149"/>
            <a:ext cx="5461763" cy="2046714"/>
          </a:xfrm>
          <a:prstGeom prst="rect">
            <a:avLst/>
          </a:prstGeom>
          <a:noFill/>
        </p:spPr>
        <p:txBody>
          <a:bodyPr wrap="square" rtlCol="0">
            <a:spAutoFit/>
          </a:bodyPr>
          <a:lstStyle/>
          <a:p>
            <a:r>
              <a:rPr lang="en-US" sz="1100" b="1" dirty="0"/>
              <a:t>Key Observations –V7</a:t>
            </a:r>
            <a:endParaRPr lang="en-US" sz="1100" dirty="0"/>
          </a:p>
          <a:p>
            <a:endParaRPr lang="en-US" sz="1100" dirty="0">
              <a:latin typeface="Nunito" pitchFamily="2" charset="0"/>
            </a:endParaRPr>
          </a:p>
          <a:p>
            <a:pPr marL="228600" indent="-228600">
              <a:buFont typeface="+mj-lt"/>
              <a:buAutoNum type="arabicPeriod"/>
            </a:pPr>
            <a:r>
              <a:rPr lang="en-US" sz="1050" b="1" dirty="0">
                <a:latin typeface="Nunito" pitchFamily="2" charset="0"/>
              </a:rPr>
              <a:t>High Symmetry</a:t>
            </a:r>
            <a:r>
              <a:rPr lang="en-US" sz="1050" dirty="0">
                <a:latin typeface="Nunito" pitchFamily="2" charset="0"/>
              </a:rPr>
              <a:t>: The histogram is very well-balanced with the mean and median nearly identical and centered slightly below zero, suggesting minimal skewness.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Standardized Distribution</a:t>
            </a:r>
            <a:r>
              <a:rPr lang="en-US" sz="1050" dirty="0">
                <a:latin typeface="Nunito" pitchFamily="2" charset="0"/>
              </a:rPr>
              <a:t>: The bell curve shape confirms that the feature is standardized and distributed closely to the ideal normal distribution for network input.</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Symmetrical Outliers</a:t>
            </a:r>
            <a:r>
              <a:rPr lang="en-US" sz="1050" dirty="0">
                <a:latin typeface="Nunito" pitchFamily="2" charset="0"/>
              </a:rPr>
              <a:t>: The box plot shows outliers are distributed symmetrically on both the positive and negative extremes, indicating a consistent, wide range of data points.</a:t>
            </a:r>
          </a:p>
        </p:txBody>
      </p:sp>
      <p:sp>
        <p:nvSpPr>
          <p:cNvPr id="8" name="TextBox 7">
            <a:extLst>
              <a:ext uri="{FF2B5EF4-FFF2-40B4-BE49-F238E27FC236}">
                <a16:creationId xmlns:a16="http://schemas.microsoft.com/office/drawing/2014/main" id="{7A1DC019-8811-1561-5EFF-77C2191C744A}"/>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V7 and V8</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C0C905E8-AC2C-0DF7-C5B5-80B3CC89C3B6}"/>
              </a:ext>
            </a:extLst>
          </p:cNvPr>
          <p:cNvSpPr txBox="1"/>
          <p:nvPr/>
        </p:nvSpPr>
        <p:spPr>
          <a:xfrm>
            <a:off x="3616324" y="2811979"/>
            <a:ext cx="5386113" cy="2046714"/>
          </a:xfrm>
          <a:prstGeom prst="rect">
            <a:avLst/>
          </a:prstGeom>
          <a:noFill/>
        </p:spPr>
        <p:txBody>
          <a:bodyPr wrap="square" rtlCol="0">
            <a:spAutoFit/>
          </a:bodyPr>
          <a:lstStyle/>
          <a:p>
            <a:r>
              <a:rPr lang="en-US" sz="1100" b="1" dirty="0"/>
              <a:t>Key Observations –V8</a:t>
            </a:r>
          </a:p>
          <a:p>
            <a:endParaRPr lang="en-US" sz="1100" dirty="0"/>
          </a:p>
          <a:p>
            <a:pPr marL="228600" indent="-228600">
              <a:buFont typeface="+mj-lt"/>
              <a:buAutoNum type="arabicPeriod"/>
            </a:pPr>
            <a:r>
              <a:rPr lang="en-US" sz="1050" b="1" dirty="0">
                <a:latin typeface="Nunito" pitchFamily="2" charset="0"/>
              </a:rPr>
              <a:t>High symmetry and centering</a:t>
            </a:r>
            <a:r>
              <a:rPr lang="en-US" sz="1050" dirty="0">
                <a:latin typeface="Nunito" pitchFamily="2" charset="0"/>
              </a:rPr>
              <a:t>: The histogram is highly symmetrical and centered near zero, with the </a:t>
            </a:r>
            <a:r>
              <a:rPr lang="en-US" sz="1050" b="1" dirty="0">
                <a:latin typeface="Nunito" pitchFamily="2" charset="0"/>
              </a:rPr>
              <a:t>mean approximately equal to the median</a:t>
            </a:r>
            <a:r>
              <a:rPr lang="en-US" sz="1050" dirty="0">
                <a:latin typeface="Nunito" pitchFamily="2" charset="0"/>
              </a:rPr>
              <a:t>, indicating the feature is optimally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Ideal normal shape</a:t>
            </a:r>
            <a:r>
              <a:rPr lang="en-US" sz="1050" dirty="0">
                <a:latin typeface="Nunito" pitchFamily="2" charset="0"/>
              </a:rPr>
              <a:t>: The distribution closely follows a classic </a:t>
            </a:r>
            <a:r>
              <a:rPr lang="en-US" sz="1050" b="1" dirty="0">
                <a:latin typeface="Nunito" pitchFamily="2" charset="0"/>
              </a:rPr>
              <a:t>bell curve, </a:t>
            </a:r>
            <a:r>
              <a:rPr lang="en-US" sz="1050" dirty="0">
                <a:latin typeface="Nunito" pitchFamily="2" charset="0"/>
              </a:rPr>
              <a:t>confirming it is well-suited as input for a neural network without the need for further transformation.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Symmetrical and wide outliers</a:t>
            </a:r>
            <a:r>
              <a:rPr lang="en-US" sz="1050" dirty="0">
                <a:latin typeface="Nunito" pitchFamily="2" charset="0"/>
              </a:rPr>
              <a:t>: The box plot displays several outliers extending symmetrically on both sides, covering a </a:t>
            </a:r>
            <a:r>
              <a:rPr lang="en-US" sz="1050" b="1" dirty="0">
                <a:latin typeface="Nunito" pitchFamily="2" charset="0"/>
              </a:rPr>
              <a:t>broad range of approximately -10 to +10.</a:t>
            </a:r>
          </a:p>
        </p:txBody>
      </p:sp>
      <p:pic>
        <p:nvPicPr>
          <p:cNvPr id="8194" name="Picture 2">
            <a:extLst>
              <a:ext uri="{FF2B5EF4-FFF2-40B4-BE49-F238E27FC236}">
                <a16:creationId xmlns:a16="http://schemas.microsoft.com/office/drawing/2014/main" id="{5F6B752C-5197-5141-3BCE-354ED35D1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895" y="845652"/>
            <a:ext cx="3282674" cy="196632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2956DBC9-8DF4-129F-3E14-47611582E0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3034621"/>
            <a:ext cx="3259519" cy="195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4318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27F706BA-9FE5-F4C1-EAC5-99E036A78A44}"/>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49D7029F-9FC0-491C-533D-4EF7BDC1F9DD}"/>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0A055301-D5EA-A715-165F-1B6F3A024131}"/>
              </a:ext>
            </a:extLst>
          </p:cNvPr>
          <p:cNvSpPr txBox="1"/>
          <p:nvPr/>
        </p:nvSpPr>
        <p:spPr>
          <a:xfrm>
            <a:off x="3560487" y="739835"/>
            <a:ext cx="5461763" cy="2039020"/>
          </a:xfrm>
          <a:prstGeom prst="rect">
            <a:avLst/>
          </a:prstGeom>
          <a:noFill/>
        </p:spPr>
        <p:txBody>
          <a:bodyPr wrap="square" rtlCol="0">
            <a:spAutoFit/>
          </a:bodyPr>
          <a:lstStyle/>
          <a:p>
            <a:r>
              <a:rPr lang="en-US" sz="1100" b="1" dirty="0"/>
              <a:t>Key Observations –V9</a:t>
            </a:r>
            <a:endParaRPr lang="en-US" sz="1100" dirty="0"/>
          </a:p>
          <a:p>
            <a:pPr marL="228600" indent="-228600">
              <a:buFont typeface="+mj-lt"/>
              <a:buAutoNum type="arabicPeriod"/>
            </a:pPr>
            <a:r>
              <a:rPr lang="en-US" sz="1050" b="1" dirty="0">
                <a:latin typeface="Nunito" pitchFamily="2" charset="0"/>
              </a:rPr>
              <a:t>Optimal standardization: </a:t>
            </a:r>
            <a:r>
              <a:rPr lang="en-US" sz="1050" dirty="0">
                <a:latin typeface="Nunito" pitchFamily="2" charset="0"/>
              </a:rPr>
              <a:t>The distribution is highly symmetrical and perfectly centered around zero, with the mean approximately equal to the median, indicating the feature is ideally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a:t>
            </a:r>
            <a:r>
              <a:rPr lang="en-US" sz="1050" dirty="0">
                <a:latin typeface="Nunito" pitchFamily="2" charset="0"/>
              </a:rPr>
              <a:t> The histogram closely mirrors a bell curve, confirming that the feature follows a standard normal distribution, making it well-suited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Low outlier impact:</a:t>
            </a:r>
            <a:r>
              <a:rPr lang="en-US" sz="1050" dirty="0">
                <a:latin typeface="Nunito" pitchFamily="2" charset="0"/>
              </a:rPr>
              <a:t> Although outliers are present, they are symmetrically distributed and do not noticeably affect the central tendency, indicating minimal need for explicit outlier treatment.</a:t>
            </a:r>
          </a:p>
        </p:txBody>
      </p:sp>
      <p:sp>
        <p:nvSpPr>
          <p:cNvPr id="8" name="TextBox 7">
            <a:extLst>
              <a:ext uri="{FF2B5EF4-FFF2-40B4-BE49-F238E27FC236}">
                <a16:creationId xmlns:a16="http://schemas.microsoft.com/office/drawing/2014/main" id="{9B9C83CD-14EB-E2AB-E679-B3691A258B4A}"/>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V9 and V10</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E2BF224F-7833-D3A7-0671-62500F333DC0}"/>
              </a:ext>
            </a:extLst>
          </p:cNvPr>
          <p:cNvSpPr txBox="1"/>
          <p:nvPr/>
        </p:nvSpPr>
        <p:spPr>
          <a:xfrm>
            <a:off x="3616324" y="2811979"/>
            <a:ext cx="5386113" cy="2046714"/>
          </a:xfrm>
          <a:prstGeom prst="rect">
            <a:avLst/>
          </a:prstGeom>
          <a:noFill/>
        </p:spPr>
        <p:txBody>
          <a:bodyPr wrap="square" rtlCol="0">
            <a:spAutoFit/>
          </a:bodyPr>
          <a:lstStyle/>
          <a:p>
            <a:r>
              <a:rPr lang="en-US" sz="1100" b="1" dirty="0"/>
              <a:t>Key Observations –V10</a:t>
            </a:r>
          </a:p>
          <a:p>
            <a:endParaRPr lang="en-US" sz="1100" dirty="0"/>
          </a:p>
          <a:p>
            <a:pPr marL="228600" indent="-228600">
              <a:buFont typeface="+mj-lt"/>
              <a:buAutoNum type="arabicPeriod"/>
            </a:pPr>
            <a:r>
              <a:rPr lang="en-US" sz="1050" b="1" dirty="0">
                <a:latin typeface="Nunito" pitchFamily="2" charset="0"/>
              </a:rPr>
              <a:t>High standardization: </a:t>
            </a:r>
            <a:r>
              <a:rPr lang="en-US" sz="1050" dirty="0">
                <a:latin typeface="Nunito" pitchFamily="2" charset="0"/>
              </a:rPr>
              <a:t>The feature is highly symmetrical and centered near zero, with the mean approximately equal to the median, indicating optimal Z-score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Ideal input shape: </a:t>
            </a:r>
            <a:r>
              <a:rPr lang="en-US" sz="1050" dirty="0">
                <a:latin typeface="Nunito" pitchFamily="2" charset="0"/>
              </a:rPr>
              <a:t>The histogram closely follows a classic bell curve, confirming that the feature is normally distributed and well-suited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Symmetrical outliers:</a:t>
            </a:r>
            <a:r>
              <a:rPr lang="en-US" sz="1050" dirty="0">
                <a:latin typeface="Nunito" pitchFamily="2" charset="0"/>
              </a:rPr>
              <a:t> Outliers appear on both sides of the box plot, showing the presence of evenly distributed extreme values that do not distort the central tendency.</a:t>
            </a:r>
          </a:p>
        </p:txBody>
      </p:sp>
      <p:pic>
        <p:nvPicPr>
          <p:cNvPr id="9218" name="Picture 2">
            <a:extLst>
              <a:ext uri="{FF2B5EF4-FFF2-40B4-BE49-F238E27FC236}">
                <a16:creationId xmlns:a16="http://schemas.microsoft.com/office/drawing/2014/main" id="{D8A6BB6C-4AB1-8D50-D2F9-ED57F6142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050" y="934048"/>
            <a:ext cx="3259519" cy="1952458"/>
          </a:xfrm>
          <a:prstGeom prst="rect">
            <a:avLst/>
          </a:prstGeom>
          <a:noFill/>
          <a:extLst>
            <a:ext uri="{909E8E84-426E-40DD-AFC4-6F175D3DCCD1}">
              <a14:hiddenFill xmlns:a14="http://schemas.microsoft.com/office/drawing/2010/main">
                <a:solidFill>
                  <a:srgbClr val="FFFFFF"/>
                </a:solidFill>
              </a14:hiddenFill>
            </a:ext>
          </a:extLst>
        </p:spPr>
      </p:pic>
      <p:pic>
        <p:nvPicPr>
          <p:cNvPr id="9221" name="Picture 5">
            <a:extLst>
              <a:ext uri="{FF2B5EF4-FFF2-40B4-BE49-F238E27FC236}">
                <a16:creationId xmlns:a16="http://schemas.microsoft.com/office/drawing/2014/main" id="{AEC901EE-D414-FBEA-78DC-F34E61CDD5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2945990"/>
            <a:ext cx="3275011" cy="196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69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7E9E426-F88D-D6C9-C864-A5772729AA2E}"/>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0BB41352-A6C3-86CC-2992-42798AD40201}"/>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CBD90D87-A69B-46E3-0AD6-4FE8681CEDA2}"/>
              </a:ext>
            </a:extLst>
          </p:cNvPr>
          <p:cNvSpPr txBox="1"/>
          <p:nvPr/>
        </p:nvSpPr>
        <p:spPr>
          <a:xfrm>
            <a:off x="3560487" y="739835"/>
            <a:ext cx="5461763" cy="2039020"/>
          </a:xfrm>
          <a:prstGeom prst="rect">
            <a:avLst/>
          </a:prstGeom>
          <a:noFill/>
        </p:spPr>
        <p:txBody>
          <a:bodyPr wrap="square" rtlCol="0">
            <a:spAutoFit/>
          </a:bodyPr>
          <a:lstStyle/>
          <a:p>
            <a:r>
              <a:rPr lang="en-US" sz="1100" b="1" dirty="0"/>
              <a:t>Key Observations –V11</a:t>
            </a:r>
            <a:endParaRPr lang="en-US" sz="1100" dirty="0"/>
          </a:p>
          <a:p>
            <a:pPr marL="228600" indent="-228600">
              <a:buFont typeface="+mj-lt"/>
              <a:buAutoNum type="arabicPeriod"/>
            </a:pPr>
            <a:r>
              <a:rPr lang="en-US" sz="1050" dirty="0">
                <a:latin typeface="Nunito" pitchFamily="2" charset="0"/>
              </a:rPr>
              <a:t>Optimal standardization: The distribution is highly symmetrical and </a:t>
            </a:r>
            <a:r>
              <a:rPr lang="en-US" sz="1050" b="1" dirty="0">
                <a:latin typeface="Nunito" pitchFamily="2" charset="0"/>
              </a:rPr>
              <a:t>centered near zero, </a:t>
            </a:r>
            <a:r>
              <a:rPr lang="en-US" sz="1050" dirty="0">
                <a:latin typeface="Nunito" pitchFamily="2" charset="0"/>
              </a:rPr>
              <a:t>with the mean approximately equal to the median, indicating the feature is </a:t>
            </a:r>
            <a:r>
              <a:rPr lang="en-US" sz="1050" b="1" dirty="0">
                <a:latin typeface="Nunito" pitchFamily="2" charset="0"/>
              </a:rPr>
              <a:t>optimally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 </a:t>
            </a:r>
            <a:r>
              <a:rPr lang="en-US" sz="1050" dirty="0">
                <a:latin typeface="Nunito" pitchFamily="2" charset="0"/>
              </a:rPr>
              <a:t>The histogram closely follows the standard bell curve, confirming the feature is normally distributed and </a:t>
            </a:r>
            <a:r>
              <a:rPr lang="en-US" sz="1050" b="1" dirty="0">
                <a:latin typeface="Nunito" pitchFamily="2" charset="0"/>
              </a:rPr>
              <a:t>well-suited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Wider range and symmetrical outliers</a:t>
            </a:r>
            <a:r>
              <a:rPr lang="en-US" sz="1050" dirty="0">
                <a:latin typeface="Nunito" pitchFamily="2" charset="0"/>
              </a:rPr>
              <a:t>: The feature spans a broad range, approximately </a:t>
            </a:r>
            <a:r>
              <a:rPr lang="en-US" sz="1050" b="1" dirty="0">
                <a:latin typeface="Nunito" pitchFamily="2" charset="0"/>
              </a:rPr>
              <a:t>from -15 to +12.5</a:t>
            </a:r>
            <a:r>
              <a:rPr lang="en-US" sz="1050" dirty="0">
                <a:latin typeface="Nunito" pitchFamily="2" charset="0"/>
              </a:rPr>
              <a:t>, and shows symmetrically distributed outliers, reflecting high variance without affecting the central tendency.</a:t>
            </a:r>
          </a:p>
        </p:txBody>
      </p:sp>
      <p:sp>
        <p:nvSpPr>
          <p:cNvPr id="8" name="TextBox 7">
            <a:extLst>
              <a:ext uri="{FF2B5EF4-FFF2-40B4-BE49-F238E27FC236}">
                <a16:creationId xmlns:a16="http://schemas.microsoft.com/office/drawing/2014/main" id="{A434E3C9-73AC-3DB6-1E38-2648DD82EE36}"/>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V11 and V12</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C6806EB0-B566-64E0-A27A-A41E4CD7A38E}"/>
              </a:ext>
            </a:extLst>
          </p:cNvPr>
          <p:cNvSpPr txBox="1"/>
          <p:nvPr/>
        </p:nvSpPr>
        <p:spPr>
          <a:xfrm>
            <a:off x="3586299" y="2843374"/>
            <a:ext cx="5435951" cy="2208297"/>
          </a:xfrm>
          <a:prstGeom prst="rect">
            <a:avLst/>
          </a:prstGeom>
          <a:noFill/>
        </p:spPr>
        <p:txBody>
          <a:bodyPr wrap="square" rtlCol="0">
            <a:spAutoFit/>
          </a:bodyPr>
          <a:lstStyle/>
          <a:p>
            <a:r>
              <a:rPr lang="en-US" sz="1100" b="1" dirty="0"/>
              <a:t>Key Observations –V12</a:t>
            </a:r>
          </a:p>
          <a:p>
            <a:endParaRPr lang="en-US" sz="1100" dirty="0"/>
          </a:p>
          <a:p>
            <a:pPr marL="228600" indent="-228600">
              <a:buFont typeface="+mj-lt"/>
              <a:buAutoNum type="arabicPeriod"/>
            </a:pPr>
            <a:r>
              <a:rPr lang="en-US" sz="1050" b="1" dirty="0">
                <a:latin typeface="Nunito" pitchFamily="2" charset="0"/>
              </a:rPr>
              <a:t>Optimal standardization</a:t>
            </a:r>
            <a:r>
              <a:rPr lang="en-US" sz="1050" dirty="0">
                <a:latin typeface="Nunito" pitchFamily="2" charset="0"/>
              </a:rPr>
              <a:t>: The distribution is highly symmetrical and centered near zero, with the mean approximately equal to the median, indicating the feature is optimally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a:t>
            </a:r>
            <a:r>
              <a:rPr lang="en-US" sz="1050" dirty="0">
                <a:latin typeface="Nunito" pitchFamily="2" charset="0"/>
              </a:rPr>
              <a:t>: The histogram closely aligns with a standard bell curve, confirming that the feature is normally distributed and ideal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Wide range and symmetrical outliers: </a:t>
            </a:r>
            <a:r>
              <a:rPr lang="en-US" sz="1050" dirty="0">
                <a:latin typeface="Nunito" pitchFamily="2" charset="0"/>
              </a:rPr>
              <a:t>The feature spans a broad range, approximately </a:t>
            </a:r>
            <a:r>
              <a:rPr lang="en-US" sz="1050" b="1" dirty="0">
                <a:latin typeface="Nunito" pitchFamily="2" charset="0"/>
              </a:rPr>
              <a:t>from -12.5 to +15, and shows </a:t>
            </a:r>
            <a:r>
              <a:rPr lang="en-US" sz="1050" dirty="0">
                <a:latin typeface="Nunito" pitchFamily="2" charset="0"/>
              </a:rPr>
              <a:t>symmetrically distributed outliers, indicating high variance without distorting the central tendency.</a:t>
            </a:r>
          </a:p>
        </p:txBody>
      </p:sp>
      <p:pic>
        <p:nvPicPr>
          <p:cNvPr id="10242" name="Picture 2">
            <a:extLst>
              <a:ext uri="{FF2B5EF4-FFF2-40B4-BE49-F238E27FC236}">
                <a16:creationId xmlns:a16="http://schemas.microsoft.com/office/drawing/2014/main" id="{DED6FE37-49C2-0D1E-AD42-EC26B30DF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50" y="798186"/>
            <a:ext cx="3402912" cy="203835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EA2E0A60-17E7-D666-457F-3A8E732CFB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843374"/>
            <a:ext cx="3187211" cy="1909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6111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0C57A5E-8592-E2A9-1426-EAFB5259B084}"/>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5ABEA430-A74B-CBB4-5554-72208EB332E1}"/>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7F81255A-FCD7-48BB-54D5-A0D666D6C449}"/>
              </a:ext>
            </a:extLst>
          </p:cNvPr>
          <p:cNvSpPr txBox="1"/>
          <p:nvPr/>
        </p:nvSpPr>
        <p:spPr>
          <a:xfrm>
            <a:off x="3560487" y="739835"/>
            <a:ext cx="5461763" cy="1885131"/>
          </a:xfrm>
          <a:prstGeom prst="rect">
            <a:avLst/>
          </a:prstGeom>
          <a:noFill/>
        </p:spPr>
        <p:txBody>
          <a:bodyPr wrap="square" rtlCol="0">
            <a:spAutoFit/>
          </a:bodyPr>
          <a:lstStyle/>
          <a:p>
            <a:r>
              <a:rPr lang="en-US" sz="1100" b="1" dirty="0"/>
              <a:t>Key Observations –V13</a:t>
            </a:r>
          </a:p>
          <a:p>
            <a:endParaRPr lang="en-US" sz="1100" dirty="0"/>
          </a:p>
          <a:p>
            <a:pPr marL="228600" indent="-228600">
              <a:buFont typeface="+mj-lt"/>
              <a:buAutoNum type="arabicPeriod"/>
            </a:pPr>
            <a:r>
              <a:rPr lang="en-US" sz="1050" b="1" dirty="0">
                <a:latin typeface="Nunito" pitchFamily="2" charset="0"/>
              </a:rPr>
              <a:t>Slight positive skew</a:t>
            </a:r>
            <a:r>
              <a:rPr lang="en-US" sz="1050" dirty="0">
                <a:latin typeface="Nunito" pitchFamily="2" charset="0"/>
              </a:rPr>
              <a:t>: The mean is slightly to the right of the median, indicating a minor positive skew in the distribution.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 </a:t>
            </a:r>
            <a:r>
              <a:rPr lang="en-US" sz="1050" b="1" dirty="0">
                <a:latin typeface="Nunito" pitchFamily="2" charset="0"/>
              </a:rPr>
              <a:t>Excellent standardization: </a:t>
            </a:r>
            <a:r>
              <a:rPr lang="en-US" sz="1050" dirty="0">
                <a:latin typeface="Nunito" pitchFamily="2" charset="0"/>
              </a:rPr>
              <a:t>Despite the slight skew, the distribution remains largely symmetrical and centered near zero, reflecting </a:t>
            </a:r>
            <a:r>
              <a:rPr lang="en-US" sz="1050" b="1" dirty="0">
                <a:latin typeface="Nunito" pitchFamily="2" charset="0"/>
              </a:rPr>
              <a:t>effective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 </a:t>
            </a:r>
            <a:r>
              <a:rPr lang="en-US" sz="1050" b="1" dirty="0">
                <a:latin typeface="Nunito" pitchFamily="2" charset="0"/>
              </a:rPr>
              <a:t>Wide range and symmetrical outliers: </a:t>
            </a:r>
            <a:r>
              <a:rPr lang="en-US" sz="1050" dirty="0">
                <a:latin typeface="Nunito" pitchFamily="2" charset="0"/>
              </a:rPr>
              <a:t>The feature spans a broad range, approximately </a:t>
            </a:r>
            <a:r>
              <a:rPr lang="en-US" sz="1050" b="1" dirty="0">
                <a:latin typeface="Nunito" pitchFamily="2" charset="0"/>
              </a:rPr>
              <a:t>from -12.5 to +15,</a:t>
            </a:r>
            <a:r>
              <a:rPr lang="en-US" sz="1050" dirty="0">
                <a:latin typeface="Nunito" pitchFamily="2" charset="0"/>
              </a:rPr>
              <a:t> with numerous symmetrically distributed outliers, indicating high variance.</a:t>
            </a:r>
          </a:p>
        </p:txBody>
      </p:sp>
      <p:sp>
        <p:nvSpPr>
          <p:cNvPr id="8" name="TextBox 7">
            <a:extLst>
              <a:ext uri="{FF2B5EF4-FFF2-40B4-BE49-F238E27FC236}">
                <a16:creationId xmlns:a16="http://schemas.microsoft.com/office/drawing/2014/main" id="{E8C4858C-8988-729A-8737-26D998130139}"/>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V13 and V14</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9CF011FA-13DE-25B9-9B82-C85AB9E6E6B6}"/>
              </a:ext>
            </a:extLst>
          </p:cNvPr>
          <p:cNvSpPr txBox="1"/>
          <p:nvPr/>
        </p:nvSpPr>
        <p:spPr>
          <a:xfrm>
            <a:off x="3586299" y="2843374"/>
            <a:ext cx="5435951" cy="2208297"/>
          </a:xfrm>
          <a:prstGeom prst="rect">
            <a:avLst/>
          </a:prstGeom>
          <a:noFill/>
        </p:spPr>
        <p:txBody>
          <a:bodyPr wrap="square" rtlCol="0">
            <a:spAutoFit/>
          </a:bodyPr>
          <a:lstStyle/>
          <a:p>
            <a:r>
              <a:rPr lang="en-US" sz="1100" b="1" dirty="0"/>
              <a:t>Key Observations –V14</a:t>
            </a:r>
          </a:p>
          <a:p>
            <a:endParaRPr lang="en-US" sz="1100" dirty="0"/>
          </a:p>
          <a:p>
            <a:pPr marL="228600" indent="-228600">
              <a:buFont typeface="+mj-lt"/>
              <a:buAutoNum type="arabicPeriod"/>
            </a:pPr>
            <a:r>
              <a:rPr lang="en-US" sz="1050" b="1" dirty="0">
                <a:latin typeface="Nunito" pitchFamily="2" charset="0"/>
              </a:rPr>
              <a:t>Optimal standardization: </a:t>
            </a:r>
            <a:r>
              <a:rPr lang="en-US" sz="1050" dirty="0">
                <a:latin typeface="Nunito" pitchFamily="2" charset="0"/>
              </a:rPr>
              <a:t>The distribution is highly symmetrical and centered near zero, with the mean approximately equal to the median, indicating the feature is ideally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a:t>
            </a:r>
            <a:r>
              <a:rPr lang="en-US" sz="1050" dirty="0">
                <a:latin typeface="Nunito" pitchFamily="2" charset="0"/>
              </a:rPr>
              <a:t>: The histogram closely follows the standard bell curve, confirming that the feature is normally distributed and well-suited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Low outlier impact:</a:t>
            </a:r>
            <a:r>
              <a:rPr lang="en-US" sz="1050" dirty="0">
                <a:latin typeface="Nunito" pitchFamily="2" charset="0"/>
              </a:rPr>
              <a:t> Although outliers are visible, they are symmetrically distributed and fewer in number compared to other features, indicating a very clean and stable data range</a:t>
            </a:r>
            <a:r>
              <a:rPr lang="en-US" sz="1050" b="1" dirty="0">
                <a:latin typeface="Nunito" pitchFamily="2" charset="0"/>
              </a:rPr>
              <a:t>.</a:t>
            </a:r>
            <a:endParaRPr lang="en-US" sz="1050" dirty="0">
              <a:latin typeface="Nunito" pitchFamily="2" charset="0"/>
            </a:endParaRPr>
          </a:p>
        </p:txBody>
      </p:sp>
      <p:pic>
        <p:nvPicPr>
          <p:cNvPr id="11266" name="Picture 2">
            <a:extLst>
              <a:ext uri="{FF2B5EF4-FFF2-40B4-BE49-F238E27FC236}">
                <a16:creationId xmlns:a16="http://schemas.microsoft.com/office/drawing/2014/main" id="{5E52D32D-999B-6A47-BEAE-3EF8AA24F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57" y="825924"/>
            <a:ext cx="3404030" cy="203902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4FC4DFD9-70AD-5062-073F-52470A3C22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899520"/>
            <a:ext cx="3404030" cy="2039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83278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9EE55BAA-DB1E-62CF-2C43-7F6A52378994}"/>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301C602F-3645-BC1E-C438-3067B5C34175}"/>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EEC9C42A-80B6-FEC1-7817-E2E42C3FC69A}"/>
              </a:ext>
            </a:extLst>
          </p:cNvPr>
          <p:cNvSpPr txBox="1"/>
          <p:nvPr/>
        </p:nvSpPr>
        <p:spPr>
          <a:xfrm>
            <a:off x="3560487" y="739835"/>
            <a:ext cx="5461763" cy="2208297"/>
          </a:xfrm>
          <a:prstGeom prst="rect">
            <a:avLst/>
          </a:prstGeom>
          <a:noFill/>
        </p:spPr>
        <p:txBody>
          <a:bodyPr wrap="square" rtlCol="0">
            <a:spAutoFit/>
          </a:bodyPr>
          <a:lstStyle/>
          <a:p>
            <a:r>
              <a:rPr lang="en-US" sz="1100" b="1" dirty="0"/>
              <a:t>Key Observations –V15</a:t>
            </a:r>
          </a:p>
          <a:p>
            <a:endParaRPr lang="en-US" sz="1100" dirty="0"/>
          </a:p>
          <a:p>
            <a:pPr marL="228600" indent="-228600">
              <a:buFont typeface="+mj-lt"/>
              <a:buAutoNum type="arabicPeriod"/>
            </a:pPr>
            <a:r>
              <a:rPr lang="en-US" sz="1050" b="1" dirty="0">
                <a:latin typeface="Nunito" pitchFamily="2" charset="0"/>
              </a:rPr>
              <a:t>Optimal standardization</a:t>
            </a:r>
            <a:r>
              <a:rPr lang="en-US" sz="1050" dirty="0">
                <a:latin typeface="Nunito" pitchFamily="2" charset="0"/>
              </a:rPr>
              <a:t>: The distribution is highly symmetrical and centered near zero, with the mean approximately equal to the median, indicating that the feature is ideally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shape</a:t>
            </a:r>
            <a:r>
              <a:rPr lang="en-US" sz="1050" dirty="0">
                <a:latin typeface="Nunito" pitchFamily="2" charset="0"/>
              </a:rPr>
              <a:t>: The histogram closely follows the standard bell curve, confirming that the feature is normally distributed and well-suited for neural network input.</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Wide range and symmetrical outliers: </a:t>
            </a:r>
            <a:r>
              <a:rPr lang="en-US" sz="1050" dirty="0">
                <a:latin typeface="Nunito" pitchFamily="2" charset="0"/>
              </a:rPr>
              <a:t>The feature spans a broad range, approximately from -15 to +12.5, and shows symmetrically distributed outliers, indicating high variance without affecting the central tendency.</a:t>
            </a:r>
          </a:p>
        </p:txBody>
      </p:sp>
      <p:sp>
        <p:nvSpPr>
          <p:cNvPr id="8" name="TextBox 7">
            <a:extLst>
              <a:ext uri="{FF2B5EF4-FFF2-40B4-BE49-F238E27FC236}">
                <a16:creationId xmlns:a16="http://schemas.microsoft.com/office/drawing/2014/main" id="{3F6CB398-DAA7-FAC3-9BD6-25F363A59424}"/>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V15 and V16</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6623DBCA-8987-E5F1-B831-6695F0F48230}"/>
              </a:ext>
            </a:extLst>
          </p:cNvPr>
          <p:cNvSpPr txBox="1"/>
          <p:nvPr/>
        </p:nvSpPr>
        <p:spPr>
          <a:xfrm>
            <a:off x="3586299" y="2843374"/>
            <a:ext cx="5435951" cy="1885131"/>
          </a:xfrm>
          <a:prstGeom prst="rect">
            <a:avLst/>
          </a:prstGeom>
          <a:noFill/>
        </p:spPr>
        <p:txBody>
          <a:bodyPr wrap="square" rtlCol="0">
            <a:spAutoFit/>
          </a:bodyPr>
          <a:lstStyle/>
          <a:p>
            <a:r>
              <a:rPr lang="en-US" sz="1100" b="1" dirty="0"/>
              <a:t>Key Observations –V16</a:t>
            </a:r>
          </a:p>
          <a:p>
            <a:endParaRPr lang="en-US" sz="1100" dirty="0"/>
          </a:p>
          <a:p>
            <a:pPr marL="228600" indent="-228600">
              <a:buFont typeface="+mj-lt"/>
              <a:buAutoNum type="arabicPeriod"/>
            </a:pPr>
            <a:r>
              <a:rPr lang="en-US" sz="1050" b="1" dirty="0">
                <a:latin typeface="Nunito" pitchFamily="2" charset="0"/>
              </a:rPr>
              <a:t>Slight negative skew: </a:t>
            </a:r>
            <a:r>
              <a:rPr lang="en-US" sz="1050" dirty="0">
                <a:latin typeface="Nunito" pitchFamily="2" charset="0"/>
              </a:rPr>
              <a:t>The mean is slightly to the left of the median, indicating a minor negative skew in the distribution.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Effective standardization: </a:t>
            </a:r>
            <a:r>
              <a:rPr lang="en-US" sz="1050" dirty="0">
                <a:latin typeface="Nunito" pitchFamily="2" charset="0"/>
              </a:rPr>
              <a:t>Despite the slight skew, the distribution remains largely symmetrical and centered near zero, reflecting effective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Very wide range and outliers</a:t>
            </a:r>
            <a:r>
              <a:rPr lang="en-US" sz="1050" dirty="0">
                <a:latin typeface="Nunito" pitchFamily="2" charset="0"/>
              </a:rPr>
              <a:t>: The feature spans a much wider range, approximately from -20 to +15, with numerous symmetrically distributed outliers, suggesting high variance across the data.</a:t>
            </a:r>
          </a:p>
        </p:txBody>
      </p:sp>
      <p:pic>
        <p:nvPicPr>
          <p:cNvPr id="12290" name="Picture 2">
            <a:extLst>
              <a:ext uri="{FF2B5EF4-FFF2-40B4-BE49-F238E27FC236}">
                <a16:creationId xmlns:a16="http://schemas.microsoft.com/office/drawing/2014/main" id="{DEF93DE8-3713-F37D-DA01-5F5040599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0900"/>
            <a:ext cx="3593729" cy="215265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A5B2C295-283C-C785-CBA4-80254B72E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750" y="3063102"/>
            <a:ext cx="3438737" cy="2055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222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522F260-14E4-E96B-0BB9-650087AAF249}"/>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C9442ED7-C961-48D4-FF3B-64886CE2618D}"/>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18ED41BA-B867-02FF-28BC-194482B54E79}"/>
              </a:ext>
            </a:extLst>
          </p:cNvPr>
          <p:cNvSpPr txBox="1"/>
          <p:nvPr/>
        </p:nvSpPr>
        <p:spPr>
          <a:xfrm>
            <a:off x="3560487" y="739835"/>
            <a:ext cx="5461763" cy="2208297"/>
          </a:xfrm>
          <a:prstGeom prst="rect">
            <a:avLst/>
          </a:prstGeom>
          <a:noFill/>
        </p:spPr>
        <p:txBody>
          <a:bodyPr wrap="square" rtlCol="0">
            <a:spAutoFit/>
          </a:bodyPr>
          <a:lstStyle/>
          <a:p>
            <a:r>
              <a:rPr lang="en-US" sz="1100" b="1" dirty="0"/>
              <a:t>Key Observations –V17</a:t>
            </a:r>
          </a:p>
          <a:p>
            <a:endParaRPr lang="en-US" sz="1100" dirty="0"/>
          </a:p>
          <a:p>
            <a:pPr marL="228600" indent="-228600">
              <a:buFont typeface="+mj-lt"/>
              <a:buAutoNum type="arabicPeriod"/>
            </a:pPr>
            <a:r>
              <a:rPr lang="en-US" sz="1050" b="1" dirty="0">
                <a:latin typeface="Nunito" pitchFamily="2" charset="0"/>
              </a:rPr>
              <a:t>Optimal standardization:</a:t>
            </a:r>
            <a:r>
              <a:rPr lang="en-US" sz="1050" dirty="0">
                <a:latin typeface="Nunito" pitchFamily="2" charset="0"/>
              </a:rPr>
              <a:t> The distribution is highly symmetrical and centered near zero, with the mean approximately equal to the median, indicating the feature is ideally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distribution: </a:t>
            </a:r>
            <a:r>
              <a:rPr lang="en-US" sz="1050" dirty="0">
                <a:latin typeface="Nunito" pitchFamily="2" charset="0"/>
              </a:rPr>
              <a:t>The histogram closely follows the standard bell curve, confirming that the feature is normally distributed and well-suited for neural network inputs.</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Wide range and symmetrical outliers:</a:t>
            </a:r>
            <a:r>
              <a:rPr lang="en-US" sz="1050" dirty="0">
                <a:latin typeface="Nunito" pitchFamily="2" charset="0"/>
              </a:rPr>
              <a:t> The feature spans a broad range, approximately </a:t>
            </a:r>
            <a:r>
              <a:rPr lang="en-US" sz="1050" b="1" dirty="0">
                <a:latin typeface="Nunito" pitchFamily="2" charset="0"/>
              </a:rPr>
              <a:t>from -15 to +17.5, </a:t>
            </a:r>
            <a:r>
              <a:rPr lang="en-US" sz="1050" dirty="0">
                <a:latin typeface="Nunito" pitchFamily="2" charset="0"/>
              </a:rPr>
              <a:t>and shows symmetrically distributed outliers, indicating high variance without affecting the central tendency.</a:t>
            </a:r>
          </a:p>
        </p:txBody>
      </p:sp>
      <p:sp>
        <p:nvSpPr>
          <p:cNvPr id="8" name="TextBox 7">
            <a:extLst>
              <a:ext uri="{FF2B5EF4-FFF2-40B4-BE49-F238E27FC236}">
                <a16:creationId xmlns:a16="http://schemas.microsoft.com/office/drawing/2014/main" id="{EF1E2F34-9FAD-198A-C10B-79A3519C1C1F}"/>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V17 and V18</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333E1945-1AC5-A935-3827-16BBFA07C4A5}"/>
              </a:ext>
            </a:extLst>
          </p:cNvPr>
          <p:cNvSpPr txBox="1"/>
          <p:nvPr/>
        </p:nvSpPr>
        <p:spPr>
          <a:xfrm>
            <a:off x="3586299" y="2843374"/>
            <a:ext cx="5435951" cy="1885131"/>
          </a:xfrm>
          <a:prstGeom prst="rect">
            <a:avLst/>
          </a:prstGeom>
          <a:noFill/>
        </p:spPr>
        <p:txBody>
          <a:bodyPr wrap="square" rtlCol="0">
            <a:spAutoFit/>
          </a:bodyPr>
          <a:lstStyle/>
          <a:p>
            <a:r>
              <a:rPr lang="en-US" sz="1100" b="1" dirty="0"/>
              <a:t>Key Observations –V18</a:t>
            </a:r>
          </a:p>
          <a:p>
            <a:endParaRPr lang="en-US" sz="1100" dirty="0"/>
          </a:p>
          <a:p>
            <a:pPr marL="228600" indent="-228600">
              <a:buFont typeface="+mj-lt"/>
              <a:buAutoNum type="arabicPeriod"/>
            </a:pPr>
            <a:r>
              <a:rPr lang="en-US" sz="1050" b="1" dirty="0">
                <a:latin typeface="Nunito" pitchFamily="2" charset="0"/>
              </a:rPr>
              <a:t>Slight Positive Skew</a:t>
            </a:r>
            <a:r>
              <a:rPr lang="en-US" sz="1050" dirty="0">
                <a:latin typeface="Nunito" pitchFamily="2" charset="0"/>
              </a:rPr>
              <a:t>: The mean (black solid line) is slightly to the right of the median (green dashed line/triangle), indicating a minor positive skew in the distribution.</a:t>
            </a:r>
          </a:p>
          <a:p>
            <a:pPr marL="228600" indent="-228600">
              <a:buFont typeface="+mj-lt"/>
              <a:buAutoNum type="arabicPeriod"/>
            </a:pPr>
            <a:r>
              <a:rPr lang="en-US" sz="1050" b="1" dirty="0">
                <a:latin typeface="Nunito" pitchFamily="2" charset="0"/>
              </a:rPr>
              <a:t>Effective standardization: </a:t>
            </a:r>
            <a:r>
              <a:rPr lang="en-US" sz="1050" dirty="0">
                <a:latin typeface="Nunito" pitchFamily="2" charset="0"/>
              </a:rPr>
              <a:t>Despite the slight skew, the distribution remains largely symmetrical and centered near zero, reflecting effective standardization.</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Wide Range and Symmetrical Outliers: </a:t>
            </a:r>
            <a:r>
              <a:rPr lang="en-US" sz="1050" dirty="0">
                <a:latin typeface="Nunito" pitchFamily="2" charset="0"/>
              </a:rPr>
              <a:t>The feature has a wide range (approx. -12.5 to +12.5) and exhibits symmetrically distributed outliers, suggesting high variance.</a:t>
            </a:r>
          </a:p>
        </p:txBody>
      </p:sp>
      <p:pic>
        <p:nvPicPr>
          <p:cNvPr id="13315" name="Picture 3">
            <a:extLst>
              <a:ext uri="{FF2B5EF4-FFF2-40B4-BE49-F238E27FC236}">
                <a16:creationId xmlns:a16="http://schemas.microsoft.com/office/drawing/2014/main" id="{E0001A86-C27E-E099-1042-EEBAC0CED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1" y="995383"/>
            <a:ext cx="3260008" cy="1952750"/>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a:extLst>
              <a:ext uri="{FF2B5EF4-FFF2-40B4-BE49-F238E27FC236}">
                <a16:creationId xmlns:a16="http://schemas.microsoft.com/office/drawing/2014/main" id="{31D493CD-2118-D10C-70B3-EDF19E3DAD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25" y="3065483"/>
            <a:ext cx="3469134" cy="2078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778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79E917F-6140-7F25-09A3-883D022188EB}"/>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76FD785D-65DB-0EEF-7EA7-F1A79CEF4495}"/>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AAA70AA1-7412-2A42-B7C2-810B42775C5B}"/>
              </a:ext>
            </a:extLst>
          </p:cNvPr>
          <p:cNvSpPr txBox="1"/>
          <p:nvPr/>
        </p:nvSpPr>
        <p:spPr>
          <a:xfrm>
            <a:off x="3560487" y="652848"/>
            <a:ext cx="5461763" cy="2208297"/>
          </a:xfrm>
          <a:prstGeom prst="rect">
            <a:avLst/>
          </a:prstGeom>
          <a:noFill/>
        </p:spPr>
        <p:txBody>
          <a:bodyPr wrap="square" rtlCol="0">
            <a:spAutoFit/>
          </a:bodyPr>
          <a:lstStyle/>
          <a:p>
            <a:r>
              <a:rPr lang="en-US" sz="1100" b="1" dirty="0"/>
              <a:t>Key Observations –V19</a:t>
            </a:r>
          </a:p>
          <a:p>
            <a:endParaRPr lang="en-US" sz="1100" dirty="0"/>
          </a:p>
          <a:p>
            <a:pPr marL="228600" indent="-228600">
              <a:buFont typeface="+mj-lt"/>
              <a:buAutoNum type="arabicPeriod"/>
            </a:pPr>
            <a:r>
              <a:rPr lang="en-US" sz="1050" b="1" dirty="0">
                <a:latin typeface="Nunito" pitchFamily="2" charset="0"/>
              </a:rPr>
              <a:t>Optimal Standardization: </a:t>
            </a:r>
            <a:r>
              <a:rPr lang="en-US" sz="1050" dirty="0">
                <a:latin typeface="Nunito" pitchFamily="2" charset="0"/>
              </a:rPr>
              <a:t>The distribution is highly symmetrical and centered very close to zero (mean is approximately equal to median is approximately equal to 0), indicating the feature is optimally standardized.</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Classic Normal Shape:</a:t>
            </a:r>
            <a:r>
              <a:rPr lang="en-US" sz="1050" dirty="0">
                <a:latin typeface="Nunito" pitchFamily="2" charset="0"/>
              </a:rPr>
              <a:t> The histogram closely matches the standard bell curve shape, confirming that the feature is normally distributed and is an ideal input for the Neural Network.</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b="1" dirty="0">
                <a:latin typeface="Nunito" pitchFamily="2" charset="0"/>
              </a:rPr>
              <a:t>Symmetrical Outliers:</a:t>
            </a:r>
            <a:r>
              <a:rPr lang="en-US" sz="1050" dirty="0">
                <a:latin typeface="Nunito" pitchFamily="2" charset="0"/>
              </a:rPr>
              <a:t> Outliers are clearly present on both the positive and negative sides of the box plot whiskers, suggesting symmetrically distributed extreme values within the data range</a:t>
            </a:r>
          </a:p>
        </p:txBody>
      </p:sp>
      <p:sp>
        <p:nvSpPr>
          <p:cNvPr id="8" name="TextBox 7">
            <a:extLst>
              <a:ext uri="{FF2B5EF4-FFF2-40B4-BE49-F238E27FC236}">
                <a16:creationId xmlns:a16="http://schemas.microsoft.com/office/drawing/2014/main" id="{66F07BA7-FAD6-759E-07BB-850517D43D1E}"/>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V19 and V20</a:t>
            </a:r>
            <a:r>
              <a:rPr lang="en-US" sz="1200" dirty="0"/>
              <a:t>.</a:t>
            </a:r>
            <a:endParaRPr lang="en-US" sz="1200" b="1" dirty="0">
              <a:latin typeface="Nunito" pitchFamily="2" charset="0"/>
            </a:endParaRPr>
          </a:p>
        </p:txBody>
      </p:sp>
      <p:sp>
        <p:nvSpPr>
          <p:cNvPr id="9" name="TextBox 8">
            <a:extLst>
              <a:ext uri="{FF2B5EF4-FFF2-40B4-BE49-F238E27FC236}">
                <a16:creationId xmlns:a16="http://schemas.microsoft.com/office/drawing/2014/main" id="{387244D5-9250-9DD0-9BFB-91AA652A592E}"/>
              </a:ext>
            </a:extLst>
          </p:cNvPr>
          <p:cNvSpPr txBox="1"/>
          <p:nvPr/>
        </p:nvSpPr>
        <p:spPr>
          <a:xfrm>
            <a:off x="3630749" y="2812306"/>
            <a:ext cx="5435951" cy="2123658"/>
          </a:xfrm>
          <a:prstGeom prst="rect">
            <a:avLst/>
          </a:prstGeom>
          <a:noFill/>
        </p:spPr>
        <p:txBody>
          <a:bodyPr wrap="square" rtlCol="0">
            <a:spAutoFit/>
          </a:bodyPr>
          <a:lstStyle/>
          <a:p>
            <a:r>
              <a:rPr lang="en-US" sz="1100" b="1" dirty="0"/>
              <a:t>Key Observations –V20</a:t>
            </a:r>
          </a:p>
          <a:p>
            <a:pPr marL="228600" indent="-228600">
              <a:buFont typeface="+mj-lt"/>
              <a:buAutoNum type="arabicPeriod"/>
            </a:pPr>
            <a:r>
              <a:rPr lang="en-US" sz="1100" b="1" dirty="0"/>
              <a:t>Optimal Standardization</a:t>
            </a:r>
            <a:r>
              <a:rPr lang="en-US" sz="1100" dirty="0"/>
              <a:t>: The distribution is highly symmetrical and centered very close to zero (mean is approximately equal to median is approximately equal to 0), indicating the feature is ideally standardized.</a:t>
            </a:r>
          </a:p>
          <a:p>
            <a:pPr marL="228600" indent="-228600">
              <a:buFont typeface="+mj-lt"/>
              <a:buAutoNum type="arabicPeriod"/>
            </a:pPr>
            <a:endParaRPr lang="en-US" sz="1100" dirty="0"/>
          </a:p>
          <a:p>
            <a:pPr marL="228600" indent="-228600">
              <a:buFont typeface="+mj-lt"/>
              <a:buAutoNum type="arabicPeriod"/>
            </a:pPr>
            <a:r>
              <a:rPr lang="en-US" sz="1100" b="1" dirty="0"/>
              <a:t>Classic Normal Distribution</a:t>
            </a:r>
            <a:r>
              <a:rPr lang="en-US" sz="1100" dirty="0"/>
              <a:t>: The histogram perfectly matches the standard bell curve shape, confirming the feature is normally distributed, which is ideal for Neural Network inputs.</a:t>
            </a:r>
          </a:p>
          <a:p>
            <a:pPr marL="228600" indent="-228600">
              <a:buFont typeface="+mj-lt"/>
              <a:buAutoNum type="arabicPeriod"/>
            </a:pPr>
            <a:endParaRPr lang="en-US" sz="1100" dirty="0"/>
          </a:p>
          <a:p>
            <a:pPr marL="228600" indent="-228600">
              <a:buFont typeface="+mj-lt"/>
              <a:buAutoNum type="arabicPeriod"/>
            </a:pPr>
            <a:r>
              <a:rPr lang="en-US" sz="1100" b="1" dirty="0"/>
              <a:t>Wide Range and Symmetrical Outliers</a:t>
            </a:r>
            <a:r>
              <a:rPr lang="en-US" sz="1100" dirty="0"/>
              <a:t>: The feature spans a very wide range (approx. -15 to +17.5) and exhibits symmetrically distributed outliers, suggesting high variance without central tendency distortion.</a:t>
            </a:r>
          </a:p>
        </p:txBody>
      </p:sp>
      <p:pic>
        <p:nvPicPr>
          <p:cNvPr id="14338" name="Picture 2">
            <a:extLst>
              <a:ext uri="{FF2B5EF4-FFF2-40B4-BE49-F238E27FC236}">
                <a16:creationId xmlns:a16="http://schemas.microsoft.com/office/drawing/2014/main" id="{27E731D9-1F43-71FF-C3AE-734DBA3ED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80" y="927174"/>
            <a:ext cx="3147123" cy="1885132"/>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a:extLst>
              <a:ext uri="{FF2B5EF4-FFF2-40B4-BE49-F238E27FC236}">
                <a16:creationId xmlns:a16="http://schemas.microsoft.com/office/drawing/2014/main" id="{0AFAB17D-DD06-7F1F-7413-6A4BA7A8D4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771" y="3009900"/>
            <a:ext cx="3434716" cy="2057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9183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233FC81-1B71-5749-02DE-891FB6B36F06}"/>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3F203092-4231-0971-F973-8B52F230F9AC}"/>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7F29EE35-8F85-5B3D-5387-CF1578DD3002}"/>
              </a:ext>
            </a:extLst>
          </p:cNvPr>
          <p:cNvSpPr txBox="1"/>
          <p:nvPr/>
        </p:nvSpPr>
        <p:spPr>
          <a:xfrm>
            <a:off x="4070350" y="1646153"/>
            <a:ext cx="4996350" cy="2039020"/>
          </a:xfrm>
          <a:prstGeom prst="rect">
            <a:avLst/>
          </a:prstGeom>
          <a:noFill/>
        </p:spPr>
        <p:txBody>
          <a:bodyPr wrap="square" rtlCol="0">
            <a:spAutoFit/>
          </a:bodyPr>
          <a:lstStyle/>
          <a:p>
            <a:r>
              <a:rPr lang="en-US" sz="1100" b="1" dirty="0"/>
              <a:t>Key Observations</a:t>
            </a:r>
            <a:endParaRPr lang="en-US" sz="1100" dirty="0"/>
          </a:p>
          <a:p>
            <a:pPr marL="228600" indent="-228600">
              <a:buFont typeface="+mj-lt"/>
              <a:buAutoNum type="arabicPeriod"/>
            </a:pPr>
            <a:r>
              <a:rPr lang="en-US" sz="1050" dirty="0">
                <a:latin typeface="Nunito" pitchFamily="2" charset="0"/>
              </a:rPr>
              <a:t>The distribution of V22 (top image) appears slightly positively skewed, with a mean/median around 1.0.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V21 (bottom image) appears to be approximately symmetric and centered near -3.0.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V22 has a smaller spread or standard deviation than V21, as its histogram is narrower.</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distributions contain a significant number of outliers, indicated by the circles in their respective box plots.</a:t>
            </a:r>
          </a:p>
        </p:txBody>
      </p:sp>
      <p:sp>
        <p:nvSpPr>
          <p:cNvPr id="8" name="TextBox 7">
            <a:extLst>
              <a:ext uri="{FF2B5EF4-FFF2-40B4-BE49-F238E27FC236}">
                <a16:creationId xmlns:a16="http://schemas.microsoft.com/office/drawing/2014/main" id="{5DF536EC-92B9-6A10-4BA9-6E9B73516E7F}"/>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V21 and V22</a:t>
            </a:r>
            <a:r>
              <a:rPr lang="en-US" sz="1200" dirty="0"/>
              <a:t>.</a:t>
            </a:r>
            <a:endParaRPr lang="en-US" sz="1200" b="1" dirty="0">
              <a:latin typeface="Nunito" pitchFamily="2" charset="0"/>
            </a:endParaRPr>
          </a:p>
        </p:txBody>
      </p:sp>
      <p:pic>
        <p:nvPicPr>
          <p:cNvPr id="3074" name="Picture 2">
            <a:extLst>
              <a:ext uri="{FF2B5EF4-FFF2-40B4-BE49-F238E27FC236}">
                <a16:creationId xmlns:a16="http://schemas.microsoft.com/office/drawing/2014/main" id="{339914CC-EBFB-5289-2A94-1BBDD2D159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0" y="868027"/>
            <a:ext cx="3327400" cy="199311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89E4E52-D02E-F5AC-6DD8-EC70FBE9A1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00" y="3079750"/>
            <a:ext cx="3287437" cy="19691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840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5703B3D-1862-0C79-F0DC-9718AFD4FBFD}"/>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AC491A10-DBD3-84DE-8A34-EF1EF82157EF}"/>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735090C6-D07F-711F-527C-CD9FBC1AC0DA}"/>
              </a:ext>
            </a:extLst>
          </p:cNvPr>
          <p:cNvSpPr txBox="1"/>
          <p:nvPr/>
        </p:nvSpPr>
        <p:spPr>
          <a:xfrm>
            <a:off x="4070350" y="1646153"/>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V23 (bottom image) is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V24 (top image) is also approximately symmetric and bell-shaped, centered slightly positively near 1.0.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V23 and V24 have a similar spread or range of values, suggesting similar variability.</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large number of outliers in their tails, which are visible as circles outside the whiskers of the box plots.</a:t>
            </a:r>
          </a:p>
        </p:txBody>
      </p:sp>
      <p:sp>
        <p:nvSpPr>
          <p:cNvPr id="8" name="TextBox 7">
            <a:extLst>
              <a:ext uri="{FF2B5EF4-FFF2-40B4-BE49-F238E27FC236}">
                <a16:creationId xmlns:a16="http://schemas.microsoft.com/office/drawing/2014/main" id="{2B6E1EA3-FF8D-B6E0-4144-A68DD75B5A5C}"/>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V23 and V24</a:t>
            </a:r>
            <a:r>
              <a:rPr lang="en-US" sz="1200" dirty="0"/>
              <a:t>.</a:t>
            </a:r>
            <a:endParaRPr lang="en-US" sz="1200" b="1" dirty="0">
              <a:latin typeface="Nunito" pitchFamily="2" charset="0"/>
            </a:endParaRPr>
          </a:p>
        </p:txBody>
      </p:sp>
      <p:pic>
        <p:nvPicPr>
          <p:cNvPr id="4098" name="Picture 2">
            <a:extLst>
              <a:ext uri="{FF2B5EF4-FFF2-40B4-BE49-F238E27FC236}">
                <a16:creationId xmlns:a16="http://schemas.microsoft.com/office/drawing/2014/main" id="{A3689416-79A8-9EDA-179D-049A7C3C3B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0" y="927618"/>
            <a:ext cx="2744787" cy="164413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F4996C2-5CE2-1341-CD11-32184F625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984500"/>
            <a:ext cx="3244850" cy="1943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8863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E716CA21-0A3A-328B-96A5-595E4C73B59B}"/>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03E224BC-058D-64A0-924C-400298D60DE5}"/>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D3975D23-6E12-A14B-4CF7-2B3533677DEB}"/>
              </a:ext>
            </a:extLst>
          </p:cNvPr>
          <p:cNvSpPr txBox="1"/>
          <p:nvPr/>
        </p:nvSpPr>
        <p:spPr>
          <a:xfrm>
            <a:off x="4070350" y="1646153"/>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V25 (top image) is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V26 (bottom image) is also symmetric but is centered slightly positively, around 1.5.</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V26 has a wider spread (larger range of values) than V25, indicating greater variability.</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V25 and V26 exhibit a large number of outliers in their tails, which are clearly marked in the box plots.</a:t>
            </a:r>
          </a:p>
        </p:txBody>
      </p:sp>
      <p:sp>
        <p:nvSpPr>
          <p:cNvPr id="8" name="TextBox 7">
            <a:extLst>
              <a:ext uri="{FF2B5EF4-FFF2-40B4-BE49-F238E27FC236}">
                <a16:creationId xmlns:a16="http://schemas.microsoft.com/office/drawing/2014/main" id="{2BC87AE1-8C14-6539-C5BB-0330ED5A43AD}"/>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V25 and V26</a:t>
            </a:r>
            <a:r>
              <a:rPr lang="en-US" sz="1200" dirty="0"/>
              <a:t>.</a:t>
            </a:r>
            <a:endParaRPr lang="en-US" sz="1200" b="1" dirty="0">
              <a:latin typeface="Nunito" pitchFamily="2" charset="0"/>
            </a:endParaRPr>
          </a:p>
        </p:txBody>
      </p:sp>
      <p:pic>
        <p:nvPicPr>
          <p:cNvPr id="5122" name="Picture 2">
            <a:extLst>
              <a:ext uri="{FF2B5EF4-FFF2-40B4-BE49-F238E27FC236}">
                <a16:creationId xmlns:a16="http://schemas.microsoft.com/office/drawing/2014/main" id="{FC1DD9E2-9085-BE47-762D-EA65657B0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0" y="791348"/>
            <a:ext cx="3477119" cy="20828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4D3B310F-9D85-7F51-8561-B1C19E1F3C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84" y="2813050"/>
            <a:ext cx="3805749" cy="227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5368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825D134-99D0-F255-CF38-D71D33C4B71B}"/>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778ED5CE-DB90-4A0B-59ED-44844B4267E9}"/>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A403104F-D6D5-202E-3047-DFACFC60FA90}"/>
              </a:ext>
            </a:extLst>
          </p:cNvPr>
          <p:cNvSpPr txBox="1"/>
          <p:nvPr/>
        </p:nvSpPr>
        <p:spPr>
          <a:xfrm>
            <a:off x="4070350" y="1646153"/>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V27 (top image) is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V28 (bottom image) is also symmetric and bell-shaped, but is centered slightly negatively, around -1.0.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V27 shows a wider spread (larger range of values) than V28, indicating V27 has greater variability.</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V27 and V28 exhibit a large number of outliers in their tails, which are shown as circles in the box plots.</a:t>
            </a:r>
          </a:p>
        </p:txBody>
      </p:sp>
      <p:sp>
        <p:nvSpPr>
          <p:cNvPr id="8" name="TextBox 7">
            <a:extLst>
              <a:ext uri="{FF2B5EF4-FFF2-40B4-BE49-F238E27FC236}">
                <a16:creationId xmlns:a16="http://schemas.microsoft.com/office/drawing/2014/main" id="{997D3B59-B7A1-8017-D494-38BE4F9809D9}"/>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V27 and V28</a:t>
            </a:r>
            <a:r>
              <a:rPr lang="en-US" sz="1200" dirty="0"/>
              <a:t>.</a:t>
            </a:r>
            <a:endParaRPr lang="en-US" sz="1200" b="1" dirty="0">
              <a:latin typeface="Nunito" pitchFamily="2" charset="0"/>
            </a:endParaRPr>
          </a:p>
        </p:txBody>
      </p:sp>
      <p:pic>
        <p:nvPicPr>
          <p:cNvPr id="6146" name="Picture 2">
            <a:extLst>
              <a:ext uri="{FF2B5EF4-FFF2-40B4-BE49-F238E27FC236}">
                <a16:creationId xmlns:a16="http://schemas.microsoft.com/office/drawing/2014/main" id="{F11832CA-A28F-1319-742D-4E1EA1FE0F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800" y="932981"/>
            <a:ext cx="3319950" cy="165013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F7536C65-EC99-E34F-22AD-EBEDEBA185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800" y="2724744"/>
            <a:ext cx="3587200" cy="2148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6673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208B0532-DC16-8677-2576-7E5810EC3E75}"/>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69CB1574-253B-D827-D5DE-4BB6624C2804}"/>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6AC43DBB-BDAB-3891-87A8-6E68B38152E0}"/>
              </a:ext>
            </a:extLst>
          </p:cNvPr>
          <p:cNvSpPr txBox="1"/>
          <p:nvPr/>
        </p:nvSpPr>
        <p:spPr>
          <a:xfrm>
            <a:off x="4070350" y="1646153"/>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V29 (top image) is approximately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V30 (bottom image) is also approximately symmetric and bell-shaped, centered slightly positively near 0.5.</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V30 has a wider spread (larger range of values) than V29, indicating V30 has greater variability.</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significant number of outliers in their tails, which are clearly visible in the box plots.</a:t>
            </a:r>
          </a:p>
        </p:txBody>
      </p:sp>
      <p:sp>
        <p:nvSpPr>
          <p:cNvPr id="8" name="TextBox 7">
            <a:extLst>
              <a:ext uri="{FF2B5EF4-FFF2-40B4-BE49-F238E27FC236}">
                <a16:creationId xmlns:a16="http://schemas.microsoft.com/office/drawing/2014/main" id="{4029A26D-EAF8-4245-3DA8-E758D00D587A}"/>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V29 and V30</a:t>
            </a:r>
            <a:r>
              <a:rPr lang="en-US" sz="1200" dirty="0"/>
              <a:t>.</a:t>
            </a:r>
            <a:endParaRPr lang="en-US" sz="1200" b="1" dirty="0">
              <a:latin typeface="Nunito" pitchFamily="2" charset="0"/>
            </a:endParaRPr>
          </a:p>
        </p:txBody>
      </p:sp>
      <p:pic>
        <p:nvPicPr>
          <p:cNvPr id="7170" name="Picture 2">
            <a:extLst>
              <a:ext uri="{FF2B5EF4-FFF2-40B4-BE49-F238E27FC236}">
                <a16:creationId xmlns:a16="http://schemas.microsoft.com/office/drawing/2014/main" id="{9E011AA3-4451-40A0-E6C7-ED1340E7D8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400" y="1022350"/>
            <a:ext cx="3460199" cy="2072666"/>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1F76B55A-6DD8-E940-151D-D8C0986011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984500"/>
            <a:ext cx="3519523" cy="210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698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E73FF9E-1114-BFDC-47D4-B160D4715F2A}"/>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5C8DE9CE-8B43-F4FF-6423-666C07CFDFDA}"/>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6F6F2116-1814-FF18-DFA5-1D74438A0575}"/>
              </a:ext>
            </a:extLst>
          </p:cNvPr>
          <p:cNvSpPr txBox="1"/>
          <p:nvPr/>
        </p:nvSpPr>
        <p:spPr>
          <a:xfrm>
            <a:off x="4070350" y="1646153"/>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V31 (top image) is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V32 (bottom image) is also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V32 has a wider spread (larger range of values) than V31, indicating greater variability in V32.</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large number of outliers in their tails, which are clearly marked in the box plots.</a:t>
            </a:r>
          </a:p>
        </p:txBody>
      </p:sp>
      <p:sp>
        <p:nvSpPr>
          <p:cNvPr id="8" name="TextBox 7">
            <a:extLst>
              <a:ext uri="{FF2B5EF4-FFF2-40B4-BE49-F238E27FC236}">
                <a16:creationId xmlns:a16="http://schemas.microsoft.com/office/drawing/2014/main" id="{CABAB674-1023-A947-40C6-D3A1CFC0A2AC}"/>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V31 and V32</a:t>
            </a:r>
            <a:r>
              <a:rPr lang="en-US" sz="1200" dirty="0"/>
              <a:t>.</a:t>
            </a:r>
            <a:endParaRPr lang="en-US" sz="1200" b="1" dirty="0">
              <a:latin typeface="Nunito" pitchFamily="2" charset="0"/>
            </a:endParaRPr>
          </a:p>
        </p:txBody>
      </p:sp>
      <p:pic>
        <p:nvPicPr>
          <p:cNvPr id="8194" name="Picture 2">
            <a:extLst>
              <a:ext uri="{FF2B5EF4-FFF2-40B4-BE49-F238E27FC236}">
                <a16:creationId xmlns:a16="http://schemas.microsoft.com/office/drawing/2014/main" id="{F8FF5838-B928-6321-8344-4C1AEC5A8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450" y="966399"/>
            <a:ext cx="2868277" cy="1718103"/>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5936C289-17DF-0832-3A13-D41FF70B21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903150"/>
            <a:ext cx="3343897" cy="200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079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287F507E-A53B-C21F-8CE8-A1FD69A68422}"/>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3CED2C9D-CB10-163B-8AD1-06AC1B39F93D}"/>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F59B432A-B136-EF2D-AA9F-B0405DDA7521}"/>
              </a:ext>
            </a:extLst>
          </p:cNvPr>
          <p:cNvSpPr txBox="1"/>
          <p:nvPr/>
        </p:nvSpPr>
        <p:spPr>
          <a:xfrm>
            <a:off x="3950250" y="1070021"/>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V33 (top image) is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V34 (bottom image) is also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V33 has a wider spread (larger range of values) than V34, indicating greater variability in V33.</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large number of outliers in their tails, which are clearly marked in the box plots.</a:t>
            </a:r>
          </a:p>
        </p:txBody>
      </p:sp>
      <p:sp>
        <p:nvSpPr>
          <p:cNvPr id="8" name="TextBox 7">
            <a:extLst>
              <a:ext uri="{FF2B5EF4-FFF2-40B4-BE49-F238E27FC236}">
                <a16:creationId xmlns:a16="http://schemas.microsoft.com/office/drawing/2014/main" id="{5FF93236-CE79-BD9C-1EC7-FED9A2679A38}"/>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V33 and V34</a:t>
            </a:r>
            <a:r>
              <a:rPr lang="en-US" sz="1200" dirty="0"/>
              <a:t>.</a:t>
            </a:r>
            <a:endParaRPr lang="en-US" sz="1200" b="1" dirty="0">
              <a:latin typeface="Nunito" pitchFamily="2" charset="0"/>
            </a:endParaRPr>
          </a:p>
        </p:txBody>
      </p:sp>
      <p:pic>
        <p:nvPicPr>
          <p:cNvPr id="9218" name="Picture 2">
            <a:extLst>
              <a:ext uri="{FF2B5EF4-FFF2-40B4-BE49-F238E27FC236}">
                <a16:creationId xmlns:a16="http://schemas.microsoft.com/office/drawing/2014/main" id="{59D604B0-259A-1C1C-9B64-3AC52B8CB1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325" y="736600"/>
            <a:ext cx="3250650" cy="194714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BA924278-6DCA-DA6F-7D1B-54F31D6392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325" y="2683745"/>
            <a:ext cx="3686629" cy="220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0190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F27AD157-F4D5-154E-CABB-B1977F33A7B1}"/>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95A71F32-0ED5-C168-DE60-ED6458F0FE97}"/>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6B16EF02-54C5-1639-3586-DF46740859C6}"/>
              </a:ext>
            </a:extLst>
          </p:cNvPr>
          <p:cNvSpPr txBox="1"/>
          <p:nvPr/>
        </p:nvSpPr>
        <p:spPr>
          <a:xfrm>
            <a:off x="3950250" y="1070021"/>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V35 (bottom image) is approximately symmetric and centered slightly positively, around 2.0.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V36 (top image) is also approximately symmetric and centered slightly positively, around 2.0.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V36 has a wider spread (larger range of values) than V35, indicating greater variability in V36.</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large number of outliers in their tails, which are clearly marked in the box plots.</a:t>
            </a:r>
          </a:p>
        </p:txBody>
      </p:sp>
      <p:sp>
        <p:nvSpPr>
          <p:cNvPr id="8" name="TextBox 7">
            <a:extLst>
              <a:ext uri="{FF2B5EF4-FFF2-40B4-BE49-F238E27FC236}">
                <a16:creationId xmlns:a16="http://schemas.microsoft.com/office/drawing/2014/main" id="{67550726-5ADC-BB57-3267-23315724FFFD}"/>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V35 and V36</a:t>
            </a:r>
            <a:endParaRPr lang="en-US" sz="1200" b="1" dirty="0">
              <a:latin typeface="Nunito" pitchFamily="2" charset="0"/>
            </a:endParaRPr>
          </a:p>
        </p:txBody>
      </p:sp>
      <p:pic>
        <p:nvPicPr>
          <p:cNvPr id="10242" name="Picture 2">
            <a:extLst>
              <a:ext uri="{FF2B5EF4-FFF2-40B4-BE49-F238E27FC236}">
                <a16:creationId xmlns:a16="http://schemas.microsoft.com/office/drawing/2014/main" id="{2222B5E3-7A1F-26DE-90D3-51212D5E4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050" y="810051"/>
            <a:ext cx="3034750" cy="1817820"/>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3CD5501F-4B54-AC68-482E-F0432CA6A7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050" y="2774951"/>
            <a:ext cx="3289300" cy="1970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4080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DBDBE0F3-B6CA-E645-B1F5-260686FC7F54}"/>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1CEE0AE2-2117-DF5B-A38B-812A942B3116}"/>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95729195-8926-588B-C66B-54E6825FC582}"/>
              </a:ext>
            </a:extLst>
          </p:cNvPr>
          <p:cNvSpPr txBox="1"/>
          <p:nvPr/>
        </p:nvSpPr>
        <p:spPr>
          <a:xfrm>
            <a:off x="3950250" y="1070021"/>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V37 (bottom image) is approximately symmetric and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V38 (top image) is also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V38 has a significantly wider spread (larger range of values) than V37, indicating much greater variability in V38.</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large number of outliers in their tails, which are clearly marked in the box plots.</a:t>
            </a:r>
          </a:p>
        </p:txBody>
      </p:sp>
      <p:sp>
        <p:nvSpPr>
          <p:cNvPr id="8" name="TextBox 7">
            <a:extLst>
              <a:ext uri="{FF2B5EF4-FFF2-40B4-BE49-F238E27FC236}">
                <a16:creationId xmlns:a16="http://schemas.microsoft.com/office/drawing/2014/main" id="{20EB6F01-17CF-E1D5-8B36-0D0178F97D2B}"/>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V37 and V38</a:t>
            </a:r>
            <a:endParaRPr lang="en-US" sz="1200" b="1" dirty="0">
              <a:latin typeface="Nunito" pitchFamily="2" charset="0"/>
            </a:endParaRPr>
          </a:p>
        </p:txBody>
      </p:sp>
      <p:pic>
        <p:nvPicPr>
          <p:cNvPr id="11266" name="Picture 2">
            <a:extLst>
              <a:ext uri="{FF2B5EF4-FFF2-40B4-BE49-F238E27FC236}">
                <a16:creationId xmlns:a16="http://schemas.microsoft.com/office/drawing/2014/main" id="{08D157D8-FB56-9A1A-AD1B-48A7F1E29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764" y="791348"/>
            <a:ext cx="3339306" cy="200025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a:extLst>
              <a:ext uri="{FF2B5EF4-FFF2-40B4-BE49-F238E27FC236}">
                <a16:creationId xmlns:a16="http://schemas.microsoft.com/office/drawing/2014/main" id="{F77E3EEA-3583-7107-D6A4-689D085C31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63" y="2863850"/>
            <a:ext cx="3805749" cy="227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0304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A9BA91CC-6808-F877-7D3F-959A98704C67}"/>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14E7E3A8-DA96-2E72-01BB-12AFF945B643}"/>
              </a:ext>
            </a:extLst>
          </p:cNvPr>
          <p:cNvSpPr txBox="1">
            <a:spLocks noGrp="1"/>
          </p:cNvSpPr>
          <p:nvPr>
            <p:ph type="title"/>
          </p:nvPr>
        </p:nvSpPr>
        <p:spPr>
          <a:xfrm>
            <a:off x="197400" y="0"/>
            <a:ext cx="4609550" cy="572700"/>
          </a:xfrm>
          <a:prstGeom prst="rect">
            <a:avLst/>
          </a:prstGeom>
          <a:noFill/>
          <a:ln>
            <a:noFill/>
          </a:ln>
        </p:spPr>
        <p:txBody>
          <a:bodyPr spcFirstLastPara="1" wrap="square" lIns="91425" tIns="91425" rIns="91425" bIns="91425" anchor="t" anchorCtr="0">
            <a:noAutofit/>
          </a:bodyPr>
          <a:lstStyle/>
          <a:p>
            <a:pPr lvl="0"/>
            <a:r>
              <a:rPr lang="en" dirty="0">
                <a:solidFill>
                  <a:srgbClr val="1974D2"/>
                </a:solidFill>
              </a:rPr>
              <a:t>EDA Results-</a:t>
            </a:r>
            <a:r>
              <a:rPr lang="en-US" dirty="0">
                <a:solidFill>
                  <a:srgbClr val="1974D2"/>
                </a:solidFill>
              </a:rPr>
              <a:t> Univariate analysis</a:t>
            </a:r>
            <a:endParaRPr dirty="0">
              <a:solidFill>
                <a:srgbClr val="1974D2"/>
              </a:solidFill>
            </a:endParaRPr>
          </a:p>
        </p:txBody>
      </p:sp>
      <p:sp>
        <p:nvSpPr>
          <p:cNvPr id="5" name="TextBox 4">
            <a:extLst>
              <a:ext uri="{FF2B5EF4-FFF2-40B4-BE49-F238E27FC236}">
                <a16:creationId xmlns:a16="http://schemas.microsoft.com/office/drawing/2014/main" id="{15AC3D9B-E858-F86E-5A94-5A8B17B968CE}"/>
              </a:ext>
            </a:extLst>
          </p:cNvPr>
          <p:cNvSpPr txBox="1"/>
          <p:nvPr/>
        </p:nvSpPr>
        <p:spPr>
          <a:xfrm>
            <a:off x="3848650" y="1258574"/>
            <a:ext cx="4996350" cy="2208297"/>
          </a:xfrm>
          <a:prstGeom prst="rect">
            <a:avLst/>
          </a:prstGeom>
          <a:noFill/>
        </p:spPr>
        <p:txBody>
          <a:bodyPr wrap="square" rtlCol="0">
            <a:spAutoFit/>
          </a:bodyPr>
          <a:lstStyle/>
          <a:p>
            <a:r>
              <a:rPr lang="en-US" sz="1100" b="1" dirty="0"/>
              <a:t>Key Observations</a:t>
            </a:r>
          </a:p>
          <a:p>
            <a:endParaRPr lang="en-US" sz="1100" dirty="0"/>
          </a:p>
          <a:p>
            <a:pPr marL="228600" indent="-228600">
              <a:buFont typeface="+mj-lt"/>
              <a:buAutoNum type="arabicPeriod"/>
            </a:pPr>
            <a:r>
              <a:rPr lang="en-US" sz="1050" dirty="0">
                <a:latin typeface="Nunito" pitchFamily="2" charset="0"/>
              </a:rPr>
              <a:t>The distribution of V39 (top image) is </a:t>
            </a:r>
            <a:r>
              <a:rPr lang="en-US" sz="1050" b="1" dirty="0">
                <a:latin typeface="Nunito" pitchFamily="2" charset="0"/>
              </a:rPr>
              <a:t>approximately symmetric and centered slightly positively, around 0.5.</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The distribution of V40 (bottom image) is highly symmetric and bell-shaped, centered very close to zero.</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V40 has a wider spread (larger range of values) than V39, indicating greater variability in V40.</a:t>
            </a:r>
          </a:p>
          <a:p>
            <a:pPr marL="228600" indent="-228600">
              <a:buFont typeface="+mj-lt"/>
              <a:buAutoNum type="arabicPeriod"/>
            </a:pPr>
            <a:endParaRPr lang="en-US" sz="1050" dirty="0">
              <a:latin typeface="Nunito" pitchFamily="2" charset="0"/>
            </a:endParaRPr>
          </a:p>
          <a:p>
            <a:pPr marL="228600" indent="-228600">
              <a:buFont typeface="+mj-lt"/>
              <a:buAutoNum type="arabicPeriod"/>
            </a:pPr>
            <a:r>
              <a:rPr lang="en-US" sz="1050" dirty="0">
                <a:latin typeface="Nunito" pitchFamily="2" charset="0"/>
              </a:rPr>
              <a:t>Both variables exhibit a </a:t>
            </a:r>
            <a:r>
              <a:rPr lang="en-US" sz="1050" b="1" dirty="0">
                <a:latin typeface="Nunito" pitchFamily="2" charset="0"/>
              </a:rPr>
              <a:t>large number of outliers in their tails, which are clearly visible in the box plots..</a:t>
            </a:r>
          </a:p>
        </p:txBody>
      </p:sp>
      <p:sp>
        <p:nvSpPr>
          <p:cNvPr id="8" name="TextBox 7">
            <a:extLst>
              <a:ext uri="{FF2B5EF4-FFF2-40B4-BE49-F238E27FC236}">
                <a16:creationId xmlns:a16="http://schemas.microsoft.com/office/drawing/2014/main" id="{C12CD390-7479-138D-72F5-E85750A3C4F1}"/>
              </a:ext>
            </a:extLst>
          </p:cNvPr>
          <p:cNvSpPr txBox="1"/>
          <p:nvPr/>
        </p:nvSpPr>
        <p:spPr>
          <a:xfrm>
            <a:off x="273050" y="514349"/>
            <a:ext cx="8673550" cy="276999"/>
          </a:xfrm>
          <a:prstGeom prst="rect">
            <a:avLst/>
          </a:prstGeom>
          <a:noFill/>
        </p:spPr>
        <p:txBody>
          <a:bodyPr wrap="square" rtlCol="0">
            <a:spAutoFit/>
          </a:bodyPr>
          <a:lstStyle/>
          <a:p>
            <a:r>
              <a:rPr lang="en-US" sz="1200" dirty="0"/>
              <a:t>Below </a:t>
            </a:r>
            <a:r>
              <a:rPr lang="en-US" sz="1200" b="1" dirty="0"/>
              <a:t>box and histogram plots </a:t>
            </a:r>
            <a:r>
              <a:rPr lang="en-US" sz="1200" dirty="0"/>
              <a:t>shows the distribution and statistics for </a:t>
            </a:r>
            <a:r>
              <a:rPr lang="en-US" sz="1200" b="1" dirty="0"/>
              <a:t>feature V39 and V40</a:t>
            </a:r>
            <a:endParaRPr lang="en-US" sz="1200" b="1" dirty="0">
              <a:latin typeface="Nunito" pitchFamily="2" charset="0"/>
            </a:endParaRPr>
          </a:p>
        </p:txBody>
      </p:sp>
      <p:pic>
        <p:nvPicPr>
          <p:cNvPr id="12290" name="Picture 2">
            <a:extLst>
              <a:ext uri="{FF2B5EF4-FFF2-40B4-BE49-F238E27FC236}">
                <a16:creationId xmlns:a16="http://schemas.microsoft.com/office/drawing/2014/main" id="{45C9816E-87EB-B817-4E45-9D69888517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51" y="911824"/>
            <a:ext cx="3060699" cy="1833364"/>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281AFABF-F1AD-F171-197C-F9E6F1DCBB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00" y="2734376"/>
            <a:ext cx="3371850" cy="2019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4991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89781FE-245A-2083-6AFE-402C19703746}"/>
            </a:ext>
          </a:extLst>
        </p:cNvPr>
        <p:cNvGrpSpPr/>
        <p:nvPr/>
      </p:nvGrpSpPr>
      <p:grpSpPr>
        <a:xfrm>
          <a:off x="0" y="0"/>
          <a:ext cx="0" cy="0"/>
          <a:chOff x="0" y="0"/>
          <a:chExt cx="0" cy="0"/>
        </a:xfrm>
      </p:grpSpPr>
      <p:sp>
        <p:nvSpPr>
          <p:cNvPr id="130" name="Google Shape;130;g12508d39905_0_54">
            <a:extLst>
              <a:ext uri="{FF2B5EF4-FFF2-40B4-BE49-F238E27FC236}">
                <a16:creationId xmlns:a16="http://schemas.microsoft.com/office/drawing/2014/main" id="{4F3B17A9-2D74-B1A8-11D9-8B9FE2C49C02}"/>
              </a:ext>
            </a:extLst>
          </p:cNvPr>
          <p:cNvSpPr txBox="1">
            <a:spLocks noGrp="1"/>
          </p:cNvSpPr>
          <p:nvPr>
            <p:ph type="title"/>
          </p:nvPr>
        </p:nvSpPr>
        <p:spPr>
          <a:xfrm>
            <a:off x="197400" y="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EDA Results(Bivariate Analaysis) -</a:t>
            </a:r>
            <a:r>
              <a:rPr lang="en-US" sz="1600" dirty="0">
                <a:solidFill>
                  <a:srgbClr val="1974D2"/>
                </a:solidFill>
              </a:rPr>
              <a:t>Correlation Matrix heatmap</a:t>
            </a:r>
            <a:endParaRPr dirty="0">
              <a:solidFill>
                <a:srgbClr val="1974D2"/>
              </a:solidFill>
            </a:endParaRPr>
          </a:p>
        </p:txBody>
      </p:sp>
      <p:pic>
        <p:nvPicPr>
          <p:cNvPr id="5122" name="Picture 2">
            <a:extLst>
              <a:ext uri="{FF2B5EF4-FFF2-40B4-BE49-F238E27FC236}">
                <a16:creationId xmlns:a16="http://schemas.microsoft.com/office/drawing/2014/main" id="{CA751316-524D-5B4B-C317-B0B2E877D5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88" y="1027078"/>
            <a:ext cx="4367212" cy="40277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78CF5DE-8432-D446-6686-B7D8D1E5219E}"/>
              </a:ext>
            </a:extLst>
          </p:cNvPr>
          <p:cNvSpPr txBox="1"/>
          <p:nvPr/>
        </p:nvSpPr>
        <p:spPr>
          <a:xfrm>
            <a:off x="4572000" y="1327150"/>
            <a:ext cx="4430712" cy="3647152"/>
          </a:xfrm>
          <a:prstGeom prst="rect">
            <a:avLst/>
          </a:prstGeom>
          <a:noFill/>
        </p:spPr>
        <p:txBody>
          <a:bodyPr wrap="square" rtlCol="0">
            <a:spAutoFit/>
          </a:bodyPr>
          <a:lstStyle/>
          <a:p>
            <a:r>
              <a:rPr lang="en-US" sz="1100" b="1" dirty="0"/>
              <a:t>Key Observations </a:t>
            </a:r>
            <a:endParaRPr lang="en-US" sz="1100" dirty="0"/>
          </a:p>
          <a:p>
            <a:endParaRPr lang="en-US" sz="1100" dirty="0">
              <a:latin typeface="Nunito" pitchFamily="2" charset="0"/>
            </a:endParaRPr>
          </a:p>
          <a:p>
            <a:pPr marL="228600" indent="-228600">
              <a:buFont typeface="+mj-lt"/>
              <a:buAutoNum type="arabicPeriod"/>
            </a:pPr>
            <a:r>
              <a:rPr lang="en-US" sz="1100" b="1" dirty="0">
                <a:latin typeface="Nunito" pitchFamily="2" charset="0"/>
              </a:rPr>
              <a:t>No extreme multicollinearity:</a:t>
            </a:r>
            <a:r>
              <a:rPr lang="en-US" sz="1100" dirty="0">
                <a:latin typeface="Nunito" pitchFamily="2" charset="0"/>
              </a:rPr>
              <a:t> Most of the plot shows light green or yellow areas, indicating </a:t>
            </a:r>
            <a:r>
              <a:rPr lang="en-US" sz="1100" b="1" dirty="0">
                <a:latin typeface="Nunito" pitchFamily="2" charset="0"/>
              </a:rPr>
              <a:t>no strong linear dependence </a:t>
            </a:r>
            <a:r>
              <a:rPr lang="en-US" sz="1100" dirty="0">
                <a:latin typeface="Nunito" pitchFamily="2" charset="0"/>
              </a:rPr>
              <a:t>between features.</a:t>
            </a:r>
          </a:p>
          <a:p>
            <a:pPr marL="228600" indent="-228600">
              <a:buFont typeface="+mj-lt"/>
              <a:buAutoNum type="arabicPeriod"/>
            </a:pPr>
            <a:endParaRPr lang="en-US" sz="1100" dirty="0">
              <a:latin typeface="Nunito" pitchFamily="2" charset="0"/>
            </a:endParaRPr>
          </a:p>
          <a:p>
            <a:pPr marL="228600" indent="-228600">
              <a:buFont typeface="+mj-lt"/>
              <a:buAutoNum type="arabicPeriod"/>
            </a:pPr>
            <a:r>
              <a:rPr lang="en-US" sz="1100" b="1" dirty="0">
                <a:latin typeface="Nunito" pitchFamily="2" charset="0"/>
              </a:rPr>
              <a:t>Expected self-correlation: </a:t>
            </a:r>
            <a:r>
              <a:rPr lang="en-US" sz="1100" dirty="0">
                <a:latin typeface="Nunito" pitchFamily="2" charset="0"/>
              </a:rPr>
              <a:t>The diagonal line is dark blue with a value of </a:t>
            </a:r>
            <a:r>
              <a:rPr lang="en-US" sz="1100" b="1" dirty="0">
                <a:latin typeface="Nunito" pitchFamily="2" charset="0"/>
              </a:rPr>
              <a:t>1.00,</a:t>
            </a:r>
            <a:r>
              <a:rPr lang="en-US" sz="1100" dirty="0">
                <a:latin typeface="Nunito" pitchFamily="2" charset="0"/>
              </a:rPr>
              <a:t> confirming that each variable is </a:t>
            </a:r>
            <a:r>
              <a:rPr lang="en-US" sz="1100" b="1" dirty="0">
                <a:latin typeface="Nunito" pitchFamily="2" charset="0"/>
              </a:rPr>
              <a:t>perfectly correlated with itself.</a:t>
            </a:r>
          </a:p>
          <a:p>
            <a:pPr marL="228600" indent="-228600">
              <a:buFont typeface="+mj-lt"/>
              <a:buAutoNum type="arabicPeriod"/>
            </a:pPr>
            <a:endParaRPr lang="en-US" sz="1100" dirty="0">
              <a:latin typeface="Nunito" pitchFamily="2" charset="0"/>
            </a:endParaRPr>
          </a:p>
          <a:p>
            <a:pPr marL="228600" indent="-228600">
              <a:buFont typeface="+mj-lt"/>
              <a:buAutoNum type="arabicPeriod"/>
            </a:pPr>
            <a:r>
              <a:rPr lang="en-US" sz="1100" b="1" dirty="0">
                <a:latin typeface="Nunito" pitchFamily="2" charset="0"/>
              </a:rPr>
              <a:t>Few moderate positive pairs: </a:t>
            </a:r>
            <a:r>
              <a:rPr lang="en-US" sz="1100" dirty="0">
                <a:latin typeface="Nunito" pitchFamily="2" charset="0"/>
              </a:rPr>
              <a:t>A small number of feature pairs show </a:t>
            </a:r>
            <a:r>
              <a:rPr lang="en-US" sz="1100" b="1" dirty="0">
                <a:latin typeface="Nunito" pitchFamily="2" charset="0"/>
              </a:rPr>
              <a:t>moderate positive correlation</a:t>
            </a:r>
            <a:r>
              <a:rPr lang="en-US" sz="1100" dirty="0">
                <a:latin typeface="Nunito" pitchFamily="2" charset="0"/>
              </a:rPr>
              <a:t>, </a:t>
            </a:r>
            <a:r>
              <a:rPr lang="en-US" sz="1100" b="1" dirty="0">
                <a:latin typeface="Nunito" pitchFamily="2" charset="0"/>
              </a:rPr>
              <a:t>light blue patches (V19/v20)</a:t>
            </a:r>
            <a:r>
              <a:rPr lang="en-US" sz="1100" dirty="0">
                <a:latin typeface="Nunito" pitchFamily="2" charset="0"/>
              </a:rPr>
              <a:t> but none are high (&gt;=</a:t>
            </a:r>
            <a:r>
              <a:rPr lang="en-US" sz="1100" b="1" dirty="0">
                <a:latin typeface="Nunito" pitchFamily="2" charset="0"/>
              </a:rPr>
              <a:t>0.8)</a:t>
            </a:r>
            <a:r>
              <a:rPr lang="en-US" sz="1100" dirty="0">
                <a:latin typeface="Nunito" pitchFamily="2" charset="0"/>
              </a:rPr>
              <a:t>.</a:t>
            </a:r>
          </a:p>
          <a:p>
            <a:pPr marL="228600" indent="-228600">
              <a:buFont typeface="+mj-lt"/>
              <a:buAutoNum type="arabicPeriod"/>
            </a:pPr>
            <a:endParaRPr lang="en-US" sz="1100" dirty="0">
              <a:latin typeface="Nunito" pitchFamily="2" charset="0"/>
            </a:endParaRPr>
          </a:p>
          <a:p>
            <a:pPr marL="228600" indent="-228600">
              <a:buFont typeface="+mj-lt"/>
              <a:buAutoNum type="arabicPeriod"/>
            </a:pPr>
            <a:r>
              <a:rPr lang="en-US" sz="1100" b="1" dirty="0">
                <a:latin typeface="Nunito" pitchFamily="2" charset="0"/>
              </a:rPr>
              <a:t>Absence of strong negative correlation: </a:t>
            </a:r>
            <a:r>
              <a:rPr lang="en-US" sz="1100" dirty="0">
                <a:latin typeface="Nunito" pitchFamily="2" charset="0"/>
              </a:rPr>
              <a:t>There are no deep red areas, indicating </a:t>
            </a:r>
            <a:r>
              <a:rPr lang="en-US" sz="1100" b="1" dirty="0">
                <a:latin typeface="Nunito" pitchFamily="2" charset="0"/>
              </a:rPr>
              <a:t>no strong inverse relationships between features.</a:t>
            </a:r>
          </a:p>
          <a:p>
            <a:pPr marL="228600" indent="-228600">
              <a:buFont typeface="+mj-lt"/>
              <a:buAutoNum type="arabicPeriod"/>
            </a:pPr>
            <a:endParaRPr lang="en-US" sz="1100" dirty="0">
              <a:latin typeface="Nunito" pitchFamily="2" charset="0"/>
            </a:endParaRPr>
          </a:p>
          <a:p>
            <a:pPr marL="228600" indent="-228600">
              <a:buFont typeface="+mj-lt"/>
              <a:buAutoNum type="arabicPeriod"/>
            </a:pPr>
            <a:r>
              <a:rPr lang="en-US" sz="1100" b="1" dirty="0">
                <a:latin typeface="Nunito" pitchFamily="2" charset="0"/>
              </a:rPr>
              <a:t>Data suitability for neural networks: The overall low inter-feature correlation</a:t>
            </a:r>
            <a:r>
              <a:rPr lang="en-US" sz="1100" dirty="0">
                <a:latin typeface="Nunito" pitchFamily="2" charset="0"/>
              </a:rPr>
              <a:t> suggests the data is appropriate for neural network modeling, </a:t>
            </a:r>
            <a:r>
              <a:rPr lang="en-US" sz="1100" b="1" dirty="0">
                <a:latin typeface="Nunito" pitchFamily="2" charset="0"/>
              </a:rPr>
              <a:t>reducing redundancy-related issues</a:t>
            </a:r>
            <a:r>
              <a:rPr lang="en-US" sz="1100" dirty="0">
                <a:latin typeface="Nunito" pitchFamily="2" charset="0"/>
              </a:rPr>
              <a:t>.</a:t>
            </a:r>
          </a:p>
        </p:txBody>
      </p:sp>
      <p:sp>
        <p:nvSpPr>
          <p:cNvPr id="8" name="TextBox 7">
            <a:extLst>
              <a:ext uri="{FF2B5EF4-FFF2-40B4-BE49-F238E27FC236}">
                <a16:creationId xmlns:a16="http://schemas.microsoft.com/office/drawing/2014/main" id="{44422357-BD55-09E5-F27B-405FD1C57AE9}"/>
              </a:ext>
            </a:extLst>
          </p:cNvPr>
          <p:cNvSpPr txBox="1"/>
          <p:nvPr/>
        </p:nvSpPr>
        <p:spPr>
          <a:xfrm>
            <a:off x="260900" y="685799"/>
            <a:ext cx="8673550" cy="276999"/>
          </a:xfrm>
          <a:prstGeom prst="rect">
            <a:avLst/>
          </a:prstGeom>
          <a:noFill/>
        </p:spPr>
        <p:txBody>
          <a:bodyPr wrap="square" rtlCol="0">
            <a:spAutoFit/>
          </a:bodyPr>
          <a:lstStyle/>
          <a:p>
            <a:r>
              <a:rPr lang="en-US" sz="1200" dirty="0">
                <a:latin typeface="Nunito" pitchFamily="2" charset="0"/>
              </a:rPr>
              <a:t>This plot is a </a:t>
            </a:r>
            <a:r>
              <a:rPr lang="en-US" sz="1200" b="1" dirty="0">
                <a:latin typeface="Nunito" pitchFamily="2" charset="0"/>
              </a:rPr>
              <a:t>Correlation Matrix</a:t>
            </a:r>
            <a:r>
              <a:rPr lang="en-US" sz="1200" dirty="0">
                <a:latin typeface="Nunito" pitchFamily="2" charset="0"/>
              </a:rPr>
              <a:t> heatmap showing the linear relationship between the </a:t>
            </a:r>
            <a:r>
              <a:rPr lang="en-US" sz="1200" b="1" dirty="0">
                <a:latin typeface="Nunito" pitchFamily="2" charset="0"/>
              </a:rPr>
              <a:t>features (V1 through V40).</a:t>
            </a:r>
          </a:p>
        </p:txBody>
      </p:sp>
    </p:spTree>
    <p:extLst>
      <p:ext uri="{BB962C8B-B14F-4D97-AF65-F5344CB8AC3E}">
        <p14:creationId xmlns:p14="http://schemas.microsoft.com/office/powerpoint/2010/main" val="3733919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12508d39905_0_10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2D3B45"/>
              </a:buClr>
              <a:buSzPts val="1400"/>
              <a:buChar char="●"/>
            </a:pPr>
            <a:r>
              <a:rPr lang="en" sz="1400" b="1" dirty="0">
                <a:solidFill>
                  <a:srgbClr val="2D3B45"/>
                </a:solidFill>
                <a:highlight>
                  <a:srgbClr val="FFFFFF"/>
                </a:highlight>
              </a:rPr>
              <a:t>Duplicate value check : </a:t>
            </a:r>
            <a:r>
              <a:rPr lang="en" sz="1400" dirty="0">
                <a:solidFill>
                  <a:srgbClr val="2D3B45"/>
                </a:solidFill>
                <a:highlight>
                  <a:srgbClr val="FFFFFF"/>
                </a:highlight>
              </a:rPr>
              <a:t>Trained data do not have duplicate data </a:t>
            </a:r>
            <a:endParaRPr sz="1400" dirty="0">
              <a:solidFill>
                <a:srgbClr val="2D3B45"/>
              </a:solidFill>
              <a:highlight>
                <a:srgbClr val="FFFFFF"/>
              </a:highlight>
            </a:endParaRPr>
          </a:p>
          <a:p>
            <a:pPr marL="457200" lvl="0" indent="-317500" algn="l" rtl="0">
              <a:lnSpc>
                <a:spcPct val="115000"/>
              </a:lnSpc>
              <a:spcBef>
                <a:spcPts val="1000"/>
              </a:spcBef>
              <a:spcAft>
                <a:spcPts val="0"/>
              </a:spcAft>
              <a:buClr>
                <a:srgbClr val="2D3B45"/>
              </a:buClr>
              <a:buSzPts val="1400"/>
              <a:buChar char="●"/>
            </a:pPr>
            <a:r>
              <a:rPr lang="en" sz="1400" b="1" dirty="0">
                <a:solidFill>
                  <a:srgbClr val="2D3B45"/>
                </a:solidFill>
                <a:highlight>
                  <a:srgbClr val="FFFFFF"/>
                </a:highlight>
              </a:rPr>
              <a:t>Missing value</a:t>
            </a:r>
          </a:p>
          <a:p>
            <a:pPr lvl="1" indent="-317500">
              <a:spcBef>
                <a:spcPts val="1000"/>
              </a:spcBef>
              <a:buClr>
                <a:srgbClr val="2D3B45"/>
              </a:buClr>
              <a:buSzPts val="1400"/>
              <a:buFont typeface="Arial" panose="020B0604020202020204" pitchFamily="34" charset="0"/>
              <a:buChar char="•"/>
            </a:pPr>
            <a:r>
              <a:rPr lang="en" sz="1200" dirty="0">
                <a:solidFill>
                  <a:srgbClr val="2D3B45"/>
                </a:solidFill>
                <a:highlight>
                  <a:srgbClr val="FFFFFF"/>
                </a:highlight>
              </a:rPr>
              <a:t>Trained Data set: There are 18 missing values in V1 and V2 features </a:t>
            </a:r>
          </a:p>
          <a:p>
            <a:pPr lvl="1" indent="-317500">
              <a:spcBef>
                <a:spcPts val="1000"/>
              </a:spcBef>
              <a:buClr>
                <a:srgbClr val="2D3B45"/>
              </a:buClr>
              <a:buSzPts val="1400"/>
              <a:buFont typeface="Arial" panose="020B0604020202020204" pitchFamily="34" charset="0"/>
              <a:buChar char="•"/>
            </a:pPr>
            <a:r>
              <a:rPr lang="en" sz="1200" dirty="0">
                <a:solidFill>
                  <a:srgbClr val="2D3B45"/>
                </a:solidFill>
                <a:highlight>
                  <a:srgbClr val="FFFFFF"/>
                </a:highlight>
              </a:rPr>
              <a:t>Test Data set : There are 5 missing values in V1 and 6 missing values in V2 features</a:t>
            </a:r>
          </a:p>
          <a:p>
            <a:pPr lvl="1" indent="-317500">
              <a:spcBef>
                <a:spcPts val="1000"/>
              </a:spcBef>
              <a:buClr>
                <a:srgbClr val="2D3B45"/>
              </a:buClr>
              <a:buSzPts val="1400"/>
              <a:buFont typeface="Arial" panose="020B0604020202020204" pitchFamily="34" charset="0"/>
              <a:buChar char="•"/>
            </a:pPr>
            <a:r>
              <a:rPr lang="en" sz="1200" dirty="0">
                <a:solidFill>
                  <a:srgbClr val="2D3B45"/>
                </a:solidFill>
                <a:highlight>
                  <a:srgbClr val="FFFFFF"/>
                </a:highlight>
              </a:rPr>
              <a:t>Missing value treatment</a:t>
            </a:r>
          </a:p>
          <a:p>
            <a:pPr lvl="2" indent="-317500">
              <a:spcBef>
                <a:spcPts val="1000"/>
              </a:spcBef>
              <a:buClr>
                <a:srgbClr val="2D3B45"/>
              </a:buClr>
              <a:buSzPts val="1400"/>
              <a:buFont typeface="Arial" panose="020B0604020202020204" pitchFamily="34" charset="0"/>
              <a:buChar char="•"/>
            </a:pPr>
            <a:r>
              <a:rPr lang="en-US" sz="1100" dirty="0">
                <a:solidFill>
                  <a:srgbClr val="2D3B45"/>
                </a:solidFill>
              </a:rPr>
              <a:t>Missing values were handled using the </a:t>
            </a:r>
            <a:r>
              <a:rPr lang="en-US" sz="1100" b="1" dirty="0">
                <a:solidFill>
                  <a:srgbClr val="2D3B45"/>
                </a:solidFill>
              </a:rPr>
              <a:t>median imputation technique </a:t>
            </a:r>
            <a:r>
              <a:rPr lang="en-US" sz="1100" dirty="0">
                <a:solidFill>
                  <a:srgbClr val="2D3B45"/>
                </a:solidFill>
              </a:rPr>
              <a:t>to ensure robustness against outliers.</a:t>
            </a:r>
          </a:p>
          <a:p>
            <a:pPr lvl="2" indent="-317500">
              <a:spcBef>
                <a:spcPts val="1000"/>
              </a:spcBef>
              <a:buClr>
                <a:srgbClr val="2D3B45"/>
              </a:buClr>
              <a:buSzPts val="1400"/>
              <a:buFont typeface="Arial" panose="020B0604020202020204" pitchFamily="34" charset="0"/>
              <a:buChar char="•"/>
            </a:pPr>
            <a:r>
              <a:rPr lang="en-US" sz="1100" dirty="0">
                <a:solidFill>
                  <a:srgbClr val="2D3B45"/>
                </a:solidFill>
              </a:rPr>
              <a:t>To prevent data leakage, imputation was performed </a:t>
            </a:r>
            <a:r>
              <a:rPr lang="en-US" sz="1100" b="1" dirty="0">
                <a:solidFill>
                  <a:srgbClr val="2D3B45"/>
                </a:solidFill>
              </a:rPr>
              <a:t>after splitting the dataset into training and validation subsets.</a:t>
            </a:r>
          </a:p>
          <a:p>
            <a:pPr lvl="2" indent="-317500">
              <a:spcBef>
                <a:spcPts val="1000"/>
              </a:spcBef>
              <a:buClr>
                <a:srgbClr val="2D3B45"/>
              </a:buClr>
              <a:buSzPts val="1400"/>
              <a:buFont typeface="Arial" panose="020B0604020202020204" pitchFamily="34" charset="0"/>
              <a:buChar char="•"/>
            </a:pPr>
            <a:r>
              <a:rPr lang="en-US" sz="1100" dirty="0">
                <a:solidFill>
                  <a:srgbClr val="2D3B45"/>
                </a:solidFill>
              </a:rPr>
              <a:t>A SimpleImputer (strategy = 'median') was fitted on the training data and subsequently applied to the validation and test datasets using the same imputer instance.</a:t>
            </a:r>
          </a:p>
          <a:p>
            <a:pPr lvl="2" indent="-317500">
              <a:spcBef>
                <a:spcPts val="1000"/>
              </a:spcBef>
              <a:buClr>
                <a:srgbClr val="2D3B45"/>
              </a:buClr>
              <a:buSzPts val="1400"/>
              <a:buFont typeface="Arial" panose="020B0604020202020204" pitchFamily="34" charset="0"/>
              <a:buChar char="•"/>
            </a:pPr>
            <a:r>
              <a:rPr lang="en-US" sz="1100" dirty="0">
                <a:solidFill>
                  <a:srgbClr val="2D3B45"/>
                </a:solidFill>
              </a:rPr>
              <a:t>This approach ensures </a:t>
            </a:r>
            <a:r>
              <a:rPr lang="en-US" sz="1100" b="1" dirty="0">
                <a:solidFill>
                  <a:srgbClr val="2D3B45"/>
                </a:solidFill>
              </a:rPr>
              <a:t>consistent transformation across all data partitions while maintaining model integrity</a:t>
            </a:r>
            <a:endParaRPr sz="1400" b="1" dirty="0">
              <a:solidFill>
                <a:srgbClr val="2D3B45"/>
              </a:solidFill>
              <a:highlight>
                <a:srgbClr val="FFFFF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1E7D3962-CF36-185D-5253-9EF4D1CC0F54}"/>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145BAD7A-E4BF-FD4B-4852-9D13180CE05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dirty="0">
                <a:solidFill>
                  <a:srgbClr val="1974D2"/>
                </a:solidFill>
              </a:rPr>
              <a:t>Outlier Analysis </a:t>
            </a:r>
            <a:endParaRPr dirty="0">
              <a:solidFill>
                <a:srgbClr val="1974D2"/>
              </a:solidFill>
            </a:endParaRPr>
          </a:p>
        </p:txBody>
      </p:sp>
      <p:sp>
        <p:nvSpPr>
          <p:cNvPr id="138" name="Google Shape;138;g12508d39905_0_109">
            <a:extLst>
              <a:ext uri="{FF2B5EF4-FFF2-40B4-BE49-F238E27FC236}">
                <a16:creationId xmlns:a16="http://schemas.microsoft.com/office/drawing/2014/main" id="{EC372D63-8539-3923-826C-9535A6F227F7}"/>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lvl="0" indent="-317500">
              <a:buClr>
                <a:srgbClr val="2D3B45"/>
              </a:buClr>
              <a:buSzPts val="1400"/>
            </a:pPr>
            <a:r>
              <a:rPr lang="en-US" sz="1200" b="1" dirty="0">
                <a:solidFill>
                  <a:srgbClr val="2D3B45"/>
                </a:solidFill>
                <a:highlight>
                  <a:srgbClr val="FFFFFF"/>
                </a:highlight>
              </a:rPr>
              <a:t>Outliers Exist Broadly</a:t>
            </a:r>
            <a:r>
              <a:rPr lang="en-US" sz="1400" b="1" dirty="0">
                <a:solidFill>
                  <a:srgbClr val="2D3B45"/>
                </a:solidFill>
                <a:highlight>
                  <a:srgbClr val="FFFFFF"/>
                </a:highlight>
              </a:rPr>
              <a:t>:</a:t>
            </a:r>
            <a:r>
              <a:rPr lang="en" sz="1400" b="1" dirty="0">
                <a:solidFill>
                  <a:srgbClr val="2D3B45"/>
                </a:solidFill>
                <a:highlight>
                  <a:srgbClr val="FFFFFF"/>
                </a:highlight>
              </a:rPr>
              <a:t> </a:t>
            </a:r>
            <a:r>
              <a:rPr lang="en-US" sz="1100" dirty="0">
                <a:highlight>
                  <a:srgbClr val="FFFFFF"/>
                </a:highlight>
              </a:rPr>
              <a:t>All features exhibit a wide range between min/max and the </a:t>
            </a:r>
            <a:r>
              <a:rPr lang="en-US" sz="1100" b="1" dirty="0">
                <a:highlight>
                  <a:srgbClr val="FFFFFF"/>
                </a:highlight>
              </a:rPr>
              <a:t>25%/75% quartiles</a:t>
            </a:r>
            <a:r>
              <a:rPr lang="en-US" sz="1100" dirty="0">
                <a:highlight>
                  <a:srgbClr val="FFFFFF"/>
                </a:highlight>
              </a:rPr>
              <a:t>, </a:t>
            </a:r>
            <a:r>
              <a:rPr lang="en-US" sz="1100" b="1" dirty="0">
                <a:highlight>
                  <a:srgbClr val="FFFFFF"/>
                </a:highlight>
              </a:rPr>
              <a:t>confirming the presence of outliers </a:t>
            </a:r>
            <a:r>
              <a:rPr lang="en-US" sz="1100" dirty="0">
                <a:highlight>
                  <a:srgbClr val="FFFFFF"/>
                </a:highlight>
              </a:rPr>
              <a:t>in every variable.</a:t>
            </a:r>
          </a:p>
          <a:p>
            <a:pPr lvl="0" indent="-317500">
              <a:buClr>
                <a:srgbClr val="2D3B45"/>
              </a:buClr>
              <a:buSzPts val="1400"/>
            </a:pPr>
            <a:endParaRPr lang="en-US" sz="1100" dirty="0">
              <a:highlight>
                <a:srgbClr val="FFFFFF"/>
              </a:highlight>
            </a:endParaRPr>
          </a:p>
          <a:p>
            <a:pPr lvl="0" indent="-317500">
              <a:buClr>
                <a:srgbClr val="2D3B45"/>
              </a:buClr>
              <a:buSzPts val="1400"/>
            </a:pPr>
            <a:r>
              <a:rPr lang="en-US" sz="1200" b="1" dirty="0">
                <a:highlight>
                  <a:srgbClr val="FFFFFF"/>
                </a:highlight>
              </a:rPr>
              <a:t>Symmetrical Outliers are Common: </a:t>
            </a:r>
            <a:r>
              <a:rPr lang="en-US" sz="1100" dirty="0">
                <a:highlight>
                  <a:srgbClr val="FFFFFF"/>
                </a:highlight>
              </a:rPr>
              <a:t>For features like </a:t>
            </a:r>
            <a:r>
              <a:rPr lang="en-US" sz="1100" b="1" dirty="0">
                <a:highlight>
                  <a:srgbClr val="FFFFFF"/>
                </a:highlight>
              </a:rPr>
              <a:t>V4, V17, and V33</a:t>
            </a:r>
            <a:r>
              <a:rPr lang="en-US" sz="1100" dirty="0">
                <a:highlight>
                  <a:srgbClr val="FFFFFF"/>
                </a:highlight>
              </a:rPr>
              <a:t>, the distance from the median (50%) to the min and max is roughly symmetrical, suggesting </a:t>
            </a:r>
            <a:r>
              <a:rPr lang="en-US" sz="1100" b="1" dirty="0">
                <a:highlight>
                  <a:srgbClr val="FFFFFF"/>
                </a:highlight>
              </a:rPr>
              <a:t>two-sided outliers</a:t>
            </a:r>
            <a:r>
              <a:rPr lang="en-US" sz="1200" dirty="0">
                <a:highlight>
                  <a:srgbClr val="FFFFFF"/>
                </a:highlight>
              </a:rPr>
              <a:t>.</a:t>
            </a:r>
          </a:p>
          <a:p>
            <a:pPr lvl="0" indent="-317500">
              <a:buClr>
                <a:srgbClr val="2D3B45"/>
              </a:buClr>
              <a:buSzPts val="1400"/>
            </a:pPr>
            <a:endParaRPr lang="en-US" sz="1200" dirty="0">
              <a:highlight>
                <a:srgbClr val="FFFFFF"/>
              </a:highlight>
            </a:endParaRPr>
          </a:p>
          <a:p>
            <a:pPr lvl="0" indent="-317500">
              <a:buClr>
                <a:srgbClr val="2D3B45"/>
              </a:buClr>
              <a:buSzPts val="1400"/>
            </a:pPr>
            <a:r>
              <a:rPr lang="en-US" sz="1200" b="1" dirty="0"/>
              <a:t>Positive Outliers are Extreme</a:t>
            </a:r>
            <a:r>
              <a:rPr lang="en-US" sz="1200" dirty="0"/>
              <a:t>: </a:t>
            </a:r>
            <a:r>
              <a:rPr lang="en-US" sz="1100" dirty="0"/>
              <a:t>Feature </a:t>
            </a:r>
            <a:r>
              <a:rPr lang="en-US" sz="1100" b="1" dirty="0"/>
              <a:t>V32</a:t>
            </a:r>
            <a:r>
              <a:rPr lang="en-US" sz="1100" dirty="0"/>
              <a:t> has the largest max value(</a:t>
            </a:r>
            <a:r>
              <a:rPr lang="en-US" sz="1100" b="1" dirty="0"/>
              <a:t>23.633</a:t>
            </a:r>
            <a:r>
              <a:rPr lang="en-US" sz="1100" dirty="0"/>
              <a:t>) which is significantly farther from its </a:t>
            </a:r>
            <a:r>
              <a:rPr lang="en-US" sz="1100" b="1" dirty="0"/>
              <a:t>75% quartile (3.761) </a:t>
            </a:r>
            <a:r>
              <a:rPr lang="en-US" sz="1100" dirty="0"/>
              <a:t>than the min is from its   </a:t>
            </a:r>
            <a:r>
              <a:rPr lang="en-US" sz="1100" b="1" dirty="0"/>
              <a:t>25 %</a:t>
            </a:r>
            <a:r>
              <a:rPr lang="en-US" sz="1100" dirty="0"/>
              <a:t> indicating </a:t>
            </a:r>
            <a:r>
              <a:rPr lang="en-US" sz="1100" b="1" dirty="0"/>
              <a:t>extreme positive outliers </a:t>
            </a:r>
          </a:p>
          <a:p>
            <a:pPr lvl="0" indent="-317500">
              <a:buClr>
                <a:srgbClr val="2D3B45"/>
              </a:buClr>
              <a:buSzPts val="1400"/>
            </a:pPr>
            <a:endParaRPr lang="en-US" sz="1200" b="1" dirty="0"/>
          </a:p>
          <a:p>
            <a:pPr lvl="0" indent="-317500">
              <a:buClr>
                <a:srgbClr val="2D3B45"/>
              </a:buClr>
              <a:buSzPts val="1400"/>
            </a:pPr>
            <a:r>
              <a:rPr lang="en-US" sz="1200" b="1" dirty="0"/>
              <a:t>Negative Outliers are Extreme: </a:t>
            </a:r>
            <a:r>
              <a:rPr lang="en-US" sz="1100" dirty="0"/>
              <a:t>Feature V16 has the lowest min value (-20.374), showing that it contains some of the most extreme negative outliers in the dataset.</a:t>
            </a:r>
            <a:endParaRPr lang="en-US" sz="1100" dirty="0">
              <a:highlight>
                <a:srgbClr val="FFFFFF"/>
              </a:highlight>
            </a:endParaRPr>
          </a:p>
          <a:p>
            <a:pPr marL="0" lvl="0" indent="0" algn="l" rtl="0">
              <a:lnSpc>
                <a:spcPct val="115000"/>
              </a:lnSpc>
              <a:spcBef>
                <a:spcPts val="1000"/>
              </a:spcBef>
              <a:spcAft>
                <a:spcPts val="0"/>
              </a:spcAft>
              <a:buSzPts val="1500"/>
              <a:buNone/>
            </a:pPr>
            <a:endParaRPr sz="1400" dirty="0">
              <a:solidFill>
                <a:srgbClr val="2D3B45"/>
              </a:solidFill>
              <a:highlight>
                <a:srgbClr val="FFFFFF"/>
              </a:highlight>
            </a:endParaRPr>
          </a:p>
          <a:p>
            <a:pPr marL="0" lvl="0" indent="0" algn="l" rtl="0">
              <a:lnSpc>
                <a:spcPct val="115000"/>
              </a:lnSpc>
              <a:spcBef>
                <a:spcPts val="1000"/>
              </a:spcBef>
              <a:spcAft>
                <a:spcPts val="1000"/>
              </a:spcAft>
              <a:buSzPts val="1500"/>
              <a:buNone/>
            </a:pPr>
            <a:endParaRPr sz="1200" dirty="0">
              <a:solidFill>
                <a:srgbClr val="2D3B45"/>
              </a:solidFill>
              <a:highlight>
                <a:srgbClr val="FFFFFF"/>
              </a:highlight>
            </a:endParaRPr>
          </a:p>
        </p:txBody>
      </p:sp>
    </p:spTree>
    <p:extLst>
      <p:ext uri="{BB962C8B-B14F-4D97-AF65-F5344CB8AC3E}">
        <p14:creationId xmlns:p14="http://schemas.microsoft.com/office/powerpoint/2010/main" val="138429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06810EEF-BE8E-3AB5-A41E-A0873A884C98}"/>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E7398E07-D74C-5786-2E38-3FDD9E68401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Feature Engineering and Data prepartion for modeling </a:t>
            </a:r>
            <a:endParaRPr dirty="0">
              <a:solidFill>
                <a:srgbClr val="1974D2"/>
              </a:solidFill>
            </a:endParaRPr>
          </a:p>
        </p:txBody>
      </p:sp>
      <p:sp>
        <p:nvSpPr>
          <p:cNvPr id="138" name="Google Shape;138;g12508d39905_0_109">
            <a:extLst>
              <a:ext uri="{FF2B5EF4-FFF2-40B4-BE49-F238E27FC236}">
                <a16:creationId xmlns:a16="http://schemas.microsoft.com/office/drawing/2014/main" id="{62C6B179-516D-060C-E922-6FAFD7945A91}"/>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rgbClr val="2D3B45"/>
              </a:buClr>
              <a:buSzPts val="1400"/>
              <a:buChar char="●"/>
            </a:pPr>
            <a:r>
              <a:rPr lang="en" sz="1400" b="1" dirty="0">
                <a:solidFill>
                  <a:srgbClr val="2D3B45"/>
                </a:solidFill>
                <a:highlight>
                  <a:srgbClr val="FFFFFF"/>
                </a:highlight>
              </a:rPr>
              <a:t>Data Splitting  </a:t>
            </a:r>
          </a:p>
          <a:p>
            <a:pPr lvl="1" indent="-317500">
              <a:spcBef>
                <a:spcPts val="0"/>
              </a:spcBef>
              <a:buClr>
                <a:srgbClr val="2D3B45"/>
              </a:buClr>
              <a:buSzPts val="1400"/>
              <a:buChar char="●"/>
            </a:pPr>
            <a:r>
              <a:rPr lang="en" sz="1100" dirty="0">
                <a:solidFill>
                  <a:srgbClr val="2D3B45"/>
                </a:solidFill>
                <a:highlight>
                  <a:srgbClr val="FFFFFF"/>
                </a:highlight>
              </a:rPr>
              <a:t>Trained data set is splitted for Training Data and Validation  Dataset in ratio of (8;2)</a:t>
            </a:r>
          </a:p>
          <a:p>
            <a:pPr lvl="1" indent="-317500">
              <a:spcBef>
                <a:spcPts val="0"/>
              </a:spcBef>
              <a:buClr>
                <a:srgbClr val="2D3B45"/>
              </a:buClr>
              <a:buSzPts val="1400"/>
              <a:buChar char="●"/>
            </a:pPr>
            <a:r>
              <a:rPr lang="en" sz="1100" dirty="0">
                <a:solidFill>
                  <a:srgbClr val="2D3B45"/>
                </a:solidFill>
                <a:highlight>
                  <a:srgbClr val="FFFFFF"/>
                </a:highlight>
              </a:rPr>
              <a:t>Splitting for Test Set is not required as Test Data Set is provided </a:t>
            </a:r>
          </a:p>
          <a:p>
            <a:pPr lvl="1" indent="-317500">
              <a:spcBef>
                <a:spcPts val="0"/>
              </a:spcBef>
              <a:buClr>
                <a:srgbClr val="2D3B45"/>
              </a:buClr>
              <a:buSzPts val="1400"/>
              <a:buChar char="●"/>
            </a:pPr>
            <a:r>
              <a:rPr lang="en-US" sz="1100" dirty="0">
                <a:solidFill>
                  <a:srgbClr val="2D3B45"/>
                </a:solidFill>
                <a:highlight>
                  <a:srgbClr val="FFFFFF"/>
                </a:highlight>
              </a:rPr>
              <a:t>R</a:t>
            </a:r>
            <a:r>
              <a:rPr lang="en" sz="1100" dirty="0">
                <a:solidFill>
                  <a:srgbClr val="2D3B45"/>
                </a:solidFill>
                <a:highlight>
                  <a:srgbClr val="FFFFFF"/>
                </a:highlight>
              </a:rPr>
              <a:t>andom_state=1 is used in order to ensure </a:t>
            </a:r>
            <a:r>
              <a:rPr lang="en-US" sz="1100" b="1" dirty="0"/>
              <a:t>Reproducibility</a:t>
            </a:r>
          </a:p>
          <a:p>
            <a:pPr lvl="1" indent="-317500">
              <a:spcBef>
                <a:spcPts val="0"/>
              </a:spcBef>
              <a:buClr>
                <a:srgbClr val="2D3B45"/>
              </a:buClr>
              <a:buSzPts val="1400"/>
              <a:buChar char="●"/>
            </a:pPr>
            <a:r>
              <a:rPr lang="en-US" sz="1100" b="1" dirty="0">
                <a:solidFill>
                  <a:srgbClr val="2D3B45"/>
                </a:solidFill>
                <a:highlight>
                  <a:srgbClr val="FFFFFF"/>
                </a:highlight>
              </a:rPr>
              <a:t>stratify=y </a:t>
            </a:r>
            <a:r>
              <a:rPr lang="en-US" sz="1100" dirty="0">
                <a:solidFill>
                  <a:srgbClr val="2D3B45"/>
                </a:solidFill>
                <a:highlight>
                  <a:srgbClr val="FFFFFF"/>
                </a:highlight>
              </a:rPr>
              <a:t>to ensure to </a:t>
            </a:r>
            <a:r>
              <a:rPr lang="en-US" sz="1100" dirty="0">
                <a:highlight>
                  <a:srgbClr val="FFFFFF"/>
                </a:highlight>
              </a:rPr>
              <a:t>validation set is a </a:t>
            </a:r>
            <a:r>
              <a:rPr lang="en-US" sz="1100" b="1" dirty="0">
                <a:highlight>
                  <a:srgbClr val="FFFFFF"/>
                </a:highlight>
              </a:rPr>
              <a:t>true miniature representation</a:t>
            </a:r>
            <a:r>
              <a:rPr lang="en-US" sz="1100" dirty="0">
                <a:highlight>
                  <a:srgbClr val="FFFFFF"/>
                </a:highlight>
              </a:rPr>
              <a:t> of entire dataset's class distribution</a:t>
            </a:r>
            <a:endParaRPr lang="en" sz="1100" b="1" dirty="0">
              <a:solidFill>
                <a:srgbClr val="2D3B45"/>
              </a:solidFill>
              <a:highlight>
                <a:srgbClr val="FFFFFF"/>
              </a:highlight>
            </a:endParaRPr>
          </a:p>
          <a:p>
            <a:pPr indent="-317500">
              <a:buClr>
                <a:srgbClr val="2D3B45"/>
              </a:buClr>
              <a:buSzPts val="1400"/>
            </a:pPr>
            <a:endParaRPr lang="en" sz="1300" dirty="0">
              <a:solidFill>
                <a:srgbClr val="2D3B45"/>
              </a:solidFill>
              <a:highlight>
                <a:srgbClr val="FFFFFF"/>
              </a:highlight>
            </a:endParaRPr>
          </a:p>
          <a:p>
            <a:pPr indent="-317500">
              <a:buClr>
                <a:srgbClr val="2D3B45"/>
              </a:buClr>
              <a:buSzPts val="1400"/>
            </a:pPr>
            <a:r>
              <a:rPr lang="en" sz="1300" b="1" dirty="0">
                <a:solidFill>
                  <a:srgbClr val="2D3B45"/>
                </a:solidFill>
                <a:highlight>
                  <a:srgbClr val="FFFFFF"/>
                </a:highlight>
              </a:rPr>
              <a:t>Final Shape of the DataSet after the splitting of the Training and Validaion datasets</a:t>
            </a:r>
          </a:p>
          <a:p>
            <a:pPr lvl="1" indent="-317500">
              <a:buClr>
                <a:srgbClr val="2D3B45"/>
              </a:buClr>
              <a:buSzPts val="1400"/>
              <a:buFont typeface="Wingdings" panose="05000000000000000000" pitchFamily="2" charset="2"/>
              <a:buChar char="v"/>
            </a:pPr>
            <a:r>
              <a:rPr lang="en" sz="1100" b="1" dirty="0">
                <a:solidFill>
                  <a:srgbClr val="2D3B45"/>
                </a:solidFill>
                <a:highlight>
                  <a:srgbClr val="FFFFFF"/>
                </a:highlight>
              </a:rPr>
              <a:t>Traing DataSet: (16000,40)</a:t>
            </a:r>
          </a:p>
          <a:p>
            <a:pPr lvl="1" indent="-317500">
              <a:buClr>
                <a:srgbClr val="2D3B45"/>
              </a:buClr>
              <a:buSzPts val="1400"/>
              <a:buFont typeface="Wingdings" panose="05000000000000000000" pitchFamily="2" charset="2"/>
              <a:buChar char="v"/>
            </a:pPr>
            <a:r>
              <a:rPr lang="en" sz="1100" b="1" dirty="0">
                <a:solidFill>
                  <a:srgbClr val="2D3B45"/>
                </a:solidFill>
                <a:highlight>
                  <a:srgbClr val="FFFFFF"/>
                </a:highlight>
              </a:rPr>
              <a:t>Validation DataSet : (4000,40)</a:t>
            </a:r>
          </a:p>
          <a:p>
            <a:pPr lvl="1" indent="-317500">
              <a:buClr>
                <a:srgbClr val="2D3B45"/>
              </a:buClr>
              <a:buSzPts val="1400"/>
              <a:buFont typeface="Wingdings" panose="05000000000000000000" pitchFamily="2" charset="2"/>
              <a:buChar char="v"/>
            </a:pPr>
            <a:r>
              <a:rPr lang="en" sz="1100" b="1" dirty="0">
                <a:solidFill>
                  <a:srgbClr val="2D3B45"/>
                </a:solidFill>
                <a:highlight>
                  <a:srgbClr val="FFFFFF"/>
                </a:highlight>
              </a:rPr>
              <a:t>Training DataSet: (5000,40)</a:t>
            </a:r>
            <a:endParaRPr sz="1100" b="1" dirty="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dirty="0">
              <a:solidFill>
                <a:srgbClr val="2D3B45"/>
              </a:solidFill>
              <a:highlight>
                <a:srgbClr val="FFFFFF"/>
              </a:highlight>
            </a:endParaRPr>
          </a:p>
        </p:txBody>
      </p:sp>
    </p:spTree>
    <p:extLst>
      <p:ext uri="{BB962C8B-B14F-4D97-AF65-F5344CB8AC3E}">
        <p14:creationId xmlns:p14="http://schemas.microsoft.com/office/powerpoint/2010/main" val="1744137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1C815A9F-E0C8-28A1-99B5-E22F9DCFFF5D}"/>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35DF9FA6-C346-E063-7D23-195FE3FB9344}"/>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Model Evaluation Criterion-</a:t>
            </a:r>
            <a:r>
              <a:rPr lang="en" sz="1600" dirty="0">
                <a:solidFill>
                  <a:srgbClr val="1974D2"/>
                </a:solidFill>
              </a:rPr>
              <a:t>Performance Metric Comprasion </a:t>
            </a:r>
            <a:endParaRPr sz="1600" dirty="0">
              <a:solidFill>
                <a:srgbClr val="1974D2"/>
              </a:solidFill>
            </a:endParaRPr>
          </a:p>
        </p:txBody>
      </p:sp>
      <p:sp>
        <p:nvSpPr>
          <p:cNvPr id="4" name="Rectangle 1">
            <a:extLst>
              <a:ext uri="{FF2B5EF4-FFF2-40B4-BE49-F238E27FC236}">
                <a16:creationId xmlns:a16="http://schemas.microsoft.com/office/drawing/2014/main" id="{610AAFD3-3FD4-9675-9AB1-FBD01C08F1F2}"/>
              </a:ext>
            </a:extLst>
          </p:cNvPr>
          <p:cNvSpPr>
            <a:spLocks noChangeArrowheads="1"/>
          </p:cNvSpPr>
          <p:nvPr/>
        </p:nvSpPr>
        <p:spPr bwMode="auto">
          <a:xfrm>
            <a:off x="329965" y="145306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D3B463-979A-BC48-1AC2-E82EB915BD06}"/>
              </a:ext>
            </a:extLst>
          </p:cNvPr>
          <p:cNvSpPr txBox="1"/>
          <p:nvPr/>
        </p:nvSpPr>
        <p:spPr>
          <a:xfrm>
            <a:off x="6989846" y="404661"/>
            <a:ext cx="2083628" cy="3554819"/>
          </a:xfrm>
          <a:prstGeom prst="rect">
            <a:avLst/>
          </a:prstGeom>
          <a:noFill/>
        </p:spPr>
        <p:txBody>
          <a:bodyPr wrap="square" rtlCol="0">
            <a:spAutoFit/>
          </a:bodyPr>
          <a:lstStyle/>
          <a:p>
            <a:r>
              <a:rPr lang="en-US" sz="900" b="1" u="sng" dirty="0">
                <a:solidFill>
                  <a:srgbClr val="EE0000"/>
                </a:solidFill>
                <a:latin typeface="Nunito" pitchFamily="2" charset="0"/>
              </a:rPr>
              <a:t>Note</a:t>
            </a:r>
            <a:r>
              <a:rPr lang="en-US" sz="900" b="1" u="sng" dirty="0">
                <a:solidFill>
                  <a:schemeClr val="tx1"/>
                </a:solidFill>
                <a:latin typeface="Nunito" pitchFamily="2" charset="0"/>
              </a:rPr>
              <a:t>: </a:t>
            </a:r>
          </a:p>
          <a:p>
            <a:r>
              <a:rPr lang="en-US" sz="800" b="1" dirty="0">
                <a:latin typeface="Nunito" pitchFamily="2" charset="0"/>
              </a:rPr>
              <a:t>Rational model_7 and model_8</a:t>
            </a:r>
          </a:p>
          <a:p>
            <a:endParaRPr lang="en-US" sz="800" b="1" dirty="0">
              <a:latin typeface="Nunito" pitchFamily="2" charset="0"/>
            </a:endParaRPr>
          </a:p>
          <a:p>
            <a:pPr marL="228600" indent="-228600">
              <a:buFont typeface="Wingdings" panose="05000000000000000000" pitchFamily="2" charset="2"/>
              <a:buChar char="v"/>
            </a:pPr>
            <a:r>
              <a:rPr lang="en-US" sz="800" i="1" dirty="0">
                <a:latin typeface="Nunito" pitchFamily="2" charset="0"/>
              </a:rPr>
              <a:t>During the review of </a:t>
            </a:r>
            <a:r>
              <a:rPr lang="en-US" sz="800" b="1" i="1" dirty="0">
                <a:latin typeface="Nunito" pitchFamily="2" charset="0"/>
              </a:rPr>
              <a:t>model_6,</a:t>
            </a:r>
            <a:r>
              <a:rPr lang="en-US" sz="800" i="1" dirty="0">
                <a:latin typeface="Nunito" pitchFamily="2" charset="0"/>
              </a:rPr>
              <a:t> I observed that the </a:t>
            </a:r>
            <a:r>
              <a:rPr lang="en-US" sz="800" b="1" i="1" dirty="0">
                <a:latin typeface="Nunito" pitchFamily="2" charset="0"/>
              </a:rPr>
              <a:t>optimizer used was SGD</a:t>
            </a:r>
            <a:r>
              <a:rPr lang="en-US" sz="800" i="1" dirty="0">
                <a:latin typeface="Nunito" pitchFamily="2" charset="0"/>
              </a:rPr>
              <a:t>, and the model was </a:t>
            </a:r>
            <a:r>
              <a:rPr lang="en-US" sz="800" b="1" i="1" dirty="0">
                <a:latin typeface="Nunito" pitchFamily="2" charset="0"/>
              </a:rPr>
              <a:t>incorrectly fitted using the model_3 </a:t>
            </a:r>
            <a:r>
              <a:rPr lang="en-US" sz="800" i="1" dirty="0">
                <a:latin typeface="Nunito" pitchFamily="2" charset="0"/>
              </a:rPr>
              <a:t>configuration. I did that correction and Model_6 got executed </a:t>
            </a:r>
          </a:p>
          <a:p>
            <a:pPr marL="228600" indent="-228600">
              <a:buFont typeface="Wingdings" panose="05000000000000000000" pitchFamily="2" charset="2"/>
              <a:buChar char="v"/>
            </a:pPr>
            <a:endParaRPr lang="en-US" sz="800" i="1" dirty="0">
              <a:latin typeface="Nunito" pitchFamily="2" charset="0"/>
            </a:endParaRPr>
          </a:p>
          <a:p>
            <a:pPr marL="228600" indent="-228600">
              <a:buFont typeface="Wingdings" panose="05000000000000000000" pitchFamily="2" charset="2"/>
              <a:buChar char="v"/>
            </a:pPr>
            <a:r>
              <a:rPr lang="en-US" sz="800" i="1" dirty="0">
                <a:latin typeface="Nunito" pitchFamily="2" charset="0"/>
              </a:rPr>
              <a:t>In my initial comparison I found Model_3 and Model_6 was the best model which I built with (28-&gt;14-&gt;7 neuron ) ,I built  </a:t>
            </a:r>
            <a:r>
              <a:rPr lang="en-US" sz="800" b="1" i="1" dirty="0">
                <a:latin typeface="Nunito" pitchFamily="2" charset="0"/>
              </a:rPr>
              <a:t>model_7</a:t>
            </a:r>
            <a:r>
              <a:rPr lang="en-US" sz="800" i="1" dirty="0">
                <a:latin typeface="Nunito" pitchFamily="2" charset="0"/>
              </a:rPr>
              <a:t> on top of model 6 (with  </a:t>
            </a:r>
            <a:r>
              <a:rPr lang="en-US" sz="800" b="1" i="1" dirty="0">
                <a:latin typeface="Nunito" pitchFamily="2" charset="0"/>
              </a:rPr>
              <a:t>Adam optimizer )</a:t>
            </a:r>
            <a:r>
              <a:rPr lang="en-US" sz="800" i="1" dirty="0">
                <a:latin typeface="Nunito" pitchFamily="2" charset="0"/>
              </a:rPr>
              <a:t>and increase the number of neurons in hidden layers(40</a:t>
            </a:r>
            <a:r>
              <a:rPr lang="en-US" sz="800" i="1" dirty="0">
                <a:latin typeface="Nunito" pitchFamily="2" charset="0"/>
                <a:sym typeface="Wingdings" panose="05000000000000000000" pitchFamily="2" charset="2"/>
              </a:rPr>
              <a:t>2010)</a:t>
            </a:r>
            <a:r>
              <a:rPr lang="en-US" sz="800" i="1" dirty="0">
                <a:latin typeface="Nunito" pitchFamily="2" charset="0"/>
              </a:rPr>
              <a:t> to check if </a:t>
            </a:r>
            <a:r>
              <a:rPr lang="en-US" sz="800" b="1" i="1" dirty="0">
                <a:latin typeface="Nunito" pitchFamily="2" charset="0"/>
              </a:rPr>
              <a:t>overall </a:t>
            </a:r>
            <a:r>
              <a:rPr lang="en-US" sz="800" i="1" dirty="0">
                <a:latin typeface="Nunito" pitchFamily="2" charset="0"/>
              </a:rPr>
              <a:t>performance improved </a:t>
            </a:r>
          </a:p>
          <a:p>
            <a:pPr marL="228600" indent="-228600">
              <a:buFont typeface="Wingdings" panose="05000000000000000000" pitchFamily="2" charset="2"/>
              <a:buChar char="v"/>
            </a:pPr>
            <a:endParaRPr lang="en-US" sz="800" i="1" dirty="0">
              <a:latin typeface="Nunito" pitchFamily="2" charset="0"/>
            </a:endParaRPr>
          </a:p>
          <a:p>
            <a:pPr marL="228600" indent="-228600">
              <a:buFont typeface="Wingdings" panose="05000000000000000000" pitchFamily="2" charset="2"/>
              <a:buChar char="v"/>
            </a:pPr>
            <a:r>
              <a:rPr lang="en-US" sz="800" i="1" dirty="0">
                <a:latin typeface="Nunito" pitchFamily="2" charset="0"/>
              </a:rPr>
              <a:t>Additionally, I built </a:t>
            </a:r>
            <a:r>
              <a:rPr lang="en-US" sz="800" b="1" i="1" dirty="0">
                <a:latin typeface="Nunito" pitchFamily="2" charset="0"/>
              </a:rPr>
              <a:t>Model_8</a:t>
            </a:r>
            <a:r>
              <a:rPr lang="en-US" sz="800" i="1" dirty="0">
                <a:latin typeface="Nunito" pitchFamily="2" charset="0"/>
              </a:rPr>
              <a:t> by increasing the </a:t>
            </a:r>
            <a:r>
              <a:rPr lang="en-US" sz="800" b="1" i="1" dirty="0">
                <a:latin typeface="Nunito" pitchFamily="2" charset="0"/>
              </a:rPr>
              <a:t>number of neurons(40</a:t>
            </a:r>
            <a:r>
              <a:rPr lang="en-US" sz="800" b="1" i="1" dirty="0">
                <a:latin typeface="Nunito" pitchFamily="2" charset="0"/>
                <a:sym typeface="Wingdings" panose="05000000000000000000" pitchFamily="2" charset="2"/>
              </a:rPr>
              <a:t>20-&gt;10) on top of the model_3(with SGD Optimizer)</a:t>
            </a:r>
            <a:r>
              <a:rPr lang="en-US" sz="800" b="1" i="1" dirty="0">
                <a:latin typeface="Nunito" pitchFamily="2" charset="0"/>
              </a:rPr>
              <a:t> </a:t>
            </a:r>
            <a:r>
              <a:rPr lang="en-US" sz="800" i="1" dirty="0">
                <a:latin typeface="Nunito" pitchFamily="2" charset="0"/>
              </a:rPr>
              <a:t>to analyze training and validation performance, aiming to explore potential performance improvements.</a:t>
            </a:r>
          </a:p>
        </p:txBody>
      </p:sp>
      <p:pic>
        <p:nvPicPr>
          <p:cNvPr id="7" name="Picture 6">
            <a:extLst>
              <a:ext uri="{FF2B5EF4-FFF2-40B4-BE49-F238E27FC236}">
                <a16:creationId xmlns:a16="http://schemas.microsoft.com/office/drawing/2014/main" id="{E10E66F6-71BD-BEEB-D6D1-FFAF356070A9}"/>
              </a:ext>
            </a:extLst>
          </p:cNvPr>
          <p:cNvPicPr>
            <a:picLocks noChangeAspect="1"/>
          </p:cNvPicPr>
          <p:nvPr/>
        </p:nvPicPr>
        <p:blipFill>
          <a:blip r:embed="rId3"/>
          <a:stretch>
            <a:fillRect/>
          </a:stretch>
        </p:blipFill>
        <p:spPr>
          <a:xfrm>
            <a:off x="60607" y="2734724"/>
            <a:ext cx="6939516" cy="1706615"/>
          </a:xfrm>
          <a:prstGeom prst="rect">
            <a:avLst/>
          </a:prstGeom>
        </p:spPr>
      </p:pic>
      <p:pic>
        <p:nvPicPr>
          <p:cNvPr id="10" name="Picture 9">
            <a:extLst>
              <a:ext uri="{FF2B5EF4-FFF2-40B4-BE49-F238E27FC236}">
                <a16:creationId xmlns:a16="http://schemas.microsoft.com/office/drawing/2014/main" id="{ABA2121C-D2F0-8955-41EE-91086F1DF04E}"/>
              </a:ext>
            </a:extLst>
          </p:cNvPr>
          <p:cNvPicPr>
            <a:picLocks noChangeAspect="1"/>
          </p:cNvPicPr>
          <p:nvPr/>
        </p:nvPicPr>
        <p:blipFill>
          <a:blip r:embed="rId4"/>
          <a:stretch>
            <a:fillRect/>
          </a:stretch>
        </p:blipFill>
        <p:spPr>
          <a:xfrm>
            <a:off x="329966" y="490685"/>
            <a:ext cx="6670158" cy="1661993"/>
          </a:xfrm>
          <a:prstGeom prst="rect">
            <a:avLst/>
          </a:prstGeom>
        </p:spPr>
      </p:pic>
    </p:spTree>
    <p:extLst>
      <p:ext uri="{BB962C8B-B14F-4D97-AF65-F5344CB8AC3E}">
        <p14:creationId xmlns:p14="http://schemas.microsoft.com/office/powerpoint/2010/main" val="1554607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8AB84D82-0BBA-E212-B101-F807EF51BF06}"/>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EF2D8777-EE90-CC1B-307B-08B2ACF881A4}"/>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Step by Step Model Evaluation</a:t>
            </a:r>
            <a:endParaRPr sz="1600" dirty="0">
              <a:solidFill>
                <a:srgbClr val="1974D2"/>
              </a:solidFill>
            </a:endParaRPr>
          </a:p>
        </p:txBody>
      </p:sp>
      <p:graphicFrame>
        <p:nvGraphicFramePr>
          <p:cNvPr id="13" name="Table 12">
            <a:extLst>
              <a:ext uri="{FF2B5EF4-FFF2-40B4-BE49-F238E27FC236}">
                <a16:creationId xmlns:a16="http://schemas.microsoft.com/office/drawing/2014/main" id="{4BC70B82-5671-E056-0C9F-07C4D2C33D7A}"/>
              </a:ext>
            </a:extLst>
          </p:cNvPr>
          <p:cNvGraphicFramePr>
            <a:graphicFrameLocks noGrp="1"/>
          </p:cNvGraphicFramePr>
          <p:nvPr>
            <p:extLst>
              <p:ext uri="{D42A27DB-BD31-4B8C-83A1-F6EECF244321}">
                <p14:modId xmlns:p14="http://schemas.microsoft.com/office/powerpoint/2010/main" val="346327498"/>
              </p:ext>
            </p:extLst>
          </p:nvPr>
        </p:nvGraphicFramePr>
        <p:xfrm>
          <a:off x="251993" y="997563"/>
          <a:ext cx="4632435" cy="3794760"/>
        </p:xfrm>
        <a:graphic>
          <a:graphicData uri="http://schemas.openxmlformats.org/drawingml/2006/table">
            <a:tbl>
              <a:tblPr firstRow="1" bandRow="1">
                <a:tableStyleId>{12084AC0-A0CB-4F2F-9A05-E4AD725CB356}</a:tableStyleId>
              </a:tblPr>
              <a:tblGrid>
                <a:gridCol w="1298029">
                  <a:extLst>
                    <a:ext uri="{9D8B030D-6E8A-4147-A177-3AD203B41FA5}">
                      <a16:colId xmlns:a16="http://schemas.microsoft.com/office/drawing/2014/main" val="3625216284"/>
                    </a:ext>
                  </a:extLst>
                </a:gridCol>
                <a:gridCol w="930165">
                  <a:extLst>
                    <a:ext uri="{9D8B030D-6E8A-4147-A177-3AD203B41FA5}">
                      <a16:colId xmlns:a16="http://schemas.microsoft.com/office/drawing/2014/main" val="2261144211"/>
                    </a:ext>
                  </a:extLst>
                </a:gridCol>
                <a:gridCol w="1158765">
                  <a:extLst>
                    <a:ext uri="{9D8B030D-6E8A-4147-A177-3AD203B41FA5}">
                      <a16:colId xmlns:a16="http://schemas.microsoft.com/office/drawing/2014/main" val="2270602144"/>
                    </a:ext>
                  </a:extLst>
                </a:gridCol>
                <a:gridCol w="1245476">
                  <a:extLst>
                    <a:ext uri="{9D8B030D-6E8A-4147-A177-3AD203B41FA5}">
                      <a16:colId xmlns:a16="http://schemas.microsoft.com/office/drawing/2014/main" val="2110886357"/>
                    </a:ext>
                  </a:extLst>
                </a:gridCol>
              </a:tblGrid>
              <a:tr h="370840">
                <a:tc>
                  <a:txBody>
                    <a:bodyPr/>
                    <a:lstStyle/>
                    <a:p>
                      <a:r>
                        <a:rPr lang="en-US" sz="1200" dirty="0">
                          <a:latin typeface="Nunito" pitchFamily="2" charset="0"/>
                        </a:rPr>
                        <a:t>Models</a:t>
                      </a:r>
                    </a:p>
                  </a:txBody>
                  <a:tcPr/>
                </a:tc>
                <a:tc>
                  <a:txBody>
                    <a:bodyPr/>
                    <a:lstStyle/>
                    <a:p>
                      <a:r>
                        <a:rPr lang="en-US" sz="1200" dirty="0">
                          <a:latin typeface="Nunito" pitchFamily="2" charset="0"/>
                        </a:rPr>
                        <a:t>Train Recall</a:t>
                      </a:r>
                    </a:p>
                  </a:txBody>
                  <a:tcPr/>
                </a:tc>
                <a:tc>
                  <a:txBody>
                    <a:bodyPr/>
                    <a:lstStyle/>
                    <a:p>
                      <a:r>
                        <a:rPr lang="en-US" sz="1200" dirty="0">
                          <a:latin typeface="Nunito" pitchFamily="2" charset="0"/>
                        </a:rPr>
                        <a:t>Validation Recall </a:t>
                      </a:r>
                    </a:p>
                  </a:txBody>
                  <a:tcPr/>
                </a:tc>
                <a:tc>
                  <a:txBody>
                    <a:bodyPr/>
                    <a:lstStyle/>
                    <a:p>
                      <a:r>
                        <a:rPr lang="en-US" sz="1200" dirty="0">
                          <a:latin typeface="Nunito" pitchFamily="2" charset="0"/>
                        </a:rPr>
                        <a:t>Generalization Gap</a:t>
                      </a:r>
                    </a:p>
                  </a:txBody>
                  <a:tcPr/>
                </a:tc>
                <a:extLst>
                  <a:ext uri="{0D108BD9-81ED-4DB2-BD59-A6C34878D82A}">
                    <a16:rowId xmlns:a16="http://schemas.microsoft.com/office/drawing/2014/main" val="2130600569"/>
                  </a:ext>
                </a:extLst>
              </a:tr>
              <a:tr h="370840">
                <a:tc>
                  <a:txBody>
                    <a:bodyPr/>
                    <a:lstStyle/>
                    <a:p>
                      <a:r>
                        <a:rPr lang="en-US" sz="1100" b="1" dirty="0">
                          <a:latin typeface="Nunito" pitchFamily="2" charset="0"/>
                        </a:rPr>
                        <a:t>Model0</a:t>
                      </a:r>
                    </a:p>
                  </a:txBody>
                  <a:tcPr/>
                </a:tc>
                <a:tc>
                  <a:txBody>
                    <a:bodyPr/>
                    <a:lstStyle/>
                    <a:p>
                      <a:r>
                        <a:rPr lang="en-US" sz="900" dirty="0">
                          <a:latin typeface="Nunito" pitchFamily="2" charset="0"/>
                        </a:rPr>
                        <a:t>0.9025</a:t>
                      </a:r>
                    </a:p>
                  </a:txBody>
                  <a:tcPr/>
                </a:tc>
                <a:tc>
                  <a:txBody>
                    <a:bodyPr/>
                    <a:lstStyle/>
                    <a:p>
                      <a:r>
                        <a:rPr lang="en-US" sz="900" dirty="0">
                          <a:latin typeface="Nunito" pitchFamily="2" charset="0"/>
                        </a:rPr>
                        <a:t>0.9020</a:t>
                      </a:r>
                    </a:p>
                  </a:txBody>
                  <a:tcPr/>
                </a:tc>
                <a:tc>
                  <a:txBody>
                    <a:bodyPr/>
                    <a:lstStyle/>
                    <a:p>
                      <a:r>
                        <a:rPr lang="en-US" sz="900" dirty="0">
                          <a:latin typeface="Nunito" pitchFamily="2" charset="0"/>
                        </a:rPr>
                        <a:t>0.0005</a:t>
                      </a:r>
                    </a:p>
                  </a:txBody>
                  <a:tcPr/>
                </a:tc>
                <a:extLst>
                  <a:ext uri="{0D108BD9-81ED-4DB2-BD59-A6C34878D82A}">
                    <a16:rowId xmlns:a16="http://schemas.microsoft.com/office/drawing/2014/main" val="1537021149"/>
                  </a:ext>
                </a:extLst>
              </a:tr>
              <a:tr h="370840">
                <a:tc>
                  <a:txBody>
                    <a:bodyPr/>
                    <a:lstStyle/>
                    <a:p>
                      <a:r>
                        <a:rPr lang="en-US" sz="1100" b="1" dirty="0">
                          <a:latin typeface="Nunito" pitchFamily="2" charset="0"/>
                        </a:rPr>
                        <a:t>Model1</a:t>
                      </a:r>
                    </a:p>
                  </a:txBody>
                  <a:tcPr/>
                </a:tc>
                <a:tc>
                  <a:txBody>
                    <a:bodyPr/>
                    <a:lstStyle/>
                    <a:p>
                      <a:r>
                        <a:rPr lang="en-US" sz="900" dirty="0">
                          <a:latin typeface="Nunito" pitchFamily="2" charset="0"/>
                        </a:rPr>
                        <a:t>0.9211</a:t>
                      </a:r>
                    </a:p>
                  </a:txBody>
                  <a:tcPr/>
                </a:tc>
                <a:tc>
                  <a:txBody>
                    <a:bodyPr/>
                    <a:lstStyle/>
                    <a:p>
                      <a:r>
                        <a:rPr lang="en-US" sz="900" dirty="0">
                          <a:latin typeface="Nunito" pitchFamily="2" charset="0"/>
                        </a:rPr>
                        <a:t>0.8968</a:t>
                      </a:r>
                    </a:p>
                  </a:txBody>
                  <a:tcPr/>
                </a:tc>
                <a:tc>
                  <a:txBody>
                    <a:bodyPr/>
                    <a:lstStyle/>
                    <a:p>
                      <a:r>
                        <a:rPr lang="en-US" sz="900" dirty="0">
                          <a:latin typeface="Nunito" pitchFamily="2" charset="0"/>
                        </a:rPr>
                        <a:t>0.0243</a:t>
                      </a:r>
                    </a:p>
                  </a:txBody>
                  <a:tcPr/>
                </a:tc>
                <a:extLst>
                  <a:ext uri="{0D108BD9-81ED-4DB2-BD59-A6C34878D82A}">
                    <a16:rowId xmlns:a16="http://schemas.microsoft.com/office/drawing/2014/main" val="1937498808"/>
                  </a:ext>
                </a:extLst>
              </a:tr>
              <a:tr h="370840">
                <a:tc>
                  <a:txBody>
                    <a:bodyPr/>
                    <a:lstStyle/>
                    <a:p>
                      <a:r>
                        <a:rPr lang="en-US" sz="1100" b="1" dirty="0">
                          <a:latin typeface="Nunito" pitchFamily="2" charset="0"/>
                        </a:rPr>
                        <a:t>Model2</a:t>
                      </a:r>
                    </a:p>
                  </a:txBody>
                  <a:tcPr/>
                </a:tc>
                <a:tc>
                  <a:txBody>
                    <a:bodyPr/>
                    <a:lstStyle/>
                    <a:p>
                      <a:r>
                        <a:rPr lang="en-US" sz="900" dirty="0">
                          <a:latin typeface="Nunito" pitchFamily="2" charset="0"/>
                        </a:rPr>
                        <a:t>0.8459</a:t>
                      </a:r>
                    </a:p>
                  </a:txBody>
                  <a:tcPr/>
                </a:tc>
                <a:tc>
                  <a:txBody>
                    <a:bodyPr/>
                    <a:lstStyle/>
                    <a:p>
                      <a:r>
                        <a:rPr lang="en-US" sz="900" dirty="0">
                          <a:latin typeface="Nunito" pitchFamily="2" charset="0"/>
                        </a:rPr>
                        <a:t>0.8666</a:t>
                      </a:r>
                    </a:p>
                  </a:txBody>
                  <a:tcPr/>
                </a:tc>
                <a:tc>
                  <a:txBody>
                    <a:bodyPr/>
                    <a:lstStyle/>
                    <a:p>
                      <a:r>
                        <a:rPr lang="en-US" sz="900" dirty="0"/>
                        <a:t>0.0207</a:t>
                      </a:r>
                      <a:endParaRPr lang="en-US" sz="900" dirty="0">
                        <a:latin typeface="Nunito" pitchFamily="2" charset="0"/>
                      </a:endParaRPr>
                    </a:p>
                  </a:txBody>
                  <a:tcPr/>
                </a:tc>
                <a:extLst>
                  <a:ext uri="{0D108BD9-81ED-4DB2-BD59-A6C34878D82A}">
                    <a16:rowId xmlns:a16="http://schemas.microsoft.com/office/drawing/2014/main" val="463039786"/>
                  </a:ext>
                </a:extLst>
              </a:tr>
              <a:tr h="370840">
                <a:tc>
                  <a:txBody>
                    <a:bodyPr/>
                    <a:lstStyle/>
                    <a:p>
                      <a:r>
                        <a:rPr lang="en-US" sz="1100" b="1" dirty="0">
                          <a:latin typeface="Nunito" pitchFamily="2" charset="0"/>
                        </a:rPr>
                        <a:t>Model3</a:t>
                      </a:r>
                    </a:p>
                  </a:txBody>
                  <a:tcPr/>
                </a:tc>
                <a:tc>
                  <a:txBody>
                    <a:bodyPr/>
                    <a:lstStyle/>
                    <a:p>
                      <a:r>
                        <a:rPr lang="en-US" sz="900" dirty="0">
                          <a:latin typeface="Nunito" pitchFamily="2" charset="0"/>
                        </a:rPr>
                        <a:t>0.9415</a:t>
                      </a:r>
                    </a:p>
                  </a:txBody>
                  <a:tcPr/>
                </a:tc>
                <a:tc>
                  <a:txBody>
                    <a:bodyPr/>
                    <a:lstStyle/>
                    <a:p>
                      <a:r>
                        <a:rPr lang="en-US" sz="900" dirty="0">
                          <a:latin typeface="Nunito" pitchFamily="2" charset="0"/>
                        </a:rPr>
                        <a:t>0.9320</a:t>
                      </a:r>
                    </a:p>
                  </a:txBody>
                  <a:tcPr/>
                </a:tc>
                <a:tc>
                  <a:txBody>
                    <a:bodyPr/>
                    <a:lstStyle/>
                    <a:p>
                      <a:r>
                        <a:rPr lang="en-US" sz="900" dirty="0"/>
                        <a:t>0.0095</a:t>
                      </a:r>
                      <a:endParaRPr lang="en-US" sz="900" dirty="0">
                        <a:latin typeface="Nunito" pitchFamily="2" charset="0"/>
                      </a:endParaRPr>
                    </a:p>
                  </a:txBody>
                  <a:tcPr/>
                </a:tc>
                <a:extLst>
                  <a:ext uri="{0D108BD9-81ED-4DB2-BD59-A6C34878D82A}">
                    <a16:rowId xmlns:a16="http://schemas.microsoft.com/office/drawing/2014/main" val="1294208353"/>
                  </a:ext>
                </a:extLst>
              </a:tr>
              <a:tr h="370840">
                <a:tc>
                  <a:txBody>
                    <a:bodyPr/>
                    <a:lstStyle/>
                    <a:p>
                      <a:r>
                        <a:rPr lang="en-US" sz="1100" b="1" dirty="0">
                          <a:latin typeface="Nunito" pitchFamily="2" charset="0"/>
                        </a:rPr>
                        <a:t>Model4</a:t>
                      </a:r>
                    </a:p>
                  </a:txBody>
                  <a:tcPr/>
                </a:tc>
                <a:tc>
                  <a:txBody>
                    <a:bodyPr/>
                    <a:lstStyle/>
                    <a:p>
                      <a:r>
                        <a:rPr lang="en-US" sz="900" dirty="0"/>
                        <a:t>0.9510</a:t>
                      </a:r>
                      <a:endParaRPr lang="en-US" sz="900" dirty="0">
                        <a:latin typeface="Nunito" pitchFamily="2" charset="0"/>
                      </a:endParaRPr>
                    </a:p>
                  </a:txBody>
                  <a:tcPr/>
                </a:tc>
                <a:tc>
                  <a:txBody>
                    <a:bodyPr/>
                    <a:lstStyle/>
                    <a:p>
                      <a:r>
                        <a:rPr lang="en-US" sz="900" dirty="0">
                          <a:latin typeface="Nunito" pitchFamily="2" charset="0"/>
                        </a:rPr>
                        <a:t>0.9287</a:t>
                      </a:r>
                    </a:p>
                  </a:txBody>
                  <a:tcPr/>
                </a:tc>
                <a:tc>
                  <a:txBody>
                    <a:bodyPr/>
                    <a:lstStyle/>
                    <a:p>
                      <a:r>
                        <a:rPr lang="en-US" sz="900" dirty="0">
                          <a:latin typeface="Nunito" pitchFamily="2" charset="0"/>
                        </a:rPr>
                        <a:t>0.0223</a:t>
                      </a:r>
                    </a:p>
                  </a:txBody>
                  <a:tcPr/>
                </a:tc>
                <a:extLst>
                  <a:ext uri="{0D108BD9-81ED-4DB2-BD59-A6C34878D82A}">
                    <a16:rowId xmlns:a16="http://schemas.microsoft.com/office/drawing/2014/main" val="1671071221"/>
                  </a:ext>
                </a:extLst>
              </a:tr>
              <a:tr h="370840">
                <a:tc>
                  <a:txBody>
                    <a:bodyPr/>
                    <a:lstStyle/>
                    <a:p>
                      <a:r>
                        <a:rPr lang="en-US" sz="1100" b="1" dirty="0">
                          <a:latin typeface="Nunito" pitchFamily="2" charset="0"/>
                        </a:rPr>
                        <a:t>Model5</a:t>
                      </a:r>
                    </a:p>
                  </a:txBody>
                  <a:tcPr/>
                </a:tc>
                <a:tc>
                  <a:txBody>
                    <a:bodyPr/>
                    <a:lstStyle/>
                    <a:p>
                      <a:r>
                        <a:rPr lang="en-US" sz="900" dirty="0">
                          <a:latin typeface="Nunito" pitchFamily="2" charset="0"/>
                        </a:rPr>
                        <a:t>0.9158</a:t>
                      </a:r>
                    </a:p>
                  </a:txBody>
                  <a:tcPr/>
                </a:tc>
                <a:tc>
                  <a:txBody>
                    <a:bodyPr/>
                    <a:lstStyle/>
                    <a:p>
                      <a:r>
                        <a:rPr lang="en-US" sz="900" dirty="0">
                          <a:latin typeface="Nunito" pitchFamily="2" charset="0"/>
                        </a:rPr>
                        <a:t>0.9164</a:t>
                      </a:r>
                    </a:p>
                  </a:txBody>
                  <a:tcPr/>
                </a:tc>
                <a:tc>
                  <a:txBody>
                    <a:bodyPr/>
                    <a:lstStyle/>
                    <a:p>
                      <a:r>
                        <a:rPr lang="en-US" sz="900" dirty="0">
                          <a:latin typeface="Nunito" pitchFamily="2" charset="0"/>
                        </a:rPr>
                        <a:t>-0.0006</a:t>
                      </a:r>
                    </a:p>
                  </a:txBody>
                  <a:tcPr/>
                </a:tc>
                <a:extLst>
                  <a:ext uri="{0D108BD9-81ED-4DB2-BD59-A6C34878D82A}">
                    <a16:rowId xmlns:a16="http://schemas.microsoft.com/office/drawing/2014/main" val="2521149961"/>
                  </a:ext>
                </a:extLst>
              </a:tr>
              <a:tr h="370840">
                <a:tc>
                  <a:txBody>
                    <a:bodyPr/>
                    <a:lstStyle/>
                    <a:p>
                      <a:r>
                        <a:rPr lang="en-US" sz="1100" b="1" dirty="0">
                          <a:latin typeface="Nunito" pitchFamily="2" charset="0"/>
                        </a:rPr>
                        <a:t>Model6</a:t>
                      </a:r>
                    </a:p>
                  </a:txBody>
                  <a:tcPr/>
                </a:tc>
                <a:tc>
                  <a:txBody>
                    <a:bodyPr/>
                    <a:lstStyle/>
                    <a:p>
                      <a:r>
                        <a:rPr lang="en-US" sz="900" dirty="0">
                          <a:latin typeface="Nunito" pitchFamily="2" charset="0"/>
                        </a:rPr>
                        <a:t>0.9254</a:t>
                      </a:r>
                    </a:p>
                  </a:txBody>
                  <a:tcPr/>
                </a:tc>
                <a:tc>
                  <a:txBody>
                    <a:bodyPr/>
                    <a:lstStyle/>
                    <a:p>
                      <a:r>
                        <a:rPr lang="en-US" sz="900" dirty="0"/>
                        <a:t>0.9255</a:t>
                      </a:r>
                      <a:endParaRPr lang="en-US" sz="900" dirty="0">
                        <a:latin typeface="Nunito" pitchFamily="2" charset="0"/>
                      </a:endParaRPr>
                    </a:p>
                  </a:txBody>
                  <a:tcPr/>
                </a:tc>
                <a:tc>
                  <a:txBody>
                    <a:bodyPr/>
                    <a:lstStyle/>
                    <a:p>
                      <a:r>
                        <a:rPr lang="en-US" sz="900" dirty="0"/>
                        <a:t>-0.0001</a:t>
                      </a:r>
                      <a:endParaRPr lang="en-US" sz="900" dirty="0">
                        <a:latin typeface="Nunito" pitchFamily="2" charset="0"/>
                      </a:endParaRPr>
                    </a:p>
                  </a:txBody>
                  <a:tcPr/>
                </a:tc>
                <a:extLst>
                  <a:ext uri="{0D108BD9-81ED-4DB2-BD59-A6C34878D82A}">
                    <a16:rowId xmlns:a16="http://schemas.microsoft.com/office/drawing/2014/main" val="4086320164"/>
                  </a:ext>
                </a:extLst>
              </a:tr>
              <a:tr h="370840">
                <a:tc>
                  <a:txBody>
                    <a:bodyPr/>
                    <a:lstStyle/>
                    <a:p>
                      <a:r>
                        <a:rPr lang="en-US" sz="1100" b="1" dirty="0">
                          <a:latin typeface="Nunito" pitchFamily="2" charset="0"/>
                        </a:rPr>
                        <a:t>Model7</a:t>
                      </a:r>
                    </a:p>
                  </a:txBody>
                  <a:tcPr/>
                </a:tc>
                <a:tc>
                  <a:txBody>
                    <a:bodyPr/>
                    <a:lstStyle/>
                    <a:p>
                      <a:r>
                        <a:rPr lang="en-US" sz="900" dirty="0">
                          <a:latin typeface="Nunito" pitchFamily="2" charset="0"/>
                        </a:rPr>
                        <a:t>0.9486</a:t>
                      </a:r>
                    </a:p>
                  </a:txBody>
                  <a:tcPr/>
                </a:tc>
                <a:tc>
                  <a:txBody>
                    <a:bodyPr/>
                    <a:lstStyle/>
                    <a:p>
                      <a:r>
                        <a:rPr lang="en-US" sz="900" dirty="0">
                          <a:latin typeface="Nunito" pitchFamily="2" charset="0"/>
                        </a:rPr>
                        <a:t>0.9350</a:t>
                      </a:r>
                    </a:p>
                  </a:txBody>
                  <a:tcPr/>
                </a:tc>
                <a:tc>
                  <a:txBody>
                    <a:bodyPr/>
                    <a:lstStyle/>
                    <a:p>
                      <a:r>
                        <a:rPr lang="en-US" sz="900" dirty="0">
                          <a:latin typeface="Nunito" pitchFamily="2" charset="0"/>
                        </a:rPr>
                        <a:t>0.0136</a:t>
                      </a:r>
                    </a:p>
                  </a:txBody>
                  <a:tcPr/>
                </a:tc>
                <a:extLst>
                  <a:ext uri="{0D108BD9-81ED-4DB2-BD59-A6C34878D82A}">
                    <a16:rowId xmlns:a16="http://schemas.microsoft.com/office/drawing/2014/main" val="1451101810"/>
                  </a:ext>
                </a:extLst>
              </a:tr>
              <a:tr h="370840">
                <a:tc>
                  <a:txBody>
                    <a:bodyPr/>
                    <a:lstStyle/>
                    <a:p>
                      <a:r>
                        <a:rPr lang="en-US" sz="1100" b="1" dirty="0">
                          <a:latin typeface="Nunito" pitchFamily="2" charset="0"/>
                        </a:rPr>
                        <a:t>Model 8</a:t>
                      </a:r>
                    </a:p>
                  </a:txBody>
                  <a:tcPr/>
                </a:tc>
                <a:tc>
                  <a:txBody>
                    <a:bodyPr/>
                    <a:lstStyle/>
                    <a:p>
                      <a:r>
                        <a:rPr lang="en-US" sz="1200" b="1" dirty="0">
                          <a:latin typeface="Nunito" pitchFamily="2" charset="0"/>
                        </a:rPr>
                        <a:t>0.9505</a:t>
                      </a:r>
                    </a:p>
                  </a:txBody>
                  <a:tcPr/>
                </a:tc>
                <a:tc>
                  <a:txBody>
                    <a:bodyPr/>
                    <a:lstStyle/>
                    <a:p>
                      <a:r>
                        <a:rPr lang="en-US" sz="1200" b="1" dirty="0">
                          <a:latin typeface="Nunito" pitchFamily="2" charset="0"/>
                        </a:rPr>
                        <a:t>0.9418</a:t>
                      </a:r>
                    </a:p>
                  </a:txBody>
                  <a:tcPr/>
                </a:tc>
                <a:tc>
                  <a:txBody>
                    <a:bodyPr/>
                    <a:lstStyle/>
                    <a:p>
                      <a:r>
                        <a:rPr lang="en-US" sz="1200" b="1" dirty="0">
                          <a:latin typeface="Nunito" pitchFamily="2" charset="0"/>
                        </a:rPr>
                        <a:t>0.0087</a:t>
                      </a:r>
                    </a:p>
                  </a:txBody>
                  <a:tcPr/>
                </a:tc>
                <a:extLst>
                  <a:ext uri="{0D108BD9-81ED-4DB2-BD59-A6C34878D82A}">
                    <a16:rowId xmlns:a16="http://schemas.microsoft.com/office/drawing/2014/main" val="3718690337"/>
                  </a:ext>
                </a:extLst>
              </a:tr>
            </a:tbl>
          </a:graphicData>
        </a:graphic>
      </p:graphicFrame>
      <p:sp>
        <p:nvSpPr>
          <p:cNvPr id="16" name="TextBox 15">
            <a:extLst>
              <a:ext uri="{FF2B5EF4-FFF2-40B4-BE49-F238E27FC236}">
                <a16:creationId xmlns:a16="http://schemas.microsoft.com/office/drawing/2014/main" id="{B077BD1E-8FA3-5A67-F853-C118F1C5ADBE}"/>
              </a:ext>
            </a:extLst>
          </p:cNvPr>
          <p:cNvSpPr txBox="1"/>
          <p:nvPr/>
        </p:nvSpPr>
        <p:spPr>
          <a:xfrm>
            <a:off x="251993" y="623712"/>
            <a:ext cx="4130566" cy="307777"/>
          </a:xfrm>
          <a:prstGeom prst="rect">
            <a:avLst/>
          </a:prstGeom>
          <a:noFill/>
        </p:spPr>
        <p:txBody>
          <a:bodyPr wrap="square" rtlCol="0">
            <a:spAutoFit/>
          </a:bodyPr>
          <a:lstStyle/>
          <a:p>
            <a:r>
              <a:rPr lang="en-US" b="1" dirty="0">
                <a:latin typeface="Nunito" pitchFamily="2" charset="0"/>
              </a:rPr>
              <a:t>Recall Comparison –Primary Metric</a:t>
            </a:r>
          </a:p>
        </p:txBody>
      </p:sp>
      <p:sp>
        <p:nvSpPr>
          <p:cNvPr id="17" name="TextBox 16">
            <a:extLst>
              <a:ext uri="{FF2B5EF4-FFF2-40B4-BE49-F238E27FC236}">
                <a16:creationId xmlns:a16="http://schemas.microsoft.com/office/drawing/2014/main" id="{D6E2438F-BC13-B56B-11F6-157CA1817A31}"/>
              </a:ext>
            </a:extLst>
          </p:cNvPr>
          <p:cNvSpPr txBox="1"/>
          <p:nvPr/>
        </p:nvSpPr>
        <p:spPr>
          <a:xfrm>
            <a:off x="5612524" y="997563"/>
            <a:ext cx="2885090" cy="1169551"/>
          </a:xfrm>
          <a:prstGeom prst="rect">
            <a:avLst/>
          </a:prstGeom>
          <a:noFill/>
        </p:spPr>
        <p:txBody>
          <a:bodyPr wrap="square" rtlCol="0">
            <a:spAutoFit/>
          </a:bodyPr>
          <a:lstStyle/>
          <a:p>
            <a:r>
              <a:rPr lang="en-US" b="1" dirty="0">
                <a:latin typeface="Nunito" pitchFamily="2" charset="0"/>
              </a:rPr>
              <a:t>Top Recall Models –Validation</a:t>
            </a:r>
          </a:p>
          <a:p>
            <a:endParaRPr lang="en-US" sz="1200" b="1" dirty="0">
              <a:latin typeface="Nunito" pitchFamily="2" charset="0"/>
            </a:endParaRPr>
          </a:p>
          <a:p>
            <a:pPr marL="342900" indent="-342900">
              <a:buFont typeface="+mj-lt"/>
              <a:buAutoNum type="arabicPeriod"/>
            </a:pPr>
            <a:r>
              <a:rPr lang="en-US" sz="1100" b="1" dirty="0">
                <a:latin typeface="Nunito" pitchFamily="2" charset="0"/>
              </a:rPr>
              <a:t>Model _8</a:t>
            </a:r>
            <a:r>
              <a:rPr lang="en-US" sz="1100" b="1" dirty="0">
                <a:latin typeface="Nunito" pitchFamily="2" charset="0"/>
                <a:sym typeface="Wingdings" panose="05000000000000000000" pitchFamily="2" charset="2"/>
              </a:rPr>
              <a:t> 0.9418</a:t>
            </a:r>
          </a:p>
          <a:p>
            <a:pPr marL="342900" indent="-342900">
              <a:buFont typeface="+mj-lt"/>
              <a:buAutoNum type="arabicPeriod"/>
            </a:pPr>
            <a:r>
              <a:rPr lang="en-US" sz="1100" b="1" dirty="0">
                <a:latin typeface="Nunito" pitchFamily="2" charset="0"/>
                <a:sym typeface="Wingdings" panose="05000000000000000000" pitchFamily="2" charset="2"/>
              </a:rPr>
              <a:t>Model_70.9350</a:t>
            </a:r>
          </a:p>
          <a:p>
            <a:pPr marL="342900" indent="-342900">
              <a:buFont typeface="+mj-lt"/>
              <a:buAutoNum type="arabicPeriod"/>
            </a:pPr>
            <a:r>
              <a:rPr lang="en-US" sz="1100" b="1" dirty="0">
                <a:latin typeface="Nunito" pitchFamily="2" charset="0"/>
                <a:sym typeface="Wingdings" panose="05000000000000000000" pitchFamily="2" charset="2"/>
              </a:rPr>
              <a:t>Model_30.9320</a:t>
            </a:r>
          </a:p>
          <a:p>
            <a:pPr marL="342900" indent="-342900">
              <a:buFont typeface="+mj-lt"/>
              <a:buAutoNum type="arabicPeriod"/>
            </a:pPr>
            <a:r>
              <a:rPr lang="en-US" sz="1100" b="1" dirty="0">
                <a:latin typeface="Nunito" pitchFamily="2" charset="0"/>
                <a:sym typeface="Wingdings" panose="05000000000000000000" pitchFamily="2" charset="2"/>
              </a:rPr>
              <a:t>Model_60.9255</a:t>
            </a:r>
            <a:endParaRPr lang="en-US" sz="1100" b="1" dirty="0">
              <a:latin typeface="Nunito" pitchFamily="2" charset="0"/>
            </a:endParaRPr>
          </a:p>
        </p:txBody>
      </p:sp>
      <p:sp>
        <p:nvSpPr>
          <p:cNvPr id="18" name="TextBox 17">
            <a:extLst>
              <a:ext uri="{FF2B5EF4-FFF2-40B4-BE49-F238E27FC236}">
                <a16:creationId xmlns:a16="http://schemas.microsoft.com/office/drawing/2014/main" id="{05E09731-BD6D-7418-7FED-C53D9E999F1A}"/>
              </a:ext>
            </a:extLst>
          </p:cNvPr>
          <p:cNvSpPr txBox="1"/>
          <p:nvPr/>
        </p:nvSpPr>
        <p:spPr>
          <a:xfrm>
            <a:off x="5470633" y="2719552"/>
            <a:ext cx="3421373" cy="907941"/>
          </a:xfrm>
          <a:prstGeom prst="rect">
            <a:avLst/>
          </a:prstGeom>
          <a:noFill/>
        </p:spPr>
        <p:txBody>
          <a:bodyPr wrap="square" rtlCol="0">
            <a:spAutoFit/>
          </a:bodyPr>
          <a:lstStyle/>
          <a:p>
            <a:r>
              <a:rPr lang="en-US" b="1" dirty="0">
                <a:latin typeface="Nunito" pitchFamily="2" charset="0"/>
              </a:rPr>
              <a:t>Observation  :</a:t>
            </a:r>
          </a:p>
          <a:p>
            <a:endParaRPr lang="en-US" b="1" dirty="0">
              <a:latin typeface="Nunito" pitchFamily="2" charset="0"/>
            </a:endParaRPr>
          </a:p>
          <a:p>
            <a:pPr marL="171450" indent="-171450">
              <a:buFont typeface="Wingdings" panose="05000000000000000000" pitchFamily="2" charset="2"/>
              <a:buChar char="v"/>
            </a:pPr>
            <a:r>
              <a:rPr lang="en-US" sz="1100" b="1" dirty="0">
                <a:latin typeface="Nunito" pitchFamily="2" charset="0"/>
              </a:rPr>
              <a:t>Model_8</a:t>
            </a:r>
            <a:r>
              <a:rPr lang="en-US" sz="1100" dirty="0">
                <a:latin typeface="Nunito" pitchFamily="2" charset="0"/>
              </a:rPr>
              <a:t> achieves the </a:t>
            </a:r>
            <a:r>
              <a:rPr lang="en-US" sz="1100" b="1" dirty="0">
                <a:latin typeface="Nunito" pitchFamily="2" charset="0"/>
              </a:rPr>
              <a:t>highest validation Recall</a:t>
            </a:r>
            <a:r>
              <a:rPr lang="en-US" sz="1100" dirty="0">
                <a:latin typeface="Nunito" pitchFamily="2" charset="0"/>
              </a:rPr>
              <a:t>, closely followed by Models 7 and 3</a:t>
            </a:r>
            <a:r>
              <a:rPr lang="en-US" dirty="0">
                <a:latin typeface="Nunito" pitchFamily="2" charset="0"/>
              </a:rPr>
              <a:t>.</a:t>
            </a:r>
          </a:p>
        </p:txBody>
      </p:sp>
    </p:spTree>
    <p:extLst>
      <p:ext uri="{BB962C8B-B14F-4D97-AF65-F5344CB8AC3E}">
        <p14:creationId xmlns:p14="http://schemas.microsoft.com/office/powerpoint/2010/main" val="1413224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54D3B592-62BC-D1BB-B2FB-446F3131F98B}"/>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88D85358-A820-B145-EEF3-BA7A5A813F83}"/>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Step by Step Model Evaluation</a:t>
            </a:r>
            <a:endParaRPr sz="1600" dirty="0">
              <a:solidFill>
                <a:srgbClr val="1974D2"/>
              </a:solidFill>
            </a:endParaRPr>
          </a:p>
        </p:txBody>
      </p:sp>
      <p:graphicFrame>
        <p:nvGraphicFramePr>
          <p:cNvPr id="13" name="Table 12">
            <a:extLst>
              <a:ext uri="{FF2B5EF4-FFF2-40B4-BE49-F238E27FC236}">
                <a16:creationId xmlns:a16="http://schemas.microsoft.com/office/drawing/2014/main" id="{7560DB48-606F-FC64-386E-03980177F748}"/>
              </a:ext>
            </a:extLst>
          </p:cNvPr>
          <p:cNvGraphicFramePr>
            <a:graphicFrameLocks noGrp="1"/>
          </p:cNvGraphicFramePr>
          <p:nvPr>
            <p:extLst>
              <p:ext uri="{D42A27DB-BD31-4B8C-83A1-F6EECF244321}">
                <p14:modId xmlns:p14="http://schemas.microsoft.com/office/powerpoint/2010/main" val="3654296361"/>
              </p:ext>
            </p:extLst>
          </p:nvPr>
        </p:nvGraphicFramePr>
        <p:xfrm>
          <a:off x="251993" y="997563"/>
          <a:ext cx="4632435" cy="1565574"/>
        </p:xfrm>
        <a:graphic>
          <a:graphicData uri="http://schemas.openxmlformats.org/drawingml/2006/table">
            <a:tbl>
              <a:tblPr firstRow="1" bandRow="1">
                <a:tableStyleId>{12084AC0-A0CB-4F2F-9A05-E4AD725CB356}</a:tableStyleId>
              </a:tblPr>
              <a:tblGrid>
                <a:gridCol w="1298029">
                  <a:extLst>
                    <a:ext uri="{9D8B030D-6E8A-4147-A177-3AD203B41FA5}">
                      <a16:colId xmlns:a16="http://schemas.microsoft.com/office/drawing/2014/main" val="3625216284"/>
                    </a:ext>
                  </a:extLst>
                </a:gridCol>
                <a:gridCol w="930165">
                  <a:extLst>
                    <a:ext uri="{9D8B030D-6E8A-4147-A177-3AD203B41FA5}">
                      <a16:colId xmlns:a16="http://schemas.microsoft.com/office/drawing/2014/main" val="2261144211"/>
                    </a:ext>
                  </a:extLst>
                </a:gridCol>
                <a:gridCol w="1158765">
                  <a:extLst>
                    <a:ext uri="{9D8B030D-6E8A-4147-A177-3AD203B41FA5}">
                      <a16:colId xmlns:a16="http://schemas.microsoft.com/office/drawing/2014/main" val="2270602144"/>
                    </a:ext>
                  </a:extLst>
                </a:gridCol>
                <a:gridCol w="1245476">
                  <a:extLst>
                    <a:ext uri="{9D8B030D-6E8A-4147-A177-3AD203B41FA5}">
                      <a16:colId xmlns:a16="http://schemas.microsoft.com/office/drawing/2014/main" val="2110886357"/>
                    </a:ext>
                  </a:extLst>
                </a:gridCol>
              </a:tblGrid>
              <a:tr h="421187">
                <a:tc>
                  <a:txBody>
                    <a:bodyPr/>
                    <a:lstStyle/>
                    <a:p>
                      <a:r>
                        <a:rPr lang="en-US" sz="1200" dirty="0">
                          <a:latin typeface="Nunito" pitchFamily="2" charset="0"/>
                        </a:rPr>
                        <a:t>Models</a:t>
                      </a:r>
                    </a:p>
                  </a:txBody>
                  <a:tcPr/>
                </a:tc>
                <a:tc>
                  <a:txBody>
                    <a:bodyPr/>
                    <a:lstStyle/>
                    <a:p>
                      <a:r>
                        <a:rPr lang="en-US" sz="1200" dirty="0">
                          <a:latin typeface="Nunito" pitchFamily="2" charset="0"/>
                        </a:rPr>
                        <a:t>Train Precision</a:t>
                      </a:r>
                    </a:p>
                  </a:txBody>
                  <a:tcPr/>
                </a:tc>
                <a:tc>
                  <a:txBody>
                    <a:bodyPr/>
                    <a:lstStyle/>
                    <a:p>
                      <a:r>
                        <a:rPr lang="en-US" sz="1200" dirty="0">
                          <a:latin typeface="Nunito" pitchFamily="2" charset="0"/>
                        </a:rPr>
                        <a:t>Validation Precision </a:t>
                      </a:r>
                    </a:p>
                  </a:txBody>
                  <a:tcPr/>
                </a:tc>
                <a:tc>
                  <a:txBody>
                    <a:bodyPr/>
                    <a:lstStyle/>
                    <a:p>
                      <a:r>
                        <a:rPr lang="en-US" sz="1200" dirty="0">
                          <a:latin typeface="Nunito" pitchFamily="2" charset="0"/>
                        </a:rPr>
                        <a:t>Delta(Gap) Precision</a:t>
                      </a:r>
                    </a:p>
                  </a:txBody>
                  <a:tcPr/>
                </a:tc>
                <a:extLst>
                  <a:ext uri="{0D108BD9-81ED-4DB2-BD59-A6C34878D82A}">
                    <a16:rowId xmlns:a16="http://schemas.microsoft.com/office/drawing/2014/main" val="2130600569"/>
                  </a:ext>
                </a:extLst>
              </a:tr>
              <a:tr h="283098">
                <a:tc>
                  <a:txBody>
                    <a:bodyPr/>
                    <a:lstStyle/>
                    <a:p>
                      <a:r>
                        <a:rPr lang="en-US" sz="1100" b="1" dirty="0">
                          <a:latin typeface="Nunito" pitchFamily="2" charset="0"/>
                        </a:rPr>
                        <a:t>Model_8</a:t>
                      </a:r>
                    </a:p>
                  </a:txBody>
                  <a:tcPr/>
                </a:tc>
                <a:tc>
                  <a:txBody>
                    <a:bodyPr/>
                    <a:lstStyle/>
                    <a:p>
                      <a:r>
                        <a:rPr lang="en-US" sz="900" dirty="0">
                          <a:latin typeface="Nunito" pitchFamily="2" charset="0"/>
                        </a:rPr>
                        <a:t>0.9253</a:t>
                      </a:r>
                    </a:p>
                  </a:txBody>
                  <a:tcPr/>
                </a:tc>
                <a:tc>
                  <a:txBody>
                    <a:bodyPr/>
                    <a:lstStyle/>
                    <a:p>
                      <a:r>
                        <a:rPr lang="en-US" sz="900" dirty="0"/>
                        <a:t>0.9291</a:t>
                      </a:r>
                      <a:endParaRPr lang="en-US" sz="900" dirty="0">
                        <a:latin typeface="Nunito" pitchFamily="2" charset="0"/>
                      </a:endParaRPr>
                    </a:p>
                  </a:txBody>
                  <a:tcPr/>
                </a:tc>
                <a:tc>
                  <a:txBody>
                    <a:bodyPr/>
                    <a:lstStyle/>
                    <a:p>
                      <a:r>
                        <a:rPr lang="en-US" sz="900" dirty="0">
                          <a:latin typeface="Nunito" pitchFamily="2" charset="0"/>
                        </a:rPr>
                        <a:t>0.0038</a:t>
                      </a:r>
                    </a:p>
                  </a:txBody>
                  <a:tcPr/>
                </a:tc>
                <a:extLst>
                  <a:ext uri="{0D108BD9-81ED-4DB2-BD59-A6C34878D82A}">
                    <a16:rowId xmlns:a16="http://schemas.microsoft.com/office/drawing/2014/main" val="1537021149"/>
                  </a:ext>
                </a:extLst>
              </a:tr>
              <a:tr h="283098">
                <a:tc>
                  <a:txBody>
                    <a:bodyPr/>
                    <a:lstStyle/>
                    <a:p>
                      <a:r>
                        <a:rPr lang="en-US" sz="1100" b="1" dirty="0">
                          <a:latin typeface="Nunito" pitchFamily="2" charset="0"/>
                        </a:rPr>
                        <a:t>Model_7</a:t>
                      </a:r>
                    </a:p>
                  </a:txBody>
                  <a:tcPr/>
                </a:tc>
                <a:tc>
                  <a:txBody>
                    <a:bodyPr/>
                    <a:lstStyle/>
                    <a:p>
                      <a:r>
                        <a:rPr lang="en-US" sz="900" dirty="0">
                          <a:latin typeface="Nunito" pitchFamily="2" charset="0"/>
                        </a:rPr>
                        <a:t>0.9227</a:t>
                      </a:r>
                    </a:p>
                  </a:txBody>
                  <a:tcPr/>
                </a:tc>
                <a:tc>
                  <a:txBody>
                    <a:bodyPr/>
                    <a:lstStyle/>
                    <a:p>
                      <a:r>
                        <a:rPr lang="en-US" sz="900" dirty="0">
                          <a:latin typeface="Nunito" pitchFamily="2" charset="0"/>
                        </a:rPr>
                        <a:t>0.9259</a:t>
                      </a:r>
                    </a:p>
                  </a:txBody>
                  <a:tcPr/>
                </a:tc>
                <a:tc>
                  <a:txBody>
                    <a:bodyPr/>
                    <a:lstStyle/>
                    <a:p>
                      <a:r>
                        <a:rPr lang="en-US" sz="900" dirty="0">
                          <a:latin typeface="Nunito" pitchFamily="2" charset="0"/>
                        </a:rPr>
                        <a:t>0.0023</a:t>
                      </a:r>
                    </a:p>
                  </a:txBody>
                  <a:tcPr/>
                </a:tc>
                <a:extLst>
                  <a:ext uri="{0D108BD9-81ED-4DB2-BD59-A6C34878D82A}">
                    <a16:rowId xmlns:a16="http://schemas.microsoft.com/office/drawing/2014/main" val="1937498808"/>
                  </a:ext>
                </a:extLst>
              </a:tr>
              <a:tr h="283098">
                <a:tc>
                  <a:txBody>
                    <a:bodyPr/>
                    <a:lstStyle/>
                    <a:p>
                      <a:r>
                        <a:rPr lang="en-US" sz="1100" b="1" dirty="0">
                          <a:latin typeface="Nunito" pitchFamily="2" charset="0"/>
                        </a:rPr>
                        <a:t>Model_3</a:t>
                      </a:r>
                    </a:p>
                  </a:txBody>
                  <a:tcPr/>
                </a:tc>
                <a:tc>
                  <a:txBody>
                    <a:bodyPr/>
                    <a:lstStyle/>
                    <a:p>
                      <a:r>
                        <a:rPr lang="en-US" sz="900" dirty="0">
                          <a:latin typeface="Nunito" pitchFamily="2" charset="0"/>
                        </a:rPr>
                        <a:t>0.9173</a:t>
                      </a:r>
                    </a:p>
                  </a:txBody>
                  <a:tcPr/>
                </a:tc>
                <a:tc>
                  <a:txBody>
                    <a:bodyPr/>
                    <a:lstStyle/>
                    <a:p>
                      <a:r>
                        <a:rPr lang="en-US" sz="900" dirty="0">
                          <a:latin typeface="Nunito" pitchFamily="2" charset="0"/>
                        </a:rPr>
                        <a:t>0.9162</a:t>
                      </a:r>
                    </a:p>
                  </a:txBody>
                  <a:tcPr/>
                </a:tc>
                <a:tc>
                  <a:txBody>
                    <a:bodyPr/>
                    <a:lstStyle/>
                    <a:p>
                      <a:r>
                        <a:rPr lang="en-US" sz="900" dirty="0"/>
                        <a:t>-0.0011</a:t>
                      </a:r>
                      <a:endParaRPr lang="en-US" sz="900" dirty="0">
                        <a:latin typeface="Nunito" pitchFamily="2" charset="0"/>
                      </a:endParaRPr>
                    </a:p>
                  </a:txBody>
                  <a:tcPr/>
                </a:tc>
                <a:extLst>
                  <a:ext uri="{0D108BD9-81ED-4DB2-BD59-A6C34878D82A}">
                    <a16:rowId xmlns:a16="http://schemas.microsoft.com/office/drawing/2014/main" val="463039786"/>
                  </a:ext>
                </a:extLst>
              </a:tr>
              <a:tr h="238673">
                <a:tc>
                  <a:txBody>
                    <a:bodyPr/>
                    <a:lstStyle/>
                    <a:p>
                      <a:r>
                        <a:rPr lang="en-US" sz="1100" b="1" dirty="0">
                          <a:latin typeface="Nunito" pitchFamily="2" charset="0"/>
                        </a:rPr>
                        <a:t>Model_6</a:t>
                      </a:r>
                    </a:p>
                  </a:txBody>
                  <a:tcPr/>
                </a:tc>
                <a:tc>
                  <a:txBody>
                    <a:bodyPr/>
                    <a:lstStyle/>
                    <a:p>
                      <a:r>
                        <a:rPr lang="en-US" sz="900" dirty="0">
                          <a:latin typeface="Nunito" pitchFamily="2" charset="0"/>
                        </a:rPr>
                        <a:t>0.9591</a:t>
                      </a:r>
                    </a:p>
                  </a:txBody>
                  <a:tcPr/>
                </a:tc>
                <a:tc>
                  <a:txBody>
                    <a:bodyPr/>
                    <a:lstStyle/>
                    <a:p>
                      <a:r>
                        <a:rPr lang="en-US" sz="900" dirty="0">
                          <a:latin typeface="Nunito" pitchFamily="2" charset="0"/>
                        </a:rPr>
                        <a:t>0.9525</a:t>
                      </a:r>
                    </a:p>
                  </a:txBody>
                  <a:tcPr/>
                </a:tc>
                <a:tc>
                  <a:txBody>
                    <a:bodyPr/>
                    <a:lstStyle/>
                    <a:p>
                      <a:r>
                        <a:rPr lang="en-US" sz="900" dirty="0"/>
                        <a:t>-0.0066</a:t>
                      </a:r>
                      <a:endParaRPr lang="en-US" sz="900" dirty="0">
                        <a:latin typeface="Nunito" pitchFamily="2" charset="0"/>
                      </a:endParaRPr>
                    </a:p>
                  </a:txBody>
                  <a:tcPr/>
                </a:tc>
                <a:extLst>
                  <a:ext uri="{0D108BD9-81ED-4DB2-BD59-A6C34878D82A}">
                    <a16:rowId xmlns:a16="http://schemas.microsoft.com/office/drawing/2014/main" val="1294208353"/>
                  </a:ext>
                </a:extLst>
              </a:tr>
            </a:tbl>
          </a:graphicData>
        </a:graphic>
      </p:graphicFrame>
      <p:sp>
        <p:nvSpPr>
          <p:cNvPr id="16" name="TextBox 15">
            <a:extLst>
              <a:ext uri="{FF2B5EF4-FFF2-40B4-BE49-F238E27FC236}">
                <a16:creationId xmlns:a16="http://schemas.microsoft.com/office/drawing/2014/main" id="{FE3FA83B-0514-86E8-0D9C-EFA958672507}"/>
              </a:ext>
            </a:extLst>
          </p:cNvPr>
          <p:cNvSpPr txBox="1"/>
          <p:nvPr/>
        </p:nvSpPr>
        <p:spPr>
          <a:xfrm>
            <a:off x="251993" y="623712"/>
            <a:ext cx="4130566" cy="307777"/>
          </a:xfrm>
          <a:prstGeom prst="rect">
            <a:avLst/>
          </a:prstGeom>
          <a:noFill/>
        </p:spPr>
        <p:txBody>
          <a:bodyPr wrap="square" rtlCol="0">
            <a:spAutoFit/>
          </a:bodyPr>
          <a:lstStyle/>
          <a:p>
            <a:r>
              <a:rPr lang="en-US" b="1" dirty="0">
                <a:latin typeface="Nunito" pitchFamily="2" charset="0"/>
              </a:rPr>
              <a:t>Accuracy and Precision –Stability </a:t>
            </a:r>
          </a:p>
        </p:txBody>
      </p:sp>
      <p:sp>
        <p:nvSpPr>
          <p:cNvPr id="18" name="TextBox 17">
            <a:extLst>
              <a:ext uri="{FF2B5EF4-FFF2-40B4-BE49-F238E27FC236}">
                <a16:creationId xmlns:a16="http://schemas.microsoft.com/office/drawing/2014/main" id="{209F9591-16E5-B002-B7E7-378863AD1A37}"/>
              </a:ext>
            </a:extLst>
          </p:cNvPr>
          <p:cNvSpPr txBox="1"/>
          <p:nvPr/>
        </p:nvSpPr>
        <p:spPr>
          <a:xfrm>
            <a:off x="5273564" y="997563"/>
            <a:ext cx="3421373" cy="1031051"/>
          </a:xfrm>
          <a:prstGeom prst="rect">
            <a:avLst/>
          </a:prstGeom>
          <a:noFill/>
        </p:spPr>
        <p:txBody>
          <a:bodyPr wrap="square" rtlCol="0">
            <a:spAutoFit/>
          </a:bodyPr>
          <a:lstStyle/>
          <a:p>
            <a:r>
              <a:rPr lang="en-US" b="1" dirty="0">
                <a:latin typeface="Nunito" pitchFamily="2" charset="0"/>
              </a:rPr>
              <a:t>Observation on Stability </a:t>
            </a:r>
          </a:p>
          <a:p>
            <a:endParaRPr lang="en-US" b="1" dirty="0">
              <a:latin typeface="Nunito" pitchFamily="2" charset="0"/>
            </a:endParaRPr>
          </a:p>
          <a:p>
            <a:pPr marL="171450" indent="-171450">
              <a:buFont typeface="Wingdings" panose="05000000000000000000" pitchFamily="2" charset="2"/>
              <a:buChar char="v"/>
            </a:pPr>
            <a:r>
              <a:rPr lang="en-US" sz="1100" dirty="0">
                <a:latin typeface="Nunito" pitchFamily="2" charset="0"/>
              </a:rPr>
              <a:t>All four top Recall models </a:t>
            </a:r>
            <a:r>
              <a:rPr lang="en-US" sz="1100" b="1" dirty="0">
                <a:latin typeface="Nunito" pitchFamily="2" charset="0"/>
              </a:rPr>
              <a:t>maintain excellent Precision stability </a:t>
            </a:r>
            <a:r>
              <a:rPr lang="en-US" sz="1100" dirty="0">
                <a:latin typeface="Nunito" pitchFamily="2" charset="0"/>
              </a:rPr>
              <a:t>between training and validation sets, </a:t>
            </a:r>
            <a:r>
              <a:rPr lang="en-US" sz="1100" b="1" dirty="0">
                <a:latin typeface="Nunito" pitchFamily="2" charset="0"/>
              </a:rPr>
              <a:t>indicating good generalization.</a:t>
            </a:r>
            <a:endParaRPr lang="en-US" b="1" dirty="0">
              <a:latin typeface="Nunito" pitchFamily="2" charset="0"/>
            </a:endParaRPr>
          </a:p>
        </p:txBody>
      </p:sp>
      <p:sp>
        <p:nvSpPr>
          <p:cNvPr id="2" name="TextBox 1">
            <a:extLst>
              <a:ext uri="{FF2B5EF4-FFF2-40B4-BE49-F238E27FC236}">
                <a16:creationId xmlns:a16="http://schemas.microsoft.com/office/drawing/2014/main" id="{5F335439-3EC6-4E0E-06AC-9A2CC4877448}"/>
              </a:ext>
            </a:extLst>
          </p:cNvPr>
          <p:cNvSpPr txBox="1"/>
          <p:nvPr/>
        </p:nvSpPr>
        <p:spPr>
          <a:xfrm>
            <a:off x="160026" y="2786224"/>
            <a:ext cx="4130566" cy="307777"/>
          </a:xfrm>
          <a:prstGeom prst="rect">
            <a:avLst/>
          </a:prstGeom>
          <a:noFill/>
        </p:spPr>
        <p:txBody>
          <a:bodyPr wrap="square" rtlCol="0">
            <a:spAutoFit/>
          </a:bodyPr>
          <a:lstStyle/>
          <a:p>
            <a:r>
              <a:rPr lang="en-US" b="1" dirty="0">
                <a:latin typeface="Nunito" pitchFamily="2" charset="0"/>
              </a:rPr>
              <a:t>F1 Score-Balance Check </a:t>
            </a:r>
          </a:p>
        </p:txBody>
      </p:sp>
      <p:graphicFrame>
        <p:nvGraphicFramePr>
          <p:cNvPr id="3" name="Table 2">
            <a:extLst>
              <a:ext uri="{FF2B5EF4-FFF2-40B4-BE49-F238E27FC236}">
                <a16:creationId xmlns:a16="http://schemas.microsoft.com/office/drawing/2014/main" id="{FCDF73E4-6327-878D-5A3C-12D895AA197D}"/>
              </a:ext>
            </a:extLst>
          </p:cNvPr>
          <p:cNvGraphicFramePr>
            <a:graphicFrameLocks noGrp="1"/>
          </p:cNvGraphicFramePr>
          <p:nvPr>
            <p:extLst>
              <p:ext uri="{D42A27DB-BD31-4B8C-83A1-F6EECF244321}">
                <p14:modId xmlns:p14="http://schemas.microsoft.com/office/powerpoint/2010/main" val="2871081114"/>
              </p:ext>
            </p:extLst>
          </p:nvPr>
        </p:nvGraphicFramePr>
        <p:xfrm>
          <a:off x="254617" y="3144310"/>
          <a:ext cx="4648459" cy="1529561"/>
        </p:xfrm>
        <a:graphic>
          <a:graphicData uri="http://schemas.openxmlformats.org/drawingml/2006/table">
            <a:tbl>
              <a:tblPr firstRow="1" bandRow="1">
                <a:tableStyleId>{12084AC0-A0CB-4F2F-9A05-E4AD725CB356}</a:tableStyleId>
              </a:tblPr>
              <a:tblGrid>
                <a:gridCol w="1660893">
                  <a:extLst>
                    <a:ext uri="{9D8B030D-6E8A-4147-A177-3AD203B41FA5}">
                      <a16:colId xmlns:a16="http://schemas.microsoft.com/office/drawing/2014/main" val="3625216284"/>
                    </a:ext>
                  </a:extLst>
                </a:gridCol>
                <a:gridCol w="1757856">
                  <a:extLst>
                    <a:ext uri="{9D8B030D-6E8A-4147-A177-3AD203B41FA5}">
                      <a16:colId xmlns:a16="http://schemas.microsoft.com/office/drawing/2014/main" val="2261144211"/>
                    </a:ext>
                  </a:extLst>
                </a:gridCol>
                <a:gridCol w="1229710">
                  <a:extLst>
                    <a:ext uri="{9D8B030D-6E8A-4147-A177-3AD203B41FA5}">
                      <a16:colId xmlns:a16="http://schemas.microsoft.com/office/drawing/2014/main" val="2270602144"/>
                    </a:ext>
                  </a:extLst>
                </a:gridCol>
              </a:tblGrid>
              <a:tr h="421187">
                <a:tc>
                  <a:txBody>
                    <a:bodyPr/>
                    <a:lstStyle/>
                    <a:p>
                      <a:r>
                        <a:rPr lang="en-US" sz="1200" dirty="0">
                          <a:latin typeface="Nunito" pitchFamily="2" charset="0"/>
                        </a:rPr>
                        <a:t>Models</a:t>
                      </a:r>
                    </a:p>
                  </a:txBody>
                  <a:tcPr/>
                </a:tc>
                <a:tc>
                  <a:txBody>
                    <a:bodyPr/>
                    <a:lstStyle/>
                    <a:p>
                      <a:r>
                        <a:rPr lang="en-US" sz="1200" dirty="0">
                          <a:latin typeface="Nunito" pitchFamily="2" charset="0"/>
                        </a:rPr>
                        <a:t>Train F1</a:t>
                      </a:r>
                    </a:p>
                  </a:txBody>
                  <a:tcPr/>
                </a:tc>
                <a:tc>
                  <a:txBody>
                    <a:bodyPr/>
                    <a:lstStyle/>
                    <a:p>
                      <a:r>
                        <a:rPr lang="en-US" sz="1200" dirty="0">
                          <a:latin typeface="Nunito" pitchFamily="2" charset="0"/>
                        </a:rPr>
                        <a:t>Validation F1 </a:t>
                      </a:r>
                    </a:p>
                  </a:txBody>
                  <a:tcPr/>
                </a:tc>
                <a:extLst>
                  <a:ext uri="{0D108BD9-81ED-4DB2-BD59-A6C34878D82A}">
                    <a16:rowId xmlns:a16="http://schemas.microsoft.com/office/drawing/2014/main" val="2130600569"/>
                  </a:ext>
                </a:extLst>
              </a:tr>
              <a:tr h="283098">
                <a:tc>
                  <a:txBody>
                    <a:bodyPr/>
                    <a:lstStyle/>
                    <a:p>
                      <a:r>
                        <a:rPr lang="en-US" sz="1100" b="1" dirty="0">
                          <a:latin typeface="Nunito" pitchFamily="2" charset="0"/>
                        </a:rPr>
                        <a:t>Model_8</a:t>
                      </a:r>
                    </a:p>
                  </a:txBody>
                  <a:tcPr/>
                </a:tc>
                <a:tc>
                  <a:txBody>
                    <a:bodyPr/>
                    <a:lstStyle/>
                    <a:p>
                      <a:r>
                        <a:rPr lang="en-US" sz="900" dirty="0">
                          <a:latin typeface="Nunito" pitchFamily="2" charset="0"/>
                        </a:rPr>
                        <a:t>0.9375</a:t>
                      </a:r>
                    </a:p>
                  </a:txBody>
                  <a:tcPr/>
                </a:tc>
                <a:tc>
                  <a:txBody>
                    <a:bodyPr/>
                    <a:lstStyle/>
                    <a:p>
                      <a:r>
                        <a:rPr lang="en-US" sz="900" dirty="0"/>
                        <a:t>0.9354</a:t>
                      </a:r>
                      <a:endParaRPr lang="en-US" sz="900" dirty="0">
                        <a:latin typeface="Nunito" pitchFamily="2" charset="0"/>
                      </a:endParaRPr>
                    </a:p>
                  </a:txBody>
                  <a:tcPr/>
                </a:tc>
                <a:extLst>
                  <a:ext uri="{0D108BD9-81ED-4DB2-BD59-A6C34878D82A}">
                    <a16:rowId xmlns:a16="http://schemas.microsoft.com/office/drawing/2014/main" val="1537021149"/>
                  </a:ext>
                </a:extLst>
              </a:tr>
              <a:tr h="283098">
                <a:tc>
                  <a:txBody>
                    <a:bodyPr/>
                    <a:lstStyle/>
                    <a:p>
                      <a:r>
                        <a:rPr lang="en-US" sz="1100" b="1" dirty="0">
                          <a:latin typeface="Nunito" pitchFamily="2" charset="0"/>
                        </a:rPr>
                        <a:t>Model_7</a:t>
                      </a:r>
                    </a:p>
                  </a:txBody>
                  <a:tcPr/>
                </a:tc>
                <a:tc>
                  <a:txBody>
                    <a:bodyPr/>
                    <a:lstStyle/>
                    <a:p>
                      <a:r>
                        <a:rPr lang="en-US" sz="900" dirty="0">
                          <a:latin typeface="Nunito" pitchFamily="2" charset="0"/>
                        </a:rPr>
                        <a:t>0.9352</a:t>
                      </a:r>
                    </a:p>
                  </a:txBody>
                  <a:tcPr/>
                </a:tc>
                <a:tc>
                  <a:txBody>
                    <a:bodyPr/>
                    <a:lstStyle/>
                    <a:p>
                      <a:r>
                        <a:rPr lang="en-US" sz="900" dirty="0">
                          <a:latin typeface="Nunito" pitchFamily="2" charset="0"/>
                        </a:rPr>
                        <a:t>0.9304</a:t>
                      </a:r>
                    </a:p>
                  </a:txBody>
                  <a:tcPr/>
                </a:tc>
                <a:extLst>
                  <a:ext uri="{0D108BD9-81ED-4DB2-BD59-A6C34878D82A}">
                    <a16:rowId xmlns:a16="http://schemas.microsoft.com/office/drawing/2014/main" val="1937498808"/>
                  </a:ext>
                </a:extLst>
              </a:tr>
              <a:tr h="283098">
                <a:tc>
                  <a:txBody>
                    <a:bodyPr/>
                    <a:lstStyle/>
                    <a:p>
                      <a:r>
                        <a:rPr lang="en-US" sz="1100" b="1" dirty="0">
                          <a:latin typeface="Nunito" pitchFamily="2" charset="0"/>
                        </a:rPr>
                        <a:t>Model_3</a:t>
                      </a:r>
                    </a:p>
                  </a:txBody>
                  <a:tcPr/>
                </a:tc>
                <a:tc>
                  <a:txBody>
                    <a:bodyPr/>
                    <a:lstStyle/>
                    <a:p>
                      <a:r>
                        <a:rPr lang="en-US" sz="900" dirty="0">
                          <a:latin typeface="Nunito" pitchFamily="2" charset="0"/>
                        </a:rPr>
                        <a:t>0.9293</a:t>
                      </a:r>
                    </a:p>
                  </a:txBody>
                  <a:tcPr/>
                </a:tc>
                <a:tc>
                  <a:txBody>
                    <a:bodyPr/>
                    <a:lstStyle/>
                    <a:p>
                      <a:r>
                        <a:rPr lang="en-US" sz="900" dirty="0">
                          <a:latin typeface="Nunito" pitchFamily="2" charset="0"/>
                        </a:rPr>
                        <a:t>0.9239</a:t>
                      </a:r>
                    </a:p>
                  </a:txBody>
                  <a:tcPr/>
                </a:tc>
                <a:extLst>
                  <a:ext uri="{0D108BD9-81ED-4DB2-BD59-A6C34878D82A}">
                    <a16:rowId xmlns:a16="http://schemas.microsoft.com/office/drawing/2014/main" val="463039786"/>
                  </a:ext>
                </a:extLst>
              </a:tr>
              <a:tr h="238673">
                <a:tc>
                  <a:txBody>
                    <a:bodyPr/>
                    <a:lstStyle/>
                    <a:p>
                      <a:r>
                        <a:rPr lang="en-US" sz="1100" b="1" dirty="0">
                          <a:latin typeface="Nunito" pitchFamily="2" charset="0"/>
                        </a:rPr>
                        <a:t>Model_6</a:t>
                      </a:r>
                    </a:p>
                  </a:txBody>
                  <a:tcPr/>
                </a:tc>
                <a:tc>
                  <a:txBody>
                    <a:bodyPr/>
                    <a:lstStyle/>
                    <a:p>
                      <a:r>
                        <a:rPr lang="en-US" sz="900" dirty="0">
                          <a:latin typeface="Nunito" pitchFamily="2" charset="0"/>
                        </a:rPr>
                        <a:t>0.9415</a:t>
                      </a:r>
                    </a:p>
                  </a:txBody>
                  <a:tcPr/>
                </a:tc>
                <a:tc>
                  <a:txBody>
                    <a:bodyPr/>
                    <a:lstStyle/>
                    <a:p>
                      <a:r>
                        <a:rPr lang="en-US" sz="900" dirty="0">
                          <a:latin typeface="Nunito" pitchFamily="2" charset="0"/>
                        </a:rPr>
                        <a:t>0.9386</a:t>
                      </a:r>
                    </a:p>
                  </a:txBody>
                  <a:tcPr/>
                </a:tc>
                <a:extLst>
                  <a:ext uri="{0D108BD9-81ED-4DB2-BD59-A6C34878D82A}">
                    <a16:rowId xmlns:a16="http://schemas.microsoft.com/office/drawing/2014/main" val="1294208353"/>
                  </a:ext>
                </a:extLst>
              </a:tr>
            </a:tbl>
          </a:graphicData>
        </a:graphic>
      </p:graphicFrame>
      <p:sp>
        <p:nvSpPr>
          <p:cNvPr id="4" name="TextBox 3">
            <a:extLst>
              <a:ext uri="{FF2B5EF4-FFF2-40B4-BE49-F238E27FC236}">
                <a16:creationId xmlns:a16="http://schemas.microsoft.com/office/drawing/2014/main" id="{DC0E73AB-A439-4739-7E8C-93E122B0D328}"/>
              </a:ext>
            </a:extLst>
          </p:cNvPr>
          <p:cNvSpPr txBox="1"/>
          <p:nvPr/>
        </p:nvSpPr>
        <p:spPr>
          <a:xfrm>
            <a:off x="5351220" y="2940112"/>
            <a:ext cx="3421373" cy="1585049"/>
          </a:xfrm>
          <a:prstGeom prst="rect">
            <a:avLst/>
          </a:prstGeom>
          <a:noFill/>
        </p:spPr>
        <p:txBody>
          <a:bodyPr wrap="square" rtlCol="0">
            <a:spAutoFit/>
          </a:bodyPr>
          <a:lstStyle/>
          <a:p>
            <a:r>
              <a:rPr lang="en-US" b="1" dirty="0">
                <a:latin typeface="Nunito" pitchFamily="2" charset="0"/>
              </a:rPr>
              <a:t>Observation on Balance Check</a:t>
            </a:r>
          </a:p>
          <a:p>
            <a:endParaRPr lang="en-US" b="1" dirty="0">
              <a:latin typeface="Nunito" pitchFamily="2" charset="0"/>
            </a:endParaRPr>
          </a:p>
          <a:p>
            <a:pPr marL="171450" indent="-171450">
              <a:buFont typeface="Wingdings" panose="05000000000000000000" pitchFamily="2" charset="2"/>
              <a:buChar char="v"/>
            </a:pPr>
            <a:r>
              <a:rPr lang="en-US" sz="1100" dirty="0"/>
              <a:t>F1 scores are tightly aligned between training and validation — showing </a:t>
            </a:r>
            <a:r>
              <a:rPr lang="en-US" sz="1100" b="1" dirty="0"/>
              <a:t>no sign of overfitting</a:t>
            </a:r>
            <a:r>
              <a:rPr lang="en-US" sz="1100" dirty="0"/>
              <a:t>.</a:t>
            </a:r>
          </a:p>
          <a:p>
            <a:pPr marL="171450" indent="-171450">
              <a:buFont typeface="Wingdings" panose="05000000000000000000" pitchFamily="2" charset="2"/>
              <a:buChar char="v"/>
            </a:pPr>
            <a:endParaRPr lang="en-US" sz="1100" dirty="0"/>
          </a:p>
          <a:p>
            <a:pPr marL="171450" indent="-171450">
              <a:buFont typeface="Wingdings" panose="05000000000000000000" pitchFamily="2" charset="2"/>
              <a:buChar char="v"/>
            </a:pPr>
            <a:r>
              <a:rPr lang="en-US" sz="1100" dirty="0"/>
              <a:t>Model 6 slightly edges others on F1 balance, but Recall (my priority) </a:t>
            </a:r>
            <a:r>
              <a:rPr lang="en-US" sz="1100" b="1" dirty="0"/>
              <a:t>favors Model 8.</a:t>
            </a:r>
          </a:p>
          <a:p>
            <a:endParaRPr lang="en-US" b="1" dirty="0">
              <a:latin typeface="Nunito" pitchFamily="2" charset="0"/>
            </a:endParaRPr>
          </a:p>
        </p:txBody>
      </p:sp>
    </p:spTree>
    <p:extLst>
      <p:ext uri="{BB962C8B-B14F-4D97-AF65-F5344CB8AC3E}">
        <p14:creationId xmlns:p14="http://schemas.microsoft.com/office/powerpoint/2010/main" val="275948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E5F0182B-03A0-4209-A381-89DFB7EC5015}"/>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E5AD834A-2E86-766D-E4EE-5217FE2A94C3}"/>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1600" dirty="0">
                <a:solidFill>
                  <a:srgbClr val="1974D2"/>
                </a:solidFill>
              </a:rPr>
              <a:t>Final Model Recommndation –Model_8</a:t>
            </a:r>
            <a:endParaRPr sz="1600" dirty="0">
              <a:solidFill>
                <a:srgbClr val="1974D2"/>
              </a:solidFill>
            </a:endParaRPr>
          </a:p>
        </p:txBody>
      </p:sp>
      <p:graphicFrame>
        <p:nvGraphicFramePr>
          <p:cNvPr id="13" name="Table 12">
            <a:extLst>
              <a:ext uri="{FF2B5EF4-FFF2-40B4-BE49-F238E27FC236}">
                <a16:creationId xmlns:a16="http://schemas.microsoft.com/office/drawing/2014/main" id="{192857DB-BB10-22F9-E5DE-98DFA9B40A3F}"/>
              </a:ext>
            </a:extLst>
          </p:cNvPr>
          <p:cNvGraphicFramePr>
            <a:graphicFrameLocks noGrp="1"/>
          </p:cNvGraphicFramePr>
          <p:nvPr>
            <p:extLst>
              <p:ext uri="{D42A27DB-BD31-4B8C-83A1-F6EECF244321}">
                <p14:modId xmlns:p14="http://schemas.microsoft.com/office/powerpoint/2010/main" val="3270021549"/>
              </p:ext>
            </p:extLst>
          </p:nvPr>
        </p:nvGraphicFramePr>
        <p:xfrm>
          <a:off x="306917" y="831020"/>
          <a:ext cx="7157800" cy="1901783"/>
        </p:xfrm>
        <a:graphic>
          <a:graphicData uri="http://schemas.openxmlformats.org/drawingml/2006/table">
            <a:tbl>
              <a:tblPr firstRow="1" bandRow="1">
                <a:tableStyleId>{12084AC0-A0CB-4F2F-9A05-E4AD725CB356}</a:tableStyleId>
              </a:tblPr>
              <a:tblGrid>
                <a:gridCol w="1868469">
                  <a:extLst>
                    <a:ext uri="{9D8B030D-6E8A-4147-A177-3AD203B41FA5}">
                      <a16:colId xmlns:a16="http://schemas.microsoft.com/office/drawing/2014/main" val="3625216284"/>
                    </a:ext>
                  </a:extLst>
                </a:gridCol>
                <a:gridCol w="5289331">
                  <a:extLst>
                    <a:ext uri="{9D8B030D-6E8A-4147-A177-3AD203B41FA5}">
                      <a16:colId xmlns:a16="http://schemas.microsoft.com/office/drawing/2014/main" val="2261144211"/>
                    </a:ext>
                  </a:extLst>
                </a:gridCol>
              </a:tblGrid>
              <a:tr h="421187">
                <a:tc>
                  <a:txBody>
                    <a:bodyPr/>
                    <a:lstStyle/>
                    <a:p>
                      <a:r>
                        <a:rPr lang="en-US" sz="1200" dirty="0">
                          <a:latin typeface="Nunito" pitchFamily="2" charset="0"/>
                        </a:rPr>
                        <a:t>Metric</a:t>
                      </a:r>
                    </a:p>
                  </a:txBody>
                  <a:tcPr/>
                </a:tc>
                <a:tc>
                  <a:txBody>
                    <a:bodyPr/>
                    <a:lstStyle/>
                    <a:p>
                      <a:r>
                        <a:rPr lang="en-US" sz="1200" dirty="0">
                          <a:latin typeface="Nunito" pitchFamily="2" charset="0"/>
                        </a:rPr>
                        <a:t>Observation </a:t>
                      </a:r>
                    </a:p>
                  </a:txBody>
                  <a:tcPr/>
                </a:tc>
                <a:extLst>
                  <a:ext uri="{0D108BD9-81ED-4DB2-BD59-A6C34878D82A}">
                    <a16:rowId xmlns:a16="http://schemas.microsoft.com/office/drawing/2014/main" val="2130600569"/>
                  </a:ext>
                </a:extLst>
              </a:tr>
              <a:tr h="283098">
                <a:tc>
                  <a:txBody>
                    <a:bodyPr/>
                    <a:lstStyle/>
                    <a:p>
                      <a:r>
                        <a:rPr lang="en-US" sz="1100" b="1" dirty="0">
                          <a:latin typeface="Nunito" pitchFamily="2" charset="0"/>
                        </a:rPr>
                        <a:t>Primary Metric (Recall)</a:t>
                      </a:r>
                    </a:p>
                  </a:txBody>
                  <a:tcPr/>
                </a:tc>
                <a:tc>
                  <a:txBody>
                    <a:bodyPr/>
                    <a:lstStyle/>
                    <a:p>
                      <a:r>
                        <a:rPr lang="en-US" sz="1000" dirty="0">
                          <a:latin typeface="Nunito" pitchFamily="2" charset="0"/>
                        </a:rPr>
                        <a:t>Highest validation Recall (</a:t>
                      </a:r>
                      <a:r>
                        <a:rPr lang="en-US" sz="1000" b="1" dirty="0">
                          <a:latin typeface="Nunito" pitchFamily="2" charset="0"/>
                        </a:rPr>
                        <a:t>0.9418</a:t>
                      </a:r>
                      <a:r>
                        <a:rPr lang="en-US" sz="1000" dirty="0">
                          <a:latin typeface="Nunito" pitchFamily="2" charset="0"/>
                        </a:rPr>
                        <a:t>) with very close training Recall (0.9505), indicating strong generalization.</a:t>
                      </a:r>
                    </a:p>
                  </a:txBody>
                  <a:tcPr/>
                </a:tc>
                <a:extLst>
                  <a:ext uri="{0D108BD9-81ED-4DB2-BD59-A6C34878D82A}">
                    <a16:rowId xmlns:a16="http://schemas.microsoft.com/office/drawing/2014/main" val="1537021149"/>
                  </a:ext>
                </a:extLst>
              </a:tr>
              <a:tr h="283098">
                <a:tc>
                  <a:txBody>
                    <a:bodyPr/>
                    <a:lstStyle/>
                    <a:p>
                      <a:r>
                        <a:rPr lang="en-US" sz="1100" b="1" dirty="0">
                          <a:latin typeface="Nunito" pitchFamily="2" charset="0"/>
                        </a:rPr>
                        <a:t>Precision</a:t>
                      </a:r>
                    </a:p>
                  </a:txBody>
                  <a:tcPr/>
                </a:tc>
                <a:tc>
                  <a:txBody>
                    <a:bodyPr/>
                    <a:lstStyle/>
                    <a:p>
                      <a:r>
                        <a:rPr lang="en-US" sz="1000" dirty="0">
                          <a:latin typeface="Nunito" pitchFamily="2" charset="0"/>
                        </a:rPr>
                        <a:t>Stable across training and validation</a:t>
                      </a:r>
                    </a:p>
                  </a:txBody>
                  <a:tcPr/>
                </a:tc>
                <a:extLst>
                  <a:ext uri="{0D108BD9-81ED-4DB2-BD59-A6C34878D82A}">
                    <a16:rowId xmlns:a16="http://schemas.microsoft.com/office/drawing/2014/main" val="1937498808"/>
                  </a:ext>
                </a:extLst>
              </a:tr>
              <a:tr h="283098">
                <a:tc>
                  <a:txBody>
                    <a:bodyPr/>
                    <a:lstStyle/>
                    <a:p>
                      <a:r>
                        <a:rPr lang="en-US" sz="1100" b="1" dirty="0">
                          <a:latin typeface="Nunito" pitchFamily="2" charset="0"/>
                        </a:rPr>
                        <a:t>F1 Score</a:t>
                      </a:r>
                    </a:p>
                  </a:txBody>
                  <a:tcPr/>
                </a:tc>
                <a:tc>
                  <a:txBody>
                    <a:bodyPr/>
                    <a:lstStyle/>
                    <a:p>
                      <a:r>
                        <a:rPr lang="en-US" sz="1000" dirty="0">
                          <a:latin typeface="Nunito" pitchFamily="2" charset="0"/>
                        </a:rPr>
                        <a:t>High and consistent (</a:t>
                      </a:r>
                      <a:r>
                        <a:rPr lang="en-US" sz="1000" b="1" dirty="0">
                          <a:latin typeface="Nunito" pitchFamily="2" charset="0"/>
                        </a:rPr>
                        <a:t>Train: 0.9375, Val: 0.9354).</a:t>
                      </a:r>
                    </a:p>
                  </a:txBody>
                  <a:tcPr/>
                </a:tc>
                <a:extLst>
                  <a:ext uri="{0D108BD9-81ED-4DB2-BD59-A6C34878D82A}">
                    <a16:rowId xmlns:a16="http://schemas.microsoft.com/office/drawing/2014/main" val="463039786"/>
                  </a:ext>
                </a:extLst>
              </a:tr>
              <a:tr h="238673">
                <a:tc>
                  <a:txBody>
                    <a:bodyPr/>
                    <a:lstStyle/>
                    <a:p>
                      <a:r>
                        <a:rPr lang="en-US" sz="1100" b="1" dirty="0">
                          <a:latin typeface="Nunito" pitchFamily="2" charset="0"/>
                        </a:rPr>
                        <a:t>Accuracy </a:t>
                      </a:r>
                    </a:p>
                  </a:txBody>
                  <a:tcPr/>
                </a:tc>
                <a:tc>
                  <a:txBody>
                    <a:bodyPr/>
                    <a:lstStyle/>
                    <a:p>
                      <a:r>
                        <a:rPr lang="en-US" sz="1000" dirty="0">
                          <a:latin typeface="Nunito" pitchFamily="2" charset="0"/>
                        </a:rPr>
                        <a:t>Among the top (</a:t>
                      </a:r>
                      <a:r>
                        <a:rPr lang="en-US" sz="1000" b="1" dirty="0">
                          <a:latin typeface="Nunito" pitchFamily="2" charset="0"/>
                        </a:rPr>
                        <a:t>Train: 0.9865, Val: 0.9863</a:t>
                      </a:r>
                      <a:r>
                        <a:rPr lang="en-US" sz="1000" dirty="0">
                          <a:latin typeface="Nunito" pitchFamily="2" charset="0"/>
                        </a:rPr>
                        <a:t>).</a:t>
                      </a:r>
                    </a:p>
                  </a:txBody>
                  <a:tcPr/>
                </a:tc>
                <a:extLst>
                  <a:ext uri="{0D108BD9-81ED-4DB2-BD59-A6C34878D82A}">
                    <a16:rowId xmlns:a16="http://schemas.microsoft.com/office/drawing/2014/main" val="1294208353"/>
                  </a:ext>
                </a:extLst>
              </a:tr>
              <a:tr h="238673">
                <a:tc>
                  <a:txBody>
                    <a:bodyPr/>
                    <a:lstStyle/>
                    <a:p>
                      <a:r>
                        <a:rPr lang="en-US" sz="1100" b="1" dirty="0">
                          <a:latin typeface="Nunito" pitchFamily="2" charset="0"/>
                        </a:rPr>
                        <a:t>Overfitting Check</a:t>
                      </a:r>
                    </a:p>
                  </a:txBody>
                  <a:tcPr/>
                </a:tc>
                <a:tc>
                  <a:txBody>
                    <a:bodyPr/>
                    <a:lstStyle/>
                    <a:p>
                      <a:r>
                        <a:rPr lang="en-US" sz="1000" dirty="0">
                          <a:latin typeface="Nunito" pitchFamily="2" charset="0"/>
                        </a:rPr>
                        <a:t>Minimal gaps across all metrics → model generalizes extremely well.</a:t>
                      </a:r>
                    </a:p>
                  </a:txBody>
                  <a:tcPr/>
                </a:tc>
                <a:extLst>
                  <a:ext uri="{0D108BD9-81ED-4DB2-BD59-A6C34878D82A}">
                    <a16:rowId xmlns:a16="http://schemas.microsoft.com/office/drawing/2014/main" val="1237005371"/>
                  </a:ext>
                </a:extLst>
              </a:tr>
            </a:tbl>
          </a:graphicData>
        </a:graphic>
      </p:graphicFrame>
      <p:sp>
        <p:nvSpPr>
          <p:cNvPr id="16" name="TextBox 15">
            <a:extLst>
              <a:ext uri="{FF2B5EF4-FFF2-40B4-BE49-F238E27FC236}">
                <a16:creationId xmlns:a16="http://schemas.microsoft.com/office/drawing/2014/main" id="{0F24C736-514E-BF1A-817E-788EA55CC2B5}"/>
              </a:ext>
            </a:extLst>
          </p:cNvPr>
          <p:cNvSpPr txBox="1"/>
          <p:nvPr/>
        </p:nvSpPr>
        <p:spPr>
          <a:xfrm>
            <a:off x="251993" y="469823"/>
            <a:ext cx="4130566" cy="307777"/>
          </a:xfrm>
          <a:prstGeom prst="rect">
            <a:avLst/>
          </a:prstGeom>
          <a:noFill/>
        </p:spPr>
        <p:txBody>
          <a:bodyPr wrap="square" rtlCol="0">
            <a:spAutoFit/>
          </a:bodyPr>
          <a:lstStyle/>
          <a:p>
            <a:r>
              <a:rPr lang="en-US" b="1" dirty="0">
                <a:latin typeface="Nunito" pitchFamily="2" charset="0"/>
              </a:rPr>
              <a:t>Rationale : </a:t>
            </a:r>
          </a:p>
        </p:txBody>
      </p:sp>
      <p:sp>
        <p:nvSpPr>
          <p:cNvPr id="4" name="TextBox 3">
            <a:extLst>
              <a:ext uri="{FF2B5EF4-FFF2-40B4-BE49-F238E27FC236}">
                <a16:creationId xmlns:a16="http://schemas.microsoft.com/office/drawing/2014/main" id="{58120123-26BD-D33F-17F0-ED80D220CC43}"/>
              </a:ext>
            </a:extLst>
          </p:cNvPr>
          <p:cNvSpPr txBox="1"/>
          <p:nvPr/>
        </p:nvSpPr>
        <p:spPr>
          <a:xfrm>
            <a:off x="306917" y="3088628"/>
            <a:ext cx="7157800" cy="1661993"/>
          </a:xfrm>
          <a:prstGeom prst="rect">
            <a:avLst/>
          </a:prstGeom>
          <a:noFill/>
        </p:spPr>
        <p:txBody>
          <a:bodyPr wrap="square" rtlCol="0">
            <a:spAutoFit/>
          </a:bodyPr>
          <a:lstStyle/>
          <a:p>
            <a:r>
              <a:rPr lang="en-US" b="1" dirty="0">
                <a:latin typeface="Nunito" pitchFamily="2" charset="0"/>
              </a:rPr>
              <a:t>Conclusion –Summary </a:t>
            </a:r>
          </a:p>
          <a:p>
            <a:pPr marL="171450" indent="-171450">
              <a:buFont typeface="Wingdings" panose="05000000000000000000" pitchFamily="2" charset="2"/>
              <a:buChar char="ü"/>
            </a:pPr>
            <a:r>
              <a:rPr lang="en-US" sz="1100" dirty="0">
                <a:latin typeface="Nunito" pitchFamily="2" charset="0"/>
              </a:rPr>
              <a:t>Based on a comparative assessment of all performance metrics, with Recall prioritized, </a:t>
            </a:r>
            <a:r>
              <a:rPr lang="en-US" sz="1100" b="1" dirty="0">
                <a:latin typeface="Nunito" pitchFamily="2" charset="0"/>
              </a:rPr>
              <a:t>Model 8</a:t>
            </a:r>
            <a:r>
              <a:rPr lang="en-US" sz="1100" dirty="0">
                <a:latin typeface="Nunito" pitchFamily="2" charset="0"/>
              </a:rPr>
              <a:t> emerges as the best-performing model.</a:t>
            </a:r>
          </a:p>
          <a:p>
            <a:pPr marL="171450" indent="-171450">
              <a:buFont typeface="Wingdings" panose="05000000000000000000" pitchFamily="2" charset="2"/>
              <a:buChar char="ü"/>
            </a:pPr>
            <a:br>
              <a:rPr lang="en-US" sz="1100" dirty="0">
                <a:latin typeface="Nunito" pitchFamily="2" charset="0"/>
              </a:rPr>
            </a:br>
            <a:r>
              <a:rPr lang="en-US" sz="1100" dirty="0">
                <a:latin typeface="Nunito" pitchFamily="2" charset="0"/>
              </a:rPr>
              <a:t>It provides the </a:t>
            </a:r>
            <a:r>
              <a:rPr lang="en-US" sz="1100" b="1" dirty="0">
                <a:latin typeface="Nunito" pitchFamily="2" charset="0"/>
              </a:rPr>
              <a:t>highest validation Recall (0.9418)</a:t>
            </a:r>
            <a:r>
              <a:rPr lang="en-US" sz="1100" dirty="0">
                <a:latin typeface="Nunito" pitchFamily="2" charset="0"/>
              </a:rPr>
              <a:t> while maintaining </a:t>
            </a:r>
            <a:r>
              <a:rPr lang="en-US" sz="1100" b="1" dirty="0">
                <a:latin typeface="Nunito" pitchFamily="2" charset="0"/>
              </a:rPr>
              <a:t>excellent Precision (0.9291)</a:t>
            </a:r>
            <a:r>
              <a:rPr lang="en-US" sz="1100" dirty="0">
                <a:latin typeface="Nunito" pitchFamily="2" charset="0"/>
              </a:rPr>
              <a:t> and </a:t>
            </a:r>
            <a:r>
              <a:rPr lang="en-US" sz="1100" b="1" dirty="0">
                <a:latin typeface="Nunito" pitchFamily="2" charset="0"/>
              </a:rPr>
              <a:t>consistent F1-scores</a:t>
            </a:r>
            <a:r>
              <a:rPr lang="en-US" sz="1100" dirty="0">
                <a:latin typeface="Nunito" pitchFamily="2" charset="0"/>
              </a:rPr>
              <a:t>, demonstrating a strong balance between sensitivity and reliability.</a:t>
            </a:r>
          </a:p>
          <a:p>
            <a:pPr marL="171450" indent="-171450">
              <a:buFont typeface="Wingdings" panose="05000000000000000000" pitchFamily="2" charset="2"/>
              <a:buChar char="ü"/>
            </a:pPr>
            <a:br>
              <a:rPr lang="en-US" sz="1100" dirty="0">
                <a:latin typeface="Nunito" pitchFamily="2" charset="0"/>
              </a:rPr>
            </a:br>
            <a:r>
              <a:rPr lang="en-US" sz="1100" b="1" dirty="0">
                <a:latin typeface="Nunito" pitchFamily="2" charset="0"/>
              </a:rPr>
              <a:t>Models 7 and 6 are close contenders</a:t>
            </a:r>
            <a:r>
              <a:rPr lang="en-US" sz="1100" dirty="0">
                <a:latin typeface="Nunito" pitchFamily="2" charset="0"/>
              </a:rPr>
              <a:t>, but Model 8 shows the best trade-off between Recall strength and generalization stability</a:t>
            </a:r>
            <a:r>
              <a:rPr lang="en-US" sz="1100" dirty="0"/>
              <a:t>.</a:t>
            </a:r>
            <a:endParaRPr lang="en-US" sz="1100" b="1" dirty="0">
              <a:latin typeface="Nunito" pitchFamily="2" charset="0"/>
            </a:endParaRPr>
          </a:p>
        </p:txBody>
      </p:sp>
    </p:spTree>
    <p:extLst>
      <p:ext uri="{BB962C8B-B14F-4D97-AF65-F5344CB8AC3E}">
        <p14:creationId xmlns:p14="http://schemas.microsoft.com/office/powerpoint/2010/main" val="2960311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C9252B37-E787-C39F-FA29-474EA1B5E563}"/>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FE37E86D-D5DE-1262-BD76-CA861E22122D}"/>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Model_8 Classifaction Reports</a:t>
            </a:r>
            <a:endParaRPr sz="1600" dirty="0">
              <a:solidFill>
                <a:srgbClr val="1974D2"/>
              </a:solidFill>
            </a:endParaRPr>
          </a:p>
        </p:txBody>
      </p:sp>
      <p:sp>
        <p:nvSpPr>
          <p:cNvPr id="6" name="TextBox 5">
            <a:extLst>
              <a:ext uri="{FF2B5EF4-FFF2-40B4-BE49-F238E27FC236}">
                <a16:creationId xmlns:a16="http://schemas.microsoft.com/office/drawing/2014/main" id="{C513E3DF-09F6-7F83-D85E-49563CDA6B71}"/>
              </a:ext>
            </a:extLst>
          </p:cNvPr>
          <p:cNvSpPr txBox="1"/>
          <p:nvPr/>
        </p:nvSpPr>
        <p:spPr>
          <a:xfrm>
            <a:off x="4572000" y="716020"/>
            <a:ext cx="4250157" cy="3908762"/>
          </a:xfrm>
          <a:prstGeom prst="rect">
            <a:avLst/>
          </a:prstGeom>
          <a:noFill/>
        </p:spPr>
        <p:txBody>
          <a:bodyPr wrap="square" rtlCol="0">
            <a:spAutoFit/>
          </a:bodyPr>
          <a:lstStyle/>
          <a:p>
            <a:r>
              <a:rPr lang="en-US" sz="1200" b="1" u="sng" dirty="0">
                <a:latin typeface="Nunito" pitchFamily="2" charset="0"/>
              </a:rPr>
              <a:t>Key Insights </a:t>
            </a:r>
          </a:p>
          <a:p>
            <a:pPr marL="171450" indent="-171450">
              <a:buFont typeface="Wingdings" panose="05000000000000000000" pitchFamily="2" charset="2"/>
              <a:buChar char="ü"/>
            </a:pPr>
            <a:r>
              <a:rPr lang="en-US" sz="1000" b="1" dirty="0">
                <a:latin typeface="Nunito" pitchFamily="2" charset="0"/>
              </a:rPr>
              <a:t>Strong Generalization with Minimal Performance Drop</a:t>
            </a:r>
            <a:r>
              <a:rPr lang="en-US" sz="1000" dirty="0">
                <a:latin typeface="Nunito" pitchFamily="2" charset="0"/>
              </a:rPr>
              <a:t>: </a:t>
            </a:r>
            <a:r>
              <a:rPr lang="en-US" sz="900" dirty="0">
                <a:latin typeface="Nunito" pitchFamily="2" charset="0"/>
              </a:rPr>
              <a:t>The model maintains nearly </a:t>
            </a:r>
            <a:r>
              <a:rPr lang="en-US" sz="900" b="1" dirty="0">
                <a:latin typeface="Nunito" pitchFamily="2" charset="0"/>
              </a:rPr>
              <a:t>identical performance</a:t>
            </a:r>
            <a:r>
              <a:rPr lang="en-US" sz="900" dirty="0">
                <a:latin typeface="Nunito" pitchFamily="2" charset="0"/>
              </a:rPr>
              <a:t> across training and validation sets, </a:t>
            </a:r>
            <a:r>
              <a:rPr lang="en-US" sz="900" b="1" dirty="0">
                <a:latin typeface="Nunito" pitchFamily="2" charset="0"/>
              </a:rPr>
              <a:t>with macro-averaged F1-scores of 0.94 (train) and 0.94 (validation</a:t>
            </a:r>
            <a:r>
              <a:rPr lang="en-US" sz="900" dirty="0">
                <a:latin typeface="Nunito" pitchFamily="2" charset="0"/>
              </a:rPr>
              <a:t>), </a:t>
            </a:r>
            <a:r>
              <a:rPr lang="en-US" sz="900" b="1" dirty="0">
                <a:latin typeface="Nunito" pitchFamily="2" charset="0"/>
              </a:rPr>
              <a:t>confirming that the model generalizes effectively without overfitting</a:t>
            </a:r>
            <a:r>
              <a:rPr lang="en-US" sz="1000" b="1" dirty="0">
                <a:latin typeface="Nunito" pitchFamily="2" charset="0"/>
              </a:rPr>
              <a:t>.</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High Recall for Minority Class (Class 1): </a:t>
            </a:r>
            <a:r>
              <a:rPr lang="en-US" sz="900" b="1" dirty="0">
                <a:latin typeface="Nunito" pitchFamily="2" charset="0"/>
              </a:rPr>
              <a:t>With Recall values of 0.91 (train) and 0.89 (validation</a:t>
            </a:r>
            <a:r>
              <a:rPr lang="en-US" sz="900" dirty="0">
                <a:latin typeface="Nunito" pitchFamily="2" charset="0"/>
              </a:rPr>
              <a:t>), Model 8 successfully identifies the majority of positive class instances, aligning perfectly </a:t>
            </a:r>
            <a:r>
              <a:rPr lang="en-US" sz="900" b="1" dirty="0">
                <a:latin typeface="Nunito" pitchFamily="2" charset="0"/>
              </a:rPr>
              <a:t>with the primary goal of maximizing sensitivity</a:t>
            </a:r>
            <a:r>
              <a:rPr lang="en-US" sz="1000" dirty="0">
                <a:latin typeface="Nunito" pitchFamily="2" charset="0"/>
              </a:rPr>
              <a:t>.</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Balanced Precision–Recall Trade-off: </a:t>
            </a:r>
            <a:r>
              <a:rPr lang="en-US" sz="900" b="1" dirty="0">
                <a:latin typeface="Nunito" pitchFamily="2" charset="0"/>
              </a:rPr>
              <a:t>Precision for the minority class remains steady at 0.86 </a:t>
            </a:r>
            <a:r>
              <a:rPr lang="en-US" sz="900" dirty="0">
                <a:latin typeface="Nunito" pitchFamily="2" charset="0"/>
              </a:rPr>
              <a:t>across both datasets, </a:t>
            </a:r>
            <a:r>
              <a:rPr lang="en-US" sz="900" b="1" dirty="0">
                <a:latin typeface="Nunito" pitchFamily="2" charset="0"/>
              </a:rPr>
              <a:t>demonstrating that the improvement in Recall is not achieved at the expense of excessive false positives </a:t>
            </a:r>
            <a:r>
              <a:rPr lang="en-US" sz="900" dirty="0">
                <a:latin typeface="Nunito" pitchFamily="2" charset="0"/>
              </a:rPr>
              <a:t>— a well-balanced classification outcome.</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Excellent Overall Model Stability: </a:t>
            </a:r>
            <a:r>
              <a:rPr lang="en-US" sz="900" b="1" dirty="0">
                <a:latin typeface="Nunito" pitchFamily="2" charset="0"/>
              </a:rPr>
              <a:t>The accuracy of 0.99 on both training and validation data</a:t>
            </a:r>
            <a:r>
              <a:rPr lang="en-US" sz="900" dirty="0">
                <a:latin typeface="Nunito" pitchFamily="2" charset="0"/>
              </a:rPr>
              <a:t>, combined with consistent weighted averages, reflects the </a:t>
            </a:r>
            <a:r>
              <a:rPr lang="en-US" sz="900" b="1" dirty="0">
                <a:latin typeface="Nunito" pitchFamily="2" charset="0"/>
              </a:rPr>
              <a:t>model’s robustness and its ability to maintain predictive reliability across unseen data</a:t>
            </a:r>
            <a:r>
              <a:rPr lang="en-US" sz="900" dirty="0">
                <a:latin typeface="Nunito" pitchFamily="2" charset="0"/>
              </a:rPr>
              <a:t>.</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High Performance Across Both Classes</a:t>
            </a:r>
            <a:r>
              <a:rPr lang="en-US" sz="1000" dirty="0">
                <a:latin typeface="Nunito" pitchFamily="2" charset="0"/>
              </a:rPr>
              <a:t>: </a:t>
            </a:r>
            <a:r>
              <a:rPr lang="en-US" sz="900" b="1" dirty="0">
                <a:latin typeface="Nunito" pitchFamily="2" charset="0"/>
              </a:rPr>
              <a:t>Both majority (0.0) and minority (1.0) </a:t>
            </a:r>
            <a:r>
              <a:rPr lang="en-US" sz="900" dirty="0">
                <a:latin typeface="Nunito" pitchFamily="2" charset="0"/>
              </a:rPr>
              <a:t>classes </a:t>
            </a:r>
            <a:r>
              <a:rPr lang="en-US" sz="900" b="1" dirty="0">
                <a:latin typeface="Nunito" pitchFamily="2" charset="0"/>
              </a:rPr>
              <a:t>exhibit high F1-scores (~0.99 and 0.88, respectively</a:t>
            </a:r>
            <a:r>
              <a:rPr lang="en-US" sz="900" dirty="0">
                <a:latin typeface="Nunito" pitchFamily="2" charset="0"/>
              </a:rPr>
              <a:t>), confirming that the </a:t>
            </a:r>
            <a:r>
              <a:rPr lang="en-US" sz="900" b="1" dirty="0">
                <a:latin typeface="Nunito" pitchFamily="2" charset="0"/>
              </a:rPr>
              <a:t>model performs exceptionally well on both common and rare events, ensuring dependable classification outcomes.</a:t>
            </a:r>
            <a:endParaRPr lang="en-US" sz="800" b="1" dirty="0">
              <a:latin typeface="Nunito" pitchFamily="2" charset="0"/>
            </a:endParaRPr>
          </a:p>
        </p:txBody>
      </p:sp>
      <p:pic>
        <p:nvPicPr>
          <p:cNvPr id="7" name="Picture 6">
            <a:extLst>
              <a:ext uri="{FF2B5EF4-FFF2-40B4-BE49-F238E27FC236}">
                <a16:creationId xmlns:a16="http://schemas.microsoft.com/office/drawing/2014/main" id="{962E4FE6-DAAE-5A96-D9EE-2E8D98411C8E}"/>
              </a:ext>
            </a:extLst>
          </p:cNvPr>
          <p:cNvPicPr>
            <a:picLocks noChangeAspect="1"/>
          </p:cNvPicPr>
          <p:nvPr/>
        </p:nvPicPr>
        <p:blipFill>
          <a:blip r:embed="rId3"/>
          <a:stretch>
            <a:fillRect/>
          </a:stretch>
        </p:blipFill>
        <p:spPr>
          <a:xfrm>
            <a:off x="301084" y="2695013"/>
            <a:ext cx="4125367" cy="1642038"/>
          </a:xfrm>
          <a:prstGeom prst="rect">
            <a:avLst/>
          </a:prstGeom>
        </p:spPr>
      </p:pic>
      <p:pic>
        <p:nvPicPr>
          <p:cNvPr id="10" name="Picture 9">
            <a:extLst>
              <a:ext uri="{FF2B5EF4-FFF2-40B4-BE49-F238E27FC236}">
                <a16:creationId xmlns:a16="http://schemas.microsoft.com/office/drawing/2014/main" id="{CEE29AB1-D39F-9DB1-351F-062EFCA4BB3B}"/>
              </a:ext>
            </a:extLst>
          </p:cNvPr>
          <p:cNvPicPr>
            <a:picLocks noChangeAspect="1"/>
          </p:cNvPicPr>
          <p:nvPr/>
        </p:nvPicPr>
        <p:blipFill>
          <a:blip r:embed="rId4"/>
          <a:stretch>
            <a:fillRect/>
          </a:stretch>
        </p:blipFill>
        <p:spPr>
          <a:xfrm>
            <a:off x="372497" y="729485"/>
            <a:ext cx="3737500" cy="1458108"/>
          </a:xfrm>
          <a:prstGeom prst="rect">
            <a:avLst/>
          </a:prstGeom>
        </p:spPr>
      </p:pic>
    </p:spTree>
    <p:extLst>
      <p:ext uri="{BB962C8B-B14F-4D97-AF65-F5344CB8AC3E}">
        <p14:creationId xmlns:p14="http://schemas.microsoft.com/office/powerpoint/2010/main" val="3147663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85F7A87B-B466-BDB4-7FD7-BE9014CDF97C}"/>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74C5DCD2-B2BB-46ED-D68E-27F9DF637358}"/>
              </a:ext>
            </a:extLst>
          </p:cNvPr>
          <p:cNvSpPr txBox="1">
            <a:spLocks noGrp="1"/>
          </p:cNvSpPr>
          <p:nvPr>
            <p:ph type="title"/>
          </p:nvPr>
        </p:nvSpPr>
        <p:spPr>
          <a:xfrm>
            <a:off x="251993" y="51012"/>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Model_8 Loss</a:t>
            </a:r>
            <a:endParaRPr sz="1600" dirty="0">
              <a:solidFill>
                <a:srgbClr val="1974D2"/>
              </a:solidFill>
            </a:endParaRPr>
          </a:p>
        </p:txBody>
      </p:sp>
      <p:sp>
        <p:nvSpPr>
          <p:cNvPr id="6" name="TextBox 5">
            <a:extLst>
              <a:ext uri="{FF2B5EF4-FFF2-40B4-BE49-F238E27FC236}">
                <a16:creationId xmlns:a16="http://schemas.microsoft.com/office/drawing/2014/main" id="{28743D31-EA2D-63E4-DD0D-7DEB8478A0A2}"/>
              </a:ext>
            </a:extLst>
          </p:cNvPr>
          <p:cNvSpPr txBox="1"/>
          <p:nvPr/>
        </p:nvSpPr>
        <p:spPr>
          <a:xfrm>
            <a:off x="4997450" y="942763"/>
            <a:ext cx="3894557" cy="3200876"/>
          </a:xfrm>
          <a:prstGeom prst="rect">
            <a:avLst/>
          </a:prstGeom>
          <a:noFill/>
        </p:spPr>
        <p:txBody>
          <a:bodyPr wrap="square" rtlCol="0">
            <a:spAutoFit/>
          </a:bodyPr>
          <a:lstStyle/>
          <a:p>
            <a:r>
              <a:rPr lang="en-US" sz="1200" b="1" u="sng" dirty="0">
                <a:latin typeface="Nunito" pitchFamily="2" charset="0"/>
              </a:rPr>
              <a:t>Key Insights</a:t>
            </a:r>
          </a:p>
          <a:p>
            <a:pPr marL="228600" indent="-228600">
              <a:buFont typeface="+mj-lt"/>
              <a:buAutoNum type="arabicPeriod"/>
            </a:pPr>
            <a:r>
              <a:rPr lang="en-US" sz="1000" b="1" dirty="0">
                <a:latin typeface="Nunito" pitchFamily="2" charset="0"/>
              </a:rPr>
              <a:t>Rapid Initial Learning</a:t>
            </a:r>
            <a:r>
              <a:rPr lang="en-US" sz="1000" dirty="0">
                <a:latin typeface="Nunito" pitchFamily="2" charset="0"/>
              </a:rPr>
              <a:t>: Both Train and Validation loss drop significantly in the first </a:t>
            </a:r>
            <a:r>
              <a:rPr lang="en-US" sz="1000" b="1" dirty="0">
                <a:latin typeface="Nunito" pitchFamily="2" charset="0"/>
              </a:rPr>
              <a:t>few epochs (0-5)</a:t>
            </a:r>
            <a:r>
              <a:rPr lang="en-US" sz="1000" dirty="0">
                <a:latin typeface="Nunito" pitchFamily="2" charset="0"/>
              </a:rPr>
              <a:t>, indicating the </a:t>
            </a:r>
            <a:r>
              <a:rPr lang="en-US" sz="1000" b="1" dirty="0">
                <a:latin typeface="Nunito" pitchFamily="2" charset="0"/>
              </a:rPr>
              <a:t>model is effectively learning </a:t>
            </a:r>
            <a:r>
              <a:rPr lang="en-US" sz="1000" dirty="0">
                <a:latin typeface="Nunito" pitchFamily="2" charset="0"/>
              </a:rPr>
              <a:t>the fundamental patterns early on.</a:t>
            </a:r>
          </a:p>
          <a:p>
            <a:pPr marL="228600" indent="-228600">
              <a:buFont typeface="+mj-lt"/>
              <a:buAutoNum type="arabicPeriod"/>
            </a:pPr>
            <a:endParaRPr lang="en-US" sz="1000" dirty="0">
              <a:latin typeface="Nunito" pitchFamily="2" charset="0"/>
            </a:endParaRPr>
          </a:p>
          <a:p>
            <a:pPr marL="228600" indent="-228600">
              <a:buFont typeface="+mj-lt"/>
              <a:buAutoNum type="arabicPeriod"/>
            </a:pPr>
            <a:r>
              <a:rPr lang="en-US" sz="1000" b="1" dirty="0">
                <a:latin typeface="Nunito" pitchFamily="2" charset="0"/>
              </a:rPr>
              <a:t>Significant Overtraining/Overfitting:</a:t>
            </a:r>
            <a:r>
              <a:rPr lang="en-US" sz="1000" dirty="0">
                <a:latin typeface="Nunito" pitchFamily="2" charset="0"/>
              </a:rPr>
              <a:t> The Train loss is consistently and substantially higher than the Validation loss across most epochs, which is the opposite of typical overfitting and </a:t>
            </a:r>
            <a:r>
              <a:rPr lang="en-US" sz="1000" b="1" dirty="0">
                <a:latin typeface="Nunito" pitchFamily="2" charset="0"/>
              </a:rPr>
              <a:t>suggests a potential data distribution or metric issue.</a:t>
            </a:r>
          </a:p>
          <a:p>
            <a:pPr marL="228600" indent="-228600">
              <a:buFont typeface="+mj-lt"/>
              <a:buAutoNum type="arabicPeriod"/>
            </a:pPr>
            <a:endParaRPr lang="en-US" sz="1000" dirty="0">
              <a:latin typeface="Nunito" pitchFamily="2" charset="0"/>
            </a:endParaRPr>
          </a:p>
          <a:p>
            <a:pPr marL="228600" indent="-228600">
              <a:buFont typeface="+mj-lt"/>
              <a:buAutoNum type="arabicPeriod"/>
            </a:pPr>
            <a:r>
              <a:rPr lang="en-US" sz="1000" b="1" dirty="0">
                <a:latin typeface="Nunito" pitchFamily="2" charset="0"/>
              </a:rPr>
              <a:t>Stable Validation Performance</a:t>
            </a:r>
            <a:r>
              <a:rPr lang="en-US" sz="1000" dirty="0">
                <a:latin typeface="Nunito" pitchFamily="2" charset="0"/>
              </a:rPr>
              <a:t>: The Validation loss quickly reaches a </a:t>
            </a:r>
            <a:r>
              <a:rPr lang="en-US" sz="1000" b="1" dirty="0">
                <a:latin typeface="Nunito" pitchFamily="2" charset="0"/>
              </a:rPr>
              <a:t>relatively low </a:t>
            </a:r>
            <a:r>
              <a:rPr lang="en-US" sz="1000" dirty="0">
                <a:latin typeface="Nunito" pitchFamily="2" charset="0"/>
              </a:rPr>
              <a:t>and stable value (</a:t>
            </a:r>
            <a:r>
              <a:rPr lang="en-US" sz="1000" b="1" dirty="0">
                <a:latin typeface="Nunito" pitchFamily="2" charset="0"/>
              </a:rPr>
              <a:t>around 0.15-0.20) </a:t>
            </a:r>
            <a:r>
              <a:rPr lang="en-US" sz="1000" dirty="0">
                <a:latin typeface="Nunito" pitchFamily="2" charset="0"/>
              </a:rPr>
              <a:t>after the initial drop, </a:t>
            </a:r>
            <a:r>
              <a:rPr lang="en-US" sz="1000" b="1" dirty="0">
                <a:latin typeface="Nunito" pitchFamily="2" charset="0"/>
              </a:rPr>
              <a:t>suggesting good generalization on the holdout set.</a:t>
            </a:r>
          </a:p>
          <a:p>
            <a:pPr marL="228600" indent="-228600">
              <a:buFont typeface="+mj-lt"/>
              <a:buAutoNum type="arabicPeriod"/>
            </a:pPr>
            <a:endParaRPr lang="en-US" sz="1000" dirty="0">
              <a:latin typeface="Nunito" pitchFamily="2" charset="0"/>
            </a:endParaRPr>
          </a:p>
          <a:p>
            <a:pPr marL="228600" indent="-228600">
              <a:buFont typeface="+mj-lt"/>
              <a:buAutoNum type="arabicPeriod"/>
            </a:pPr>
            <a:r>
              <a:rPr lang="en-US" sz="1000" b="1" dirty="0">
                <a:latin typeface="Nunito" pitchFamily="2" charset="0"/>
              </a:rPr>
              <a:t>Plateaued Training Loss</a:t>
            </a:r>
            <a:r>
              <a:rPr lang="en-US" sz="1000" dirty="0">
                <a:latin typeface="Nunito" pitchFamily="2" charset="0"/>
              </a:rPr>
              <a:t>: The Train loss decreases slowly after the initial drop and plateaus around epoch 10-15 (at about 0.4-0.45), </a:t>
            </a:r>
          </a:p>
        </p:txBody>
      </p:sp>
      <p:pic>
        <p:nvPicPr>
          <p:cNvPr id="3074" name="Picture 2">
            <a:extLst>
              <a:ext uri="{FF2B5EF4-FFF2-40B4-BE49-F238E27FC236}">
                <a16:creationId xmlns:a16="http://schemas.microsoft.com/office/drawing/2014/main" id="{023C9B69-B389-E738-2483-0636C2E3F0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993" y="816479"/>
            <a:ext cx="4696068" cy="3634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5230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8482DB42-57DF-0BA1-1B66-82F3E7980629}"/>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BA8AA00B-3E44-6216-7E2B-5F292ADACCB1}"/>
              </a:ext>
            </a:extLst>
          </p:cNvPr>
          <p:cNvSpPr txBox="1">
            <a:spLocks noGrp="1"/>
          </p:cNvSpPr>
          <p:nvPr>
            <p:ph type="title"/>
          </p:nvPr>
        </p:nvSpPr>
        <p:spPr>
          <a:xfrm>
            <a:off x="237324" y="-47533"/>
            <a:ext cx="3979076" cy="40535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Model_8 Architecture</a:t>
            </a:r>
            <a:endParaRPr sz="1600" dirty="0">
              <a:solidFill>
                <a:srgbClr val="1974D2"/>
              </a:solidFill>
            </a:endParaRPr>
          </a:p>
        </p:txBody>
      </p:sp>
      <p:pic>
        <p:nvPicPr>
          <p:cNvPr id="48" name="Picture 47">
            <a:extLst>
              <a:ext uri="{FF2B5EF4-FFF2-40B4-BE49-F238E27FC236}">
                <a16:creationId xmlns:a16="http://schemas.microsoft.com/office/drawing/2014/main" id="{B70EBDC6-E3DB-1DD1-32F2-65422ED6AA39}"/>
              </a:ext>
            </a:extLst>
          </p:cNvPr>
          <p:cNvPicPr>
            <a:picLocks noChangeAspect="1"/>
          </p:cNvPicPr>
          <p:nvPr/>
        </p:nvPicPr>
        <p:blipFill>
          <a:blip r:embed="rId3"/>
          <a:stretch>
            <a:fillRect/>
          </a:stretch>
        </p:blipFill>
        <p:spPr>
          <a:xfrm>
            <a:off x="4835903" y="1397025"/>
            <a:ext cx="500622" cy="497659"/>
          </a:xfrm>
          <a:prstGeom prst="rect">
            <a:avLst/>
          </a:prstGeom>
        </p:spPr>
      </p:pic>
      <p:sp>
        <p:nvSpPr>
          <p:cNvPr id="133" name="Arrow: Right 132">
            <a:extLst>
              <a:ext uri="{FF2B5EF4-FFF2-40B4-BE49-F238E27FC236}">
                <a16:creationId xmlns:a16="http://schemas.microsoft.com/office/drawing/2014/main" id="{3955C939-A016-0947-7BFF-A24879FA29F9}"/>
              </a:ext>
            </a:extLst>
          </p:cNvPr>
          <p:cNvSpPr/>
          <p:nvPr/>
        </p:nvSpPr>
        <p:spPr>
          <a:xfrm>
            <a:off x="2644313" y="1498633"/>
            <a:ext cx="352034" cy="44724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4" name="Arrow: Right 133">
            <a:extLst>
              <a:ext uri="{FF2B5EF4-FFF2-40B4-BE49-F238E27FC236}">
                <a16:creationId xmlns:a16="http://schemas.microsoft.com/office/drawing/2014/main" id="{73E27F10-2177-B1CD-ACFC-D4216C99C91C}"/>
              </a:ext>
            </a:extLst>
          </p:cNvPr>
          <p:cNvSpPr/>
          <p:nvPr/>
        </p:nvSpPr>
        <p:spPr>
          <a:xfrm>
            <a:off x="3662976" y="1555325"/>
            <a:ext cx="320027" cy="4215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47" name="Arrow: Right 146">
            <a:extLst>
              <a:ext uri="{FF2B5EF4-FFF2-40B4-BE49-F238E27FC236}">
                <a16:creationId xmlns:a16="http://schemas.microsoft.com/office/drawing/2014/main" id="{907BDEEC-127F-5A0D-99D9-D83716BB363A}"/>
              </a:ext>
            </a:extLst>
          </p:cNvPr>
          <p:cNvSpPr/>
          <p:nvPr/>
        </p:nvSpPr>
        <p:spPr>
          <a:xfrm>
            <a:off x="1825967" y="1468405"/>
            <a:ext cx="342630" cy="486833"/>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0" name="TextBox 149">
            <a:extLst>
              <a:ext uri="{FF2B5EF4-FFF2-40B4-BE49-F238E27FC236}">
                <a16:creationId xmlns:a16="http://schemas.microsoft.com/office/drawing/2014/main" id="{0F7D4496-D700-F904-143A-4DD8B826252A}"/>
              </a:ext>
            </a:extLst>
          </p:cNvPr>
          <p:cNvSpPr txBox="1"/>
          <p:nvPr/>
        </p:nvSpPr>
        <p:spPr>
          <a:xfrm>
            <a:off x="63438" y="734694"/>
            <a:ext cx="1027512" cy="276999"/>
          </a:xfrm>
          <a:prstGeom prst="rect">
            <a:avLst/>
          </a:prstGeom>
          <a:noFill/>
        </p:spPr>
        <p:txBody>
          <a:bodyPr wrap="square" rtlCol="0">
            <a:spAutoFit/>
          </a:bodyPr>
          <a:lstStyle/>
          <a:p>
            <a:r>
              <a:rPr lang="en-US" sz="600" b="1" dirty="0">
                <a:latin typeface="Nunito" pitchFamily="2" charset="0"/>
              </a:rPr>
              <a:t>Input Layer (</a:t>
            </a:r>
            <a:r>
              <a:rPr lang="en-US" sz="600" b="1" dirty="0" err="1">
                <a:latin typeface="Nunito" pitchFamily="2" charset="0"/>
              </a:rPr>
              <a:t>X_Train</a:t>
            </a:r>
            <a:r>
              <a:rPr lang="en-US" sz="600" b="1" dirty="0">
                <a:latin typeface="Nunito" pitchFamily="2" charset="0"/>
              </a:rPr>
              <a:t>)</a:t>
            </a:r>
          </a:p>
          <a:p>
            <a:r>
              <a:rPr lang="en-US" sz="600" b="1" dirty="0">
                <a:latin typeface="Nunito" pitchFamily="2" charset="0"/>
              </a:rPr>
              <a:t>Features:40</a:t>
            </a:r>
          </a:p>
        </p:txBody>
      </p:sp>
      <p:sp>
        <p:nvSpPr>
          <p:cNvPr id="151" name="TextBox 150">
            <a:extLst>
              <a:ext uri="{FF2B5EF4-FFF2-40B4-BE49-F238E27FC236}">
                <a16:creationId xmlns:a16="http://schemas.microsoft.com/office/drawing/2014/main" id="{733AE9F3-85C5-9869-CDEA-1345F9269F4E}"/>
              </a:ext>
            </a:extLst>
          </p:cNvPr>
          <p:cNvSpPr txBox="1"/>
          <p:nvPr/>
        </p:nvSpPr>
        <p:spPr>
          <a:xfrm>
            <a:off x="2107358" y="743017"/>
            <a:ext cx="915961" cy="307777"/>
          </a:xfrm>
          <a:prstGeom prst="rect">
            <a:avLst/>
          </a:prstGeom>
          <a:noFill/>
        </p:spPr>
        <p:txBody>
          <a:bodyPr wrap="square" rtlCol="0">
            <a:spAutoFit/>
          </a:bodyPr>
          <a:lstStyle/>
          <a:p>
            <a:r>
              <a:rPr lang="en-US" sz="700" b="1" dirty="0">
                <a:latin typeface="Nunito" pitchFamily="2" charset="0"/>
              </a:rPr>
              <a:t>Dropout  Layer</a:t>
            </a:r>
          </a:p>
          <a:p>
            <a:r>
              <a:rPr lang="en-US" sz="700" b="1" dirty="0">
                <a:latin typeface="Nunito" pitchFamily="2" charset="0"/>
              </a:rPr>
              <a:t> 50 % </a:t>
            </a:r>
          </a:p>
        </p:txBody>
      </p:sp>
      <p:sp>
        <p:nvSpPr>
          <p:cNvPr id="152" name="TextBox 151">
            <a:extLst>
              <a:ext uri="{FF2B5EF4-FFF2-40B4-BE49-F238E27FC236}">
                <a16:creationId xmlns:a16="http://schemas.microsoft.com/office/drawing/2014/main" id="{7D65F6F5-1112-B53D-57D6-B56819242775}"/>
              </a:ext>
            </a:extLst>
          </p:cNvPr>
          <p:cNvSpPr txBox="1"/>
          <p:nvPr/>
        </p:nvSpPr>
        <p:spPr>
          <a:xfrm>
            <a:off x="1100486" y="623712"/>
            <a:ext cx="915961" cy="369332"/>
          </a:xfrm>
          <a:prstGeom prst="rect">
            <a:avLst/>
          </a:prstGeom>
          <a:noFill/>
        </p:spPr>
        <p:txBody>
          <a:bodyPr wrap="square" rtlCol="0">
            <a:spAutoFit/>
          </a:bodyPr>
          <a:lstStyle/>
          <a:p>
            <a:r>
              <a:rPr lang="en-US" sz="600" b="1" dirty="0">
                <a:latin typeface="Nunito" pitchFamily="2" charset="0"/>
              </a:rPr>
              <a:t>Dens1 Layer </a:t>
            </a:r>
          </a:p>
          <a:p>
            <a:pPr marL="171450" indent="-171450">
              <a:buFont typeface="Arial" panose="020B0604020202020204" pitchFamily="34" charset="0"/>
              <a:buChar char="•"/>
            </a:pPr>
            <a:r>
              <a:rPr lang="en-US" sz="600" dirty="0">
                <a:latin typeface="Nunito" pitchFamily="2" charset="0"/>
              </a:rPr>
              <a:t>40 Neurons</a:t>
            </a:r>
          </a:p>
          <a:p>
            <a:pPr marL="171450" indent="-171450">
              <a:buFont typeface="Arial" panose="020B0604020202020204" pitchFamily="34" charset="0"/>
              <a:buChar char="•"/>
            </a:pPr>
            <a:r>
              <a:rPr lang="en-US" sz="600" dirty="0">
                <a:latin typeface="Nunito" pitchFamily="2" charset="0"/>
              </a:rPr>
              <a:t>Activation : Relu</a:t>
            </a:r>
          </a:p>
        </p:txBody>
      </p:sp>
      <p:sp>
        <p:nvSpPr>
          <p:cNvPr id="155" name="TextBox 154">
            <a:extLst>
              <a:ext uri="{FF2B5EF4-FFF2-40B4-BE49-F238E27FC236}">
                <a16:creationId xmlns:a16="http://schemas.microsoft.com/office/drawing/2014/main" id="{5AFB00DF-AEA4-1A2C-A113-5E158E170583}"/>
              </a:ext>
            </a:extLst>
          </p:cNvPr>
          <p:cNvSpPr txBox="1"/>
          <p:nvPr/>
        </p:nvSpPr>
        <p:spPr>
          <a:xfrm>
            <a:off x="4782061" y="1255082"/>
            <a:ext cx="1109313" cy="215444"/>
          </a:xfrm>
          <a:prstGeom prst="rect">
            <a:avLst/>
          </a:prstGeom>
          <a:noFill/>
        </p:spPr>
        <p:txBody>
          <a:bodyPr wrap="square" rtlCol="0">
            <a:spAutoFit/>
          </a:bodyPr>
          <a:lstStyle/>
          <a:p>
            <a:r>
              <a:rPr lang="en-US" sz="800" b="1" dirty="0">
                <a:latin typeface="Nunito" pitchFamily="2" charset="0"/>
              </a:rPr>
              <a:t>Output Layer </a:t>
            </a:r>
          </a:p>
        </p:txBody>
      </p:sp>
      <p:sp>
        <p:nvSpPr>
          <p:cNvPr id="156" name="TextBox 155">
            <a:extLst>
              <a:ext uri="{FF2B5EF4-FFF2-40B4-BE49-F238E27FC236}">
                <a16:creationId xmlns:a16="http://schemas.microsoft.com/office/drawing/2014/main" id="{81DC1B2D-96F9-3CC9-BC03-9DDD747A4014}"/>
              </a:ext>
            </a:extLst>
          </p:cNvPr>
          <p:cNvSpPr txBox="1"/>
          <p:nvPr/>
        </p:nvSpPr>
        <p:spPr>
          <a:xfrm>
            <a:off x="2848405" y="733364"/>
            <a:ext cx="1012499" cy="415498"/>
          </a:xfrm>
          <a:prstGeom prst="rect">
            <a:avLst/>
          </a:prstGeom>
          <a:noFill/>
        </p:spPr>
        <p:txBody>
          <a:bodyPr wrap="square" rtlCol="0">
            <a:spAutoFit/>
          </a:bodyPr>
          <a:lstStyle/>
          <a:p>
            <a:r>
              <a:rPr lang="en-US" sz="700" b="1" dirty="0">
                <a:latin typeface="Nunito" pitchFamily="2" charset="0"/>
              </a:rPr>
              <a:t>Dens2 Layer </a:t>
            </a:r>
          </a:p>
          <a:p>
            <a:pPr marL="171450" indent="-171450">
              <a:buFont typeface="Arial" panose="020B0604020202020204" pitchFamily="34" charset="0"/>
              <a:buChar char="•"/>
            </a:pPr>
            <a:r>
              <a:rPr lang="en-US" sz="700" dirty="0">
                <a:latin typeface="Nunito" pitchFamily="2" charset="0"/>
              </a:rPr>
              <a:t>20 Neurons</a:t>
            </a:r>
          </a:p>
          <a:p>
            <a:pPr marL="171450" indent="-171450">
              <a:buFont typeface="Arial" panose="020B0604020202020204" pitchFamily="34" charset="0"/>
              <a:buChar char="•"/>
            </a:pPr>
            <a:r>
              <a:rPr lang="en-US" sz="700" dirty="0">
                <a:latin typeface="Nunito" pitchFamily="2" charset="0"/>
              </a:rPr>
              <a:t>Activation : Relu</a:t>
            </a:r>
          </a:p>
        </p:txBody>
      </p:sp>
      <p:sp>
        <p:nvSpPr>
          <p:cNvPr id="157" name="TextBox 156">
            <a:extLst>
              <a:ext uri="{FF2B5EF4-FFF2-40B4-BE49-F238E27FC236}">
                <a16:creationId xmlns:a16="http://schemas.microsoft.com/office/drawing/2014/main" id="{9A54D834-8B7A-CCBB-9227-AC8B0FB75DE6}"/>
              </a:ext>
            </a:extLst>
          </p:cNvPr>
          <p:cNvSpPr txBox="1"/>
          <p:nvPr/>
        </p:nvSpPr>
        <p:spPr>
          <a:xfrm>
            <a:off x="3764366" y="728847"/>
            <a:ext cx="1103394" cy="415498"/>
          </a:xfrm>
          <a:prstGeom prst="rect">
            <a:avLst/>
          </a:prstGeom>
          <a:noFill/>
        </p:spPr>
        <p:txBody>
          <a:bodyPr wrap="square" rtlCol="0">
            <a:spAutoFit/>
          </a:bodyPr>
          <a:lstStyle/>
          <a:p>
            <a:r>
              <a:rPr lang="en-US" sz="700" b="1" dirty="0">
                <a:latin typeface="Nunito" pitchFamily="2" charset="0"/>
              </a:rPr>
              <a:t>Dens3 Layer </a:t>
            </a:r>
          </a:p>
          <a:p>
            <a:pPr marL="171450" indent="-171450">
              <a:buFont typeface="Arial" panose="020B0604020202020204" pitchFamily="34" charset="0"/>
              <a:buChar char="•"/>
            </a:pPr>
            <a:r>
              <a:rPr lang="en-US" sz="700" dirty="0">
                <a:latin typeface="Nunito" pitchFamily="2" charset="0"/>
              </a:rPr>
              <a:t>10 Neurons</a:t>
            </a:r>
          </a:p>
          <a:p>
            <a:pPr marL="171450" indent="-171450">
              <a:buFont typeface="Arial" panose="020B0604020202020204" pitchFamily="34" charset="0"/>
              <a:buChar char="•"/>
            </a:pPr>
            <a:r>
              <a:rPr lang="en-US" sz="700" dirty="0">
                <a:latin typeface="Nunito" pitchFamily="2" charset="0"/>
              </a:rPr>
              <a:t>Activation : Relu</a:t>
            </a:r>
          </a:p>
        </p:txBody>
      </p:sp>
      <p:sp>
        <p:nvSpPr>
          <p:cNvPr id="158" name="Arrow: Right 157">
            <a:extLst>
              <a:ext uri="{FF2B5EF4-FFF2-40B4-BE49-F238E27FC236}">
                <a16:creationId xmlns:a16="http://schemas.microsoft.com/office/drawing/2014/main" id="{17DF6DEF-48B3-0F41-356D-306105E45369}"/>
              </a:ext>
            </a:extLst>
          </p:cNvPr>
          <p:cNvSpPr/>
          <p:nvPr/>
        </p:nvSpPr>
        <p:spPr>
          <a:xfrm>
            <a:off x="4504228" y="1563916"/>
            <a:ext cx="290934" cy="31667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59" name="TextBox 158">
            <a:extLst>
              <a:ext uri="{FF2B5EF4-FFF2-40B4-BE49-F238E27FC236}">
                <a16:creationId xmlns:a16="http://schemas.microsoft.com/office/drawing/2014/main" id="{72861F09-8101-F004-D91F-51B0C9DFDB89}"/>
              </a:ext>
            </a:extLst>
          </p:cNvPr>
          <p:cNvSpPr txBox="1"/>
          <p:nvPr/>
        </p:nvSpPr>
        <p:spPr>
          <a:xfrm>
            <a:off x="4649695" y="1981059"/>
            <a:ext cx="1109314" cy="630942"/>
          </a:xfrm>
          <a:prstGeom prst="rect">
            <a:avLst/>
          </a:prstGeom>
          <a:noFill/>
        </p:spPr>
        <p:txBody>
          <a:bodyPr wrap="square" rtlCol="0">
            <a:spAutoFit/>
          </a:bodyPr>
          <a:lstStyle/>
          <a:p>
            <a:pPr marL="171450" indent="-171450">
              <a:buFont typeface="Arial" panose="020B0604020202020204" pitchFamily="34" charset="0"/>
              <a:buChar char="•"/>
            </a:pPr>
            <a:r>
              <a:rPr lang="en-US" sz="700" b="1" dirty="0">
                <a:latin typeface="Nunito" pitchFamily="2" charset="0"/>
              </a:rPr>
              <a:t>1 Neurons</a:t>
            </a:r>
          </a:p>
          <a:p>
            <a:pPr marL="171450" indent="-171450">
              <a:buFont typeface="Arial" panose="020B0604020202020204" pitchFamily="34" charset="0"/>
              <a:buChar char="•"/>
            </a:pPr>
            <a:r>
              <a:rPr lang="en-US" sz="700" b="1" dirty="0">
                <a:latin typeface="Nunito" pitchFamily="2" charset="0"/>
              </a:rPr>
              <a:t>Activation : Sigmoid</a:t>
            </a:r>
          </a:p>
          <a:p>
            <a:pPr marL="171450" indent="-171450">
              <a:buFont typeface="Arial" panose="020B0604020202020204" pitchFamily="34" charset="0"/>
              <a:buChar char="•"/>
            </a:pPr>
            <a:r>
              <a:rPr lang="en-US" sz="700" b="1" dirty="0">
                <a:latin typeface="Nunito" pitchFamily="2" charset="0"/>
              </a:rPr>
              <a:t>Classification : Output P Class(1)</a:t>
            </a:r>
          </a:p>
        </p:txBody>
      </p:sp>
      <p:sp>
        <p:nvSpPr>
          <p:cNvPr id="160" name="Arrow: Right 159">
            <a:extLst>
              <a:ext uri="{FF2B5EF4-FFF2-40B4-BE49-F238E27FC236}">
                <a16:creationId xmlns:a16="http://schemas.microsoft.com/office/drawing/2014/main" id="{54F57BE2-CA17-998B-3899-320D63519360}"/>
              </a:ext>
            </a:extLst>
          </p:cNvPr>
          <p:cNvSpPr/>
          <p:nvPr/>
        </p:nvSpPr>
        <p:spPr>
          <a:xfrm>
            <a:off x="787011" y="1418588"/>
            <a:ext cx="419932" cy="527292"/>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aphicFrame>
        <p:nvGraphicFramePr>
          <p:cNvPr id="163" name="Table 162">
            <a:extLst>
              <a:ext uri="{FF2B5EF4-FFF2-40B4-BE49-F238E27FC236}">
                <a16:creationId xmlns:a16="http://schemas.microsoft.com/office/drawing/2014/main" id="{E9A3466E-35D9-FDDA-72B5-56BCDF9B341C}"/>
              </a:ext>
            </a:extLst>
          </p:cNvPr>
          <p:cNvGraphicFramePr>
            <a:graphicFrameLocks noGrp="1"/>
          </p:cNvGraphicFramePr>
          <p:nvPr>
            <p:extLst>
              <p:ext uri="{D42A27DB-BD31-4B8C-83A1-F6EECF244321}">
                <p14:modId xmlns:p14="http://schemas.microsoft.com/office/powerpoint/2010/main" val="3416661190"/>
              </p:ext>
            </p:extLst>
          </p:nvPr>
        </p:nvGraphicFramePr>
        <p:xfrm>
          <a:off x="141427" y="3249011"/>
          <a:ext cx="2131031" cy="1600200"/>
        </p:xfrm>
        <a:graphic>
          <a:graphicData uri="http://schemas.openxmlformats.org/drawingml/2006/table">
            <a:tbl>
              <a:tblPr firstRow="1" bandRow="1">
                <a:tableStyleId>{12084AC0-A0CB-4F2F-9A05-E4AD725CB356}</a:tableStyleId>
              </a:tblPr>
              <a:tblGrid>
                <a:gridCol w="964404">
                  <a:extLst>
                    <a:ext uri="{9D8B030D-6E8A-4147-A177-3AD203B41FA5}">
                      <a16:colId xmlns:a16="http://schemas.microsoft.com/office/drawing/2014/main" val="4036301743"/>
                    </a:ext>
                  </a:extLst>
                </a:gridCol>
                <a:gridCol w="1166627">
                  <a:extLst>
                    <a:ext uri="{9D8B030D-6E8A-4147-A177-3AD203B41FA5}">
                      <a16:colId xmlns:a16="http://schemas.microsoft.com/office/drawing/2014/main" val="3574322781"/>
                    </a:ext>
                  </a:extLst>
                </a:gridCol>
              </a:tblGrid>
              <a:tr h="194715">
                <a:tc gridSpan="2">
                  <a:txBody>
                    <a:bodyPr/>
                    <a:lstStyle/>
                    <a:p>
                      <a:r>
                        <a:rPr lang="en-US" sz="800" dirty="0"/>
                        <a:t>Training Configurations </a:t>
                      </a:r>
                    </a:p>
                  </a:txBody>
                  <a:tcPr/>
                </a:tc>
                <a:tc hMerge="1">
                  <a:txBody>
                    <a:bodyPr/>
                    <a:lstStyle/>
                    <a:p>
                      <a:endParaRPr lang="en-US" sz="800" dirty="0"/>
                    </a:p>
                  </a:txBody>
                  <a:tcPr/>
                </a:tc>
                <a:extLst>
                  <a:ext uri="{0D108BD9-81ED-4DB2-BD59-A6C34878D82A}">
                    <a16:rowId xmlns:a16="http://schemas.microsoft.com/office/drawing/2014/main" val="4134979133"/>
                  </a:ext>
                </a:extLst>
              </a:tr>
              <a:tr h="180807">
                <a:tc>
                  <a:txBody>
                    <a:bodyPr/>
                    <a:lstStyle/>
                    <a:p>
                      <a:r>
                        <a:rPr lang="en-US" sz="700" dirty="0">
                          <a:latin typeface="Nunito" pitchFamily="2" charset="0"/>
                        </a:rPr>
                        <a:t>Loss Function </a:t>
                      </a:r>
                    </a:p>
                  </a:txBody>
                  <a:tcPr/>
                </a:tc>
                <a:tc>
                  <a:txBody>
                    <a:bodyPr/>
                    <a:lstStyle/>
                    <a:p>
                      <a:r>
                        <a:rPr lang="en-US" sz="700" dirty="0" err="1">
                          <a:latin typeface="Nunito" pitchFamily="2" charset="0"/>
                        </a:rPr>
                        <a:t>Binary_crnecprerssx</a:t>
                      </a:r>
                      <a:endParaRPr lang="en-US" sz="700" dirty="0">
                        <a:latin typeface="Nunito" pitchFamily="2" charset="0"/>
                      </a:endParaRPr>
                    </a:p>
                  </a:txBody>
                  <a:tcPr/>
                </a:tc>
                <a:extLst>
                  <a:ext uri="{0D108BD9-81ED-4DB2-BD59-A6C34878D82A}">
                    <a16:rowId xmlns:a16="http://schemas.microsoft.com/office/drawing/2014/main" val="2275163868"/>
                  </a:ext>
                </a:extLst>
              </a:tr>
              <a:tr h="153305">
                <a:tc>
                  <a:txBody>
                    <a:bodyPr/>
                    <a:lstStyle/>
                    <a:p>
                      <a:r>
                        <a:rPr lang="en-US" sz="700" dirty="0">
                          <a:latin typeface="Nunito" pitchFamily="2" charset="0"/>
                        </a:rPr>
                        <a:t>Optimizer </a:t>
                      </a:r>
                    </a:p>
                  </a:txBody>
                  <a:tcPr/>
                </a:tc>
                <a:tc>
                  <a:txBody>
                    <a:bodyPr/>
                    <a:lstStyle/>
                    <a:p>
                      <a:r>
                        <a:rPr lang="en-US" sz="700" dirty="0">
                          <a:latin typeface="Nunito" pitchFamily="2" charset="0"/>
                        </a:rPr>
                        <a:t>Adam</a:t>
                      </a:r>
                    </a:p>
                  </a:txBody>
                  <a:tcPr/>
                </a:tc>
                <a:extLst>
                  <a:ext uri="{0D108BD9-81ED-4DB2-BD59-A6C34878D82A}">
                    <a16:rowId xmlns:a16="http://schemas.microsoft.com/office/drawing/2014/main" val="1069250116"/>
                  </a:ext>
                </a:extLst>
              </a:tr>
              <a:tr h="162998">
                <a:tc>
                  <a:txBody>
                    <a:bodyPr/>
                    <a:lstStyle/>
                    <a:p>
                      <a:r>
                        <a:rPr lang="en-US" sz="700" dirty="0">
                          <a:latin typeface="Nunito" pitchFamily="2" charset="0"/>
                        </a:rPr>
                        <a:t>Evaluation Metric </a:t>
                      </a:r>
                    </a:p>
                  </a:txBody>
                  <a:tcPr/>
                </a:tc>
                <a:tc>
                  <a:txBody>
                    <a:bodyPr/>
                    <a:lstStyle/>
                    <a:p>
                      <a:r>
                        <a:rPr lang="en-US" sz="700" dirty="0">
                          <a:latin typeface="Nunito" pitchFamily="2" charset="0"/>
                        </a:rPr>
                        <a:t>Recall</a:t>
                      </a:r>
                    </a:p>
                  </a:txBody>
                  <a:tcPr/>
                </a:tc>
                <a:extLst>
                  <a:ext uri="{0D108BD9-81ED-4DB2-BD59-A6C34878D82A}">
                    <a16:rowId xmlns:a16="http://schemas.microsoft.com/office/drawing/2014/main" val="3961238582"/>
                  </a:ext>
                </a:extLst>
              </a:tr>
              <a:tr h="0">
                <a:tc>
                  <a:txBody>
                    <a:bodyPr/>
                    <a:lstStyle/>
                    <a:p>
                      <a:r>
                        <a:rPr lang="en-US" sz="700" dirty="0">
                          <a:latin typeface="Nunito" pitchFamily="2" charset="0"/>
                        </a:rPr>
                        <a:t>Epoch </a:t>
                      </a:r>
                    </a:p>
                  </a:txBody>
                  <a:tcPr/>
                </a:tc>
                <a:tc>
                  <a:txBody>
                    <a:bodyPr/>
                    <a:lstStyle/>
                    <a:p>
                      <a:r>
                        <a:rPr lang="en-US" sz="700" dirty="0">
                          <a:latin typeface="Nunito" pitchFamily="2" charset="0"/>
                        </a:rPr>
                        <a:t>25</a:t>
                      </a:r>
                    </a:p>
                  </a:txBody>
                  <a:tcPr/>
                </a:tc>
                <a:extLst>
                  <a:ext uri="{0D108BD9-81ED-4DB2-BD59-A6C34878D82A}">
                    <a16:rowId xmlns:a16="http://schemas.microsoft.com/office/drawing/2014/main" val="3841979948"/>
                  </a:ext>
                </a:extLst>
              </a:tr>
              <a:tr h="0">
                <a:tc>
                  <a:txBody>
                    <a:bodyPr/>
                    <a:lstStyle/>
                    <a:p>
                      <a:r>
                        <a:rPr lang="en-US" sz="700" dirty="0">
                          <a:latin typeface="Nunito" pitchFamily="2" charset="0"/>
                        </a:rPr>
                        <a:t>Batch Size</a:t>
                      </a:r>
                    </a:p>
                  </a:txBody>
                  <a:tcPr/>
                </a:tc>
                <a:tc>
                  <a:txBody>
                    <a:bodyPr/>
                    <a:lstStyle/>
                    <a:p>
                      <a:r>
                        <a:rPr lang="en-US" sz="700" dirty="0">
                          <a:latin typeface="Nunito" pitchFamily="2" charset="0"/>
                        </a:rPr>
                        <a:t>32</a:t>
                      </a:r>
                    </a:p>
                  </a:txBody>
                  <a:tcPr/>
                </a:tc>
                <a:extLst>
                  <a:ext uri="{0D108BD9-81ED-4DB2-BD59-A6C34878D82A}">
                    <a16:rowId xmlns:a16="http://schemas.microsoft.com/office/drawing/2014/main" val="275376438"/>
                  </a:ext>
                </a:extLst>
              </a:tr>
              <a:tr h="0">
                <a:tc>
                  <a:txBody>
                    <a:bodyPr/>
                    <a:lstStyle/>
                    <a:p>
                      <a:r>
                        <a:rPr lang="en-US" sz="700" dirty="0">
                          <a:latin typeface="Nunito" pitchFamily="2" charset="0"/>
                        </a:rPr>
                        <a:t>Regularization </a:t>
                      </a:r>
                    </a:p>
                  </a:txBody>
                  <a:tcPr/>
                </a:tc>
                <a:tc>
                  <a:txBody>
                    <a:bodyPr/>
                    <a:lstStyle/>
                    <a:p>
                      <a:r>
                        <a:rPr lang="en-US" sz="700" dirty="0">
                          <a:latin typeface="Nunito" pitchFamily="2" charset="0"/>
                        </a:rPr>
                        <a:t>Dropout 50 %</a:t>
                      </a:r>
                    </a:p>
                  </a:txBody>
                  <a:tcPr/>
                </a:tc>
                <a:extLst>
                  <a:ext uri="{0D108BD9-81ED-4DB2-BD59-A6C34878D82A}">
                    <a16:rowId xmlns:a16="http://schemas.microsoft.com/office/drawing/2014/main" val="1754198106"/>
                  </a:ext>
                </a:extLst>
              </a:tr>
              <a:tr h="0">
                <a:tc>
                  <a:txBody>
                    <a:bodyPr/>
                    <a:lstStyle/>
                    <a:p>
                      <a:r>
                        <a:rPr lang="en-US" sz="700" dirty="0">
                          <a:latin typeface="Nunito" pitchFamily="2" charset="0"/>
                        </a:rPr>
                        <a:t>Bias Mitigation </a:t>
                      </a:r>
                    </a:p>
                  </a:txBody>
                  <a:tcPr/>
                </a:tc>
                <a:tc>
                  <a:txBody>
                    <a:bodyPr/>
                    <a:lstStyle/>
                    <a:p>
                      <a:r>
                        <a:rPr lang="en-US" sz="700" dirty="0" err="1">
                          <a:latin typeface="Nunito" pitchFamily="2" charset="0"/>
                        </a:rPr>
                        <a:t>Class_wight</a:t>
                      </a:r>
                      <a:r>
                        <a:rPr lang="en-US" sz="700" dirty="0">
                          <a:latin typeface="Nunito" pitchFamily="2" charset="0"/>
                        </a:rPr>
                        <a:t>=</a:t>
                      </a:r>
                      <a:r>
                        <a:rPr lang="en-US" sz="700" dirty="0" err="1">
                          <a:latin typeface="Nunito" pitchFamily="2" charset="0"/>
                        </a:rPr>
                        <a:t>cw_dict</a:t>
                      </a:r>
                      <a:endParaRPr lang="en-US" sz="700" dirty="0">
                        <a:latin typeface="Nunito" pitchFamily="2" charset="0"/>
                      </a:endParaRPr>
                    </a:p>
                  </a:txBody>
                  <a:tcPr/>
                </a:tc>
                <a:extLst>
                  <a:ext uri="{0D108BD9-81ED-4DB2-BD59-A6C34878D82A}">
                    <a16:rowId xmlns:a16="http://schemas.microsoft.com/office/drawing/2014/main" val="1905260763"/>
                  </a:ext>
                </a:extLst>
              </a:tr>
            </a:tbl>
          </a:graphicData>
        </a:graphic>
      </p:graphicFrame>
      <p:sp>
        <p:nvSpPr>
          <p:cNvPr id="164" name="TextBox 163">
            <a:extLst>
              <a:ext uri="{FF2B5EF4-FFF2-40B4-BE49-F238E27FC236}">
                <a16:creationId xmlns:a16="http://schemas.microsoft.com/office/drawing/2014/main" id="{EDBDF62A-9E90-44AB-8C2D-0B79A61E8CCB}"/>
              </a:ext>
            </a:extLst>
          </p:cNvPr>
          <p:cNvSpPr txBox="1"/>
          <p:nvPr/>
        </p:nvSpPr>
        <p:spPr>
          <a:xfrm>
            <a:off x="191326" y="397181"/>
            <a:ext cx="7727124" cy="246221"/>
          </a:xfrm>
          <a:prstGeom prst="rect">
            <a:avLst/>
          </a:prstGeom>
          <a:noFill/>
        </p:spPr>
        <p:txBody>
          <a:bodyPr wrap="square" rtlCol="0">
            <a:spAutoFit/>
          </a:bodyPr>
          <a:lstStyle/>
          <a:p>
            <a:r>
              <a:rPr lang="en-US" sz="900" dirty="0">
                <a:latin typeface="Nunito" pitchFamily="2" charset="0"/>
              </a:rPr>
              <a:t>This </a:t>
            </a:r>
            <a:r>
              <a:rPr lang="en-US" sz="900" b="1" dirty="0">
                <a:latin typeface="Nunito" pitchFamily="2" charset="0"/>
              </a:rPr>
              <a:t>model_8</a:t>
            </a:r>
            <a:r>
              <a:rPr lang="en-US" sz="900" dirty="0">
                <a:latin typeface="Nunito" pitchFamily="2" charset="0"/>
              </a:rPr>
              <a:t> Architecture is a </a:t>
            </a:r>
            <a:r>
              <a:rPr lang="en-US" sz="900" b="1" dirty="0">
                <a:latin typeface="Nunito" pitchFamily="2" charset="0"/>
              </a:rPr>
              <a:t>Shallow Feedforward Deep Neural Network ( </a:t>
            </a:r>
            <a:r>
              <a:rPr lang="en-US" sz="900" dirty="0">
                <a:latin typeface="Nunito" pitchFamily="2" charset="0"/>
              </a:rPr>
              <a:t>designed for a binary classification task on structured data</a:t>
            </a:r>
            <a:r>
              <a:rPr lang="en-US" sz="1000" dirty="0">
                <a:latin typeface="Nunito" pitchFamily="2" charset="0"/>
              </a:rPr>
              <a:t>.</a:t>
            </a:r>
          </a:p>
        </p:txBody>
      </p:sp>
      <p:sp>
        <p:nvSpPr>
          <p:cNvPr id="165" name="TextBox 164">
            <a:extLst>
              <a:ext uri="{FF2B5EF4-FFF2-40B4-BE49-F238E27FC236}">
                <a16:creationId xmlns:a16="http://schemas.microsoft.com/office/drawing/2014/main" id="{B125448A-4E96-7A52-13F0-BCD36DC38054}"/>
              </a:ext>
            </a:extLst>
          </p:cNvPr>
          <p:cNvSpPr txBox="1"/>
          <p:nvPr/>
        </p:nvSpPr>
        <p:spPr>
          <a:xfrm>
            <a:off x="3201567" y="2888748"/>
            <a:ext cx="5217764" cy="1892826"/>
          </a:xfrm>
          <a:prstGeom prst="rect">
            <a:avLst/>
          </a:prstGeom>
          <a:noFill/>
        </p:spPr>
        <p:txBody>
          <a:bodyPr wrap="square" rtlCol="0">
            <a:spAutoFit/>
          </a:bodyPr>
          <a:lstStyle/>
          <a:p>
            <a:r>
              <a:rPr lang="en-US" sz="900" b="1" u="sng" dirty="0">
                <a:latin typeface="Nunito" pitchFamily="2" charset="0"/>
              </a:rPr>
              <a:t>Key Features:</a:t>
            </a:r>
          </a:p>
          <a:p>
            <a:pPr marL="228600" indent="-228600">
              <a:buFont typeface="+mj-lt"/>
              <a:buAutoNum type="arabicPeriod"/>
            </a:pPr>
            <a:r>
              <a:rPr lang="en-US" sz="900" b="1" dirty="0">
                <a:latin typeface="Nunito" pitchFamily="2" charset="0"/>
              </a:rPr>
              <a:t>Funneling Architecture</a:t>
            </a:r>
            <a:r>
              <a:rPr lang="en-US" sz="900" dirty="0">
                <a:latin typeface="Nunito" pitchFamily="2" charset="0"/>
              </a:rPr>
              <a:t>: The network uses a decreasing number of neurons across its hidden layers (</a:t>
            </a:r>
            <a:r>
              <a:rPr lang="en-US" sz="900" b="1" dirty="0">
                <a:latin typeface="Nunito" pitchFamily="2" charset="0"/>
              </a:rPr>
              <a:t>40</a:t>
            </a:r>
            <a:r>
              <a:rPr lang="en-US" sz="900" b="1" dirty="0">
                <a:latin typeface="Nunito" pitchFamily="2" charset="0"/>
                <a:sym typeface="Wingdings" panose="05000000000000000000" pitchFamily="2" charset="2"/>
              </a:rPr>
              <a:t>2010</a:t>
            </a:r>
            <a:r>
              <a:rPr lang="en-US" sz="900" dirty="0">
                <a:latin typeface="Nunito" pitchFamily="2" charset="0"/>
                <a:sym typeface="Wingdings" panose="05000000000000000000" pitchFamily="2" charset="2"/>
              </a:rPr>
              <a:t>) This progressive reduction is a common technique to force the network to learn more compact and abstract representations of the input data, enhancing feature extraction and reducing complexity</a:t>
            </a:r>
          </a:p>
          <a:p>
            <a:pPr marL="228600" indent="-228600">
              <a:buFont typeface="+mj-lt"/>
              <a:buAutoNum type="arabicPeriod"/>
            </a:pPr>
            <a:r>
              <a:rPr lang="en-US" sz="900" b="1" dirty="0" err="1">
                <a:latin typeface="Nunito" pitchFamily="2" charset="0"/>
              </a:rPr>
              <a:t>ReLU</a:t>
            </a:r>
            <a:r>
              <a:rPr lang="en-US" sz="900" b="1" dirty="0">
                <a:latin typeface="Nunito" pitchFamily="2" charset="0"/>
              </a:rPr>
              <a:t> for Non-Linearity </a:t>
            </a:r>
            <a:r>
              <a:rPr lang="en-US" sz="900" dirty="0">
                <a:latin typeface="Nunito" pitchFamily="2" charset="0"/>
              </a:rPr>
              <a:t>: The use of </a:t>
            </a:r>
            <a:r>
              <a:rPr lang="en-US" sz="900" dirty="0" err="1">
                <a:latin typeface="Nunito" pitchFamily="2" charset="0"/>
              </a:rPr>
              <a:t>ReLU</a:t>
            </a:r>
            <a:r>
              <a:rPr lang="en-US" sz="900" dirty="0">
                <a:latin typeface="Nunito" pitchFamily="2" charset="0"/>
              </a:rPr>
              <a:t> in all hidden layers is standard practice. It provides computational efficiency and helps mitigate the vanishing gradient problem in deeper networks.</a:t>
            </a:r>
          </a:p>
          <a:p>
            <a:pPr marL="228600" indent="-228600">
              <a:buFont typeface="+mj-lt"/>
              <a:buAutoNum type="arabicPeriod"/>
            </a:pPr>
            <a:r>
              <a:rPr lang="en-US" sz="900" b="1" dirty="0">
                <a:latin typeface="Nunito" pitchFamily="2" charset="0"/>
              </a:rPr>
              <a:t>Binary Output: </a:t>
            </a:r>
            <a:r>
              <a:rPr lang="en-US" sz="900" dirty="0">
                <a:latin typeface="Nunito" pitchFamily="2" charset="0"/>
              </a:rPr>
              <a:t>The final layer is a single neuron with a Sigmoid activation function, which outputs the necessary probability score (P(Class 1)) for binary classification.</a:t>
            </a:r>
          </a:p>
          <a:p>
            <a:pPr marL="228600" indent="-228600">
              <a:buFont typeface="+mj-lt"/>
              <a:buAutoNum type="arabicPeriod"/>
            </a:pPr>
            <a:r>
              <a:rPr lang="en-US" sz="900" b="1" dirty="0">
                <a:latin typeface="Nunito" pitchFamily="2" charset="0"/>
              </a:rPr>
              <a:t>Targeted Optimization: </a:t>
            </a:r>
            <a:r>
              <a:rPr lang="en-US" sz="900" dirty="0">
                <a:latin typeface="Nunito" pitchFamily="2" charset="0"/>
              </a:rPr>
              <a:t>The combination of setting the primary metric Recall and using </a:t>
            </a:r>
            <a:r>
              <a:rPr lang="en-US" sz="900" dirty="0" err="1">
                <a:latin typeface="Nunito" pitchFamily="2" charset="0"/>
              </a:rPr>
              <a:t>class_weight</a:t>
            </a:r>
            <a:r>
              <a:rPr lang="en-US" sz="900" dirty="0">
                <a:latin typeface="Nunito" pitchFamily="2" charset="0"/>
              </a:rPr>
              <a:t> shows a deliberate, professional strategy to optimize model performance specifically for imbalanced data, which was necessary given your analysis.</a:t>
            </a:r>
          </a:p>
        </p:txBody>
      </p:sp>
      <p:grpSp>
        <p:nvGrpSpPr>
          <p:cNvPr id="27" name="Group 26">
            <a:extLst>
              <a:ext uri="{FF2B5EF4-FFF2-40B4-BE49-F238E27FC236}">
                <a16:creationId xmlns:a16="http://schemas.microsoft.com/office/drawing/2014/main" id="{37E508C9-FF06-9894-935A-0DC2713B974B}"/>
              </a:ext>
            </a:extLst>
          </p:cNvPr>
          <p:cNvGrpSpPr/>
          <p:nvPr/>
        </p:nvGrpSpPr>
        <p:grpSpPr>
          <a:xfrm>
            <a:off x="2215929" y="1103593"/>
            <a:ext cx="349410" cy="1398311"/>
            <a:chOff x="2231750" y="1081757"/>
            <a:chExt cx="349410" cy="1506261"/>
          </a:xfrm>
        </p:grpSpPr>
        <p:pic>
          <p:nvPicPr>
            <p:cNvPr id="7" name="Picture 6">
              <a:extLst>
                <a:ext uri="{FF2B5EF4-FFF2-40B4-BE49-F238E27FC236}">
                  <a16:creationId xmlns:a16="http://schemas.microsoft.com/office/drawing/2014/main" id="{479E4EB7-8C2C-CFCA-B291-3CEA6A16FBD1}"/>
                </a:ext>
              </a:extLst>
            </p:cNvPr>
            <p:cNvPicPr>
              <a:picLocks noChangeAspect="1"/>
            </p:cNvPicPr>
            <p:nvPr/>
          </p:nvPicPr>
          <p:blipFill>
            <a:blip r:embed="rId4"/>
            <a:stretch>
              <a:fillRect/>
            </a:stretch>
          </p:blipFill>
          <p:spPr>
            <a:xfrm>
              <a:off x="2238531" y="1829666"/>
              <a:ext cx="342629" cy="758352"/>
            </a:xfrm>
            <a:prstGeom prst="rect">
              <a:avLst/>
            </a:prstGeom>
          </p:spPr>
        </p:pic>
        <p:pic>
          <p:nvPicPr>
            <p:cNvPr id="10" name="Picture 9">
              <a:extLst>
                <a:ext uri="{FF2B5EF4-FFF2-40B4-BE49-F238E27FC236}">
                  <a16:creationId xmlns:a16="http://schemas.microsoft.com/office/drawing/2014/main" id="{EC8C739A-5F38-55F5-31B2-AABED5DD28E0}"/>
                </a:ext>
              </a:extLst>
            </p:cNvPr>
            <p:cNvPicPr>
              <a:picLocks noChangeAspect="1"/>
            </p:cNvPicPr>
            <p:nvPr/>
          </p:nvPicPr>
          <p:blipFill>
            <a:blip r:embed="rId4"/>
            <a:stretch>
              <a:fillRect/>
            </a:stretch>
          </p:blipFill>
          <p:spPr>
            <a:xfrm>
              <a:off x="2231750" y="1081757"/>
              <a:ext cx="342629" cy="758352"/>
            </a:xfrm>
            <a:prstGeom prst="rect">
              <a:avLst/>
            </a:prstGeom>
          </p:spPr>
        </p:pic>
      </p:grpSp>
      <p:grpSp>
        <p:nvGrpSpPr>
          <p:cNvPr id="26" name="Group 25">
            <a:extLst>
              <a:ext uri="{FF2B5EF4-FFF2-40B4-BE49-F238E27FC236}">
                <a16:creationId xmlns:a16="http://schemas.microsoft.com/office/drawing/2014/main" id="{D55C9422-2D3A-4C4F-0D71-328FEDEB0835}"/>
              </a:ext>
            </a:extLst>
          </p:cNvPr>
          <p:cNvGrpSpPr/>
          <p:nvPr/>
        </p:nvGrpSpPr>
        <p:grpSpPr>
          <a:xfrm>
            <a:off x="1236812" y="1062509"/>
            <a:ext cx="558669" cy="1337791"/>
            <a:chOff x="1236812" y="1062509"/>
            <a:chExt cx="558669" cy="1637024"/>
          </a:xfrm>
        </p:grpSpPr>
        <p:pic>
          <p:nvPicPr>
            <p:cNvPr id="4" name="Picture 3">
              <a:extLst>
                <a:ext uri="{FF2B5EF4-FFF2-40B4-BE49-F238E27FC236}">
                  <a16:creationId xmlns:a16="http://schemas.microsoft.com/office/drawing/2014/main" id="{29FADB36-28FC-203D-3E99-9CDFA62029A7}"/>
                </a:ext>
              </a:extLst>
            </p:cNvPr>
            <p:cNvPicPr>
              <a:picLocks noChangeAspect="1"/>
            </p:cNvPicPr>
            <p:nvPr/>
          </p:nvPicPr>
          <p:blipFill>
            <a:blip r:embed="rId5"/>
            <a:stretch>
              <a:fillRect/>
            </a:stretch>
          </p:blipFill>
          <p:spPr>
            <a:xfrm>
              <a:off x="1236812" y="1062509"/>
              <a:ext cx="558669" cy="813933"/>
            </a:xfrm>
            <a:prstGeom prst="rect">
              <a:avLst/>
            </a:prstGeom>
          </p:spPr>
        </p:pic>
        <p:pic>
          <p:nvPicPr>
            <p:cNvPr id="11" name="Picture 10">
              <a:extLst>
                <a:ext uri="{FF2B5EF4-FFF2-40B4-BE49-F238E27FC236}">
                  <a16:creationId xmlns:a16="http://schemas.microsoft.com/office/drawing/2014/main" id="{BE51B2CA-9C83-11CA-C62E-F15CDD1538E2}"/>
                </a:ext>
              </a:extLst>
            </p:cNvPr>
            <p:cNvPicPr>
              <a:picLocks noChangeAspect="1"/>
            </p:cNvPicPr>
            <p:nvPr/>
          </p:nvPicPr>
          <p:blipFill>
            <a:blip r:embed="rId5"/>
            <a:stretch>
              <a:fillRect/>
            </a:stretch>
          </p:blipFill>
          <p:spPr>
            <a:xfrm>
              <a:off x="1236812" y="1885600"/>
              <a:ext cx="558669" cy="813933"/>
            </a:xfrm>
            <a:prstGeom prst="rect">
              <a:avLst/>
            </a:prstGeom>
          </p:spPr>
        </p:pic>
      </p:grpSp>
      <p:pic>
        <p:nvPicPr>
          <p:cNvPr id="12" name="Picture 11">
            <a:extLst>
              <a:ext uri="{FF2B5EF4-FFF2-40B4-BE49-F238E27FC236}">
                <a16:creationId xmlns:a16="http://schemas.microsoft.com/office/drawing/2014/main" id="{B170F377-A54A-2738-03CA-646CAC66AFDA}"/>
              </a:ext>
            </a:extLst>
          </p:cNvPr>
          <p:cNvPicPr>
            <a:picLocks noChangeAspect="1"/>
          </p:cNvPicPr>
          <p:nvPr/>
        </p:nvPicPr>
        <p:blipFill>
          <a:blip r:embed="rId5"/>
          <a:stretch>
            <a:fillRect/>
          </a:stretch>
        </p:blipFill>
        <p:spPr>
          <a:xfrm>
            <a:off x="3075321" y="1274298"/>
            <a:ext cx="558669" cy="813933"/>
          </a:xfrm>
          <a:prstGeom prst="rect">
            <a:avLst/>
          </a:prstGeom>
        </p:spPr>
      </p:pic>
      <p:pic>
        <p:nvPicPr>
          <p:cNvPr id="15" name="Picture 14">
            <a:extLst>
              <a:ext uri="{FF2B5EF4-FFF2-40B4-BE49-F238E27FC236}">
                <a16:creationId xmlns:a16="http://schemas.microsoft.com/office/drawing/2014/main" id="{E8EE2BD0-BD9C-4090-A571-E051639DE180}"/>
              </a:ext>
            </a:extLst>
          </p:cNvPr>
          <p:cNvPicPr>
            <a:picLocks noChangeAspect="1"/>
          </p:cNvPicPr>
          <p:nvPr/>
        </p:nvPicPr>
        <p:blipFill>
          <a:blip r:embed="rId6"/>
          <a:stretch>
            <a:fillRect/>
          </a:stretch>
        </p:blipFill>
        <p:spPr>
          <a:xfrm>
            <a:off x="4011989" y="1340829"/>
            <a:ext cx="433657" cy="734992"/>
          </a:xfrm>
          <a:prstGeom prst="rect">
            <a:avLst/>
          </a:prstGeom>
        </p:spPr>
      </p:pic>
      <p:grpSp>
        <p:nvGrpSpPr>
          <p:cNvPr id="25" name="Group 24">
            <a:extLst>
              <a:ext uri="{FF2B5EF4-FFF2-40B4-BE49-F238E27FC236}">
                <a16:creationId xmlns:a16="http://schemas.microsoft.com/office/drawing/2014/main" id="{28439103-E63D-B1CC-D6DF-1AB8388F083B}"/>
              </a:ext>
            </a:extLst>
          </p:cNvPr>
          <p:cNvGrpSpPr/>
          <p:nvPr/>
        </p:nvGrpSpPr>
        <p:grpSpPr>
          <a:xfrm>
            <a:off x="200349" y="1136262"/>
            <a:ext cx="500291" cy="1090004"/>
            <a:chOff x="7438986" y="1153642"/>
            <a:chExt cx="500291" cy="698279"/>
          </a:xfrm>
        </p:grpSpPr>
        <p:pic>
          <p:nvPicPr>
            <p:cNvPr id="18" name="Picture 17">
              <a:extLst>
                <a:ext uri="{FF2B5EF4-FFF2-40B4-BE49-F238E27FC236}">
                  <a16:creationId xmlns:a16="http://schemas.microsoft.com/office/drawing/2014/main" id="{A45C9DCF-7F8F-FB24-EE8B-16E73FA57F36}"/>
                </a:ext>
              </a:extLst>
            </p:cNvPr>
            <p:cNvPicPr>
              <a:picLocks noChangeAspect="1"/>
            </p:cNvPicPr>
            <p:nvPr/>
          </p:nvPicPr>
          <p:blipFill>
            <a:blip r:embed="rId7"/>
            <a:stretch>
              <a:fillRect/>
            </a:stretch>
          </p:blipFill>
          <p:spPr>
            <a:xfrm>
              <a:off x="7438986" y="1159406"/>
              <a:ext cx="239941" cy="339227"/>
            </a:xfrm>
            <a:prstGeom prst="rect">
              <a:avLst/>
            </a:prstGeom>
          </p:spPr>
        </p:pic>
        <p:pic>
          <p:nvPicPr>
            <p:cNvPr id="19" name="Picture 18">
              <a:extLst>
                <a:ext uri="{FF2B5EF4-FFF2-40B4-BE49-F238E27FC236}">
                  <a16:creationId xmlns:a16="http://schemas.microsoft.com/office/drawing/2014/main" id="{6F26031C-F853-0E08-FD70-5B7C3E1D88C4}"/>
                </a:ext>
              </a:extLst>
            </p:cNvPr>
            <p:cNvPicPr>
              <a:picLocks noChangeAspect="1"/>
            </p:cNvPicPr>
            <p:nvPr/>
          </p:nvPicPr>
          <p:blipFill>
            <a:blip r:embed="rId7"/>
            <a:stretch>
              <a:fillRect/>
            </a:stretch>
          </p:blipFill>
          <p:spPr>
            <a:xfrm>
              <a:off x="7678509" y="1153642"/>
              <a:ext cx="239941" cy="339227"/>
            </a:xfrm>
            <a:prstGeom prst="rect">
              <a:avLst/>
            </a:prstGeom>
          </p:spPr>
        </p:pic>
        <p:pic>
          <p:nvPicPr>
            <p:cNvPr id="21" name="Picture 20">
              <a:extLst>
                <a:ext uri="{FF2B5EF4-FFF2-40B4-BE49-F238E27FC236}">
                  <a16:creationId xmlns:a16="http://schemas.microsoft.com/office/drawing/2014/main" id="{BB1335F5-FF74-BAB6-8676-2DAB34255613}"/>
                </a:ext>
              </a:extLst>
            </p:cNvPr>
            <p:cNvPicPr>
              <a:picLocks noChangeAspect="1"/>
            </p:cNvPicPr>
            <p:nvPr/>
          </p:nvPicPr>
          <p:blipFill>
            <a:blip r:embed="rId7"/>
            <a:stretch>
              <a:fillRect/>
            </a:stretch>
          </p:blipFill>
          <p:spPr>
            <a:xfrm>
              <a:off x="7459395" y="1511650"/>
              <a:ext cx="239941" cy="339227"/>
            </a:xfrm>
            <a:prstGeom prst="rect">
              <a:avLst/>
            </a:prstGeom>
          </p:spPr>
        </p:pic>
        <p:pic>
          <p:nvPicPr>
            <p:cNvPr id="24" name="Picture 23">
              <a:extLst>
                <a:ext uri="{FF2B5EF4-FFF2-40B4-BE49-F238E27FC236}">
                  <a16:creationId xmlns:a16="http://schemas.microsoft.com/office/drawing/2014/main" id="{29D81876-9A60-1AE8-BFEE-6F90D8101D71}"/>
                </a:ext>
              </a:extLst>
            </p:cNvPr>
            <p:cNvPicPr>
              <a:picLocks noChangeAspect="1"/>
            </p:cNvPicPr>
            <p:nvPr/>
          </p:nvPicPr>
          <p:blipFill>
            <a:blip r:embed="rId7"/>
            <a:stretch>
              <a:fillRect/>
            </a:stretch>
          </p:blipFill>
          <p:spPr>
            <a:xfrm>
              <a:off x="7699336" y="1512694"/>
              <a:ext cx="239941" cy="339227"/>
            </a:xfrm>
            <a:prstGeom prst="rect">
              <a:avLst/>
            </a:prstGeom>
          </p:spPr>
        </p:pic>
      </p:grpSp>
    </p:spTree>
    <p:extLst>
      <p:ext uri="{BB962C8B-B14F-4D97-AF65-F5344CB8AC3E}">
        <p14:creationId xmlns:p14="http://schemas.microsoft.com/office/powerpoint/2010/main" val="8715979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26869b8a79_0_0"/>
          <p:cNvSpPr txBox="1">
            <a:spLocks noGrp="1"/>
          </p:cNvSpPr>
          <p:nvPr>
            <p:ph type="title"/>
          </p:nvPr>
        </p:nvSpPr>
        <p:spPr>
          <a:xfrm>
            <a:off x="219552" y="8359"/>
            <a:ext cx="8520600" cy="38150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Model_8 - Test Performance</a:t>
            </a:r>
            <a:endParaRPr dirty="0">
              <a:solidFill>
                <a:srgbClr val="1974D2"/>
              </a:solidFill>
            </a:endParaRPr>
          </a:p>
        </p:txBody>
      </p:sp>
      <p:sp>
        <p:nvSpPr>
          <p:cNvPr id="6" name="TextBox 5">
            <a:extLst>
              <a:ext uri="{FF2B5EF4-FFF2-40B4-BE49-F238E27FC236}">
                <a16:creationId xmlns:a16="http://schemas.microsoft.com/office/drawing/2014/main" id="{9D9D14AF-5B54-6BE5-847D-FF2D4E70290A}"/>
              </a:ext>
            </a:extLst>
          </p:cNvPr>
          <p:cNvSpPr txBox="1"/>
          <p:nvPr/>
        </p:nvSpPr>
        <p:spPr>
          <a:xfrm>
            <a:off x="191386" y="2165539"/>
            <a:ext cx="8761228" cy="2923877"/>
          </a:xfrm>
          <a:prstGeom prst="rect">
            <a:avLst/>
          </a:prstGeom>
          <a:noFill/>
        </p:spPr>
        <p:txBody>
          <a:bodyPr wrap="square" rtlCol="0">
            <a:spAutoFit/>
          </a:bodyPr>
          <a:lstStyle/>
          <a:p>
            <a:r>
              <a:rPr lang="en-US" sz="1200" b="1" u="sng" dirty="0">
                <a:latin typeface="Nunito" pitchFamily="2" charset="0"/>
              </a:rPr>
              <a:t>Key Comment on Model 8-Test performance</a:t>
            </a:r>
            <a:r>
              <a:rPr lang="en-US" sz="1200" b="1" dirty="0">
                <a:latin typeface="Nunito" pitchFamily="2" charset="0"/>
              </a:rPr>
              <a:t>:</a:t>
            </a:r>
          </a:p>
          <a:p>
            <a:r>
              <a:rPr lang="en-US" sz="1000" dirty="0"/>
              <a:t>Overall, the performance is </a:t>
            </a:r>
            <a:r>
              <a:rPr lang="en-US" sz="1000" b="1" dirty="0"/>
              <a:t>strong and confirms its suitability for production</a:t>
            </a:r>
            <a:r>
              <a:rPr lang="en-US" sz="1000" dirty="0"/>
              <a:t>, but with a slight, expected drop in the primary metric, </a:t>
            </a:r>
            <a:r>
              <a:rPr lang="en-US" sz="1000" b="1" dirty="0"/>
              <a:t>Recall</a:t>
            </a:r>
            <a:r>
              <a:rPr lang="en-US" sz="1000" dirty="0"/>
              <a:t>.</a:t>
            </a:r>
            <a:r>
              <a:rPr lang="en-US" sz="1100" b="1" dirty="0">
                <a:latin typeface="Nunito" pitchFamily="2" charset="0"/>
              </a:rPr>
              <a:t>2.    </a:t>
            </a:r>
          </a:p>
          <a:p>
            <a:endParaRPr lang="en-US" sz="1000" b="1" dirty="0">
              <a:latin typeface="Nunito" pitchFamily="2" charset="0"/>
            </a:endParaRPr>
          </a:p>
          <a:p>
            <a:pPr marL="171450" indent="-171450">
              <a:buFont typeface="Wingdings" panose="05000000000000000000" pitchFamily="2" charset="2"/>
              <a:buChar char="ü"/>
            </a:pPr>
            <a:r>
              <a:rPr lang="en-US" sz="1000" b="1" dirty="0">
                <a:latin typeface="Nunito" pitchFamily="2" charset="0"/>
              </a:rPr>
              <a:t>Strong Generalization Confirmed: </a:t>
            </a:r>
            <a:r>
              <a:rPr lang="en-US" sz="1000" dirty="0">
                <a:latin typeface="Nunito" pitchFamily="2" charset="0"/>
              </a:rPr>
              <a:t>The test accuracy of </a:t>
            </a:r>
            <a:r>
              <a:rPr lang="en-US" sz="1000" b="1" dirty="0">
                <a:latin typeface="Nunito" pitchFamily="2" charset="0"/>
              </a:rPr>
              <a:t>0.984</a:t>
            </a:r>
            <a:r>
              <a:rPr lang="en-US" sz="1000" dirty="0">
                <a:latin typeface="Nunito" pitchFamily="2" charset="0"/>
              </a:rPr>
              <a:t> aligns closely with training and validation results, confirming that the model generalizes exceptionally well and maintains stable performance on unseen data.</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High Sensitivity Maintained (Primary Metric):</a:t>
            </a:r>
            <a:r>
              <a:rPr lang="en-US" sz="1000" dirty="0">
                <a:latin typeface="Nunito" pitchFamily="2" charset="0"/>
              </a:rPr>
              <a:t>The model achieves a </a:t>
            </a:r>
            <a:r>
              <a:rPr lang="en-US" sz="1000" b="1" dirty="0">
                <a:latin typeface="Nunito" pitchFamily="2" charset="0"/>
              </a:rPr>
              <a:t>Recall of 0.935</a:t>
            </a:r>
            <a:r>
              <a:rPr lang="en-US" sz="1000" dirty="0">
                <a:latin typeface="Nunito" pitchFamily="2" charset="0"/>
              </a:rPr>
              <a:t>, demonstrating its strong ability to correctly identify the positive class, consistent with its design objective of maximizing Recall.</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Balanced Precision–Recall Trade-off: A</a:t>
            </a:r>
            <a:r>
              <a:rPr lang="en-US" sz="1000" dirty="0">
                <a:latin typeface="Nunito" pitchFamily="2" charset="0"/>
              </a:rPr>
              <a:t> </a:t>
            </a:r>
            <a:r>
              <a:rPr lang="en-US" sz="1000" b="1" dirty="0">
                <a:latin typeface="Nunito" pitchFamily="2" charset="0"/>
              </a:rPr>
              <a:t>Precision of 0.921</a:t>
            </a:r>
            <a:r>
              <a:rPr lang="en-US" sz="1000" dirty="0">
                <a:latin typeface="Nunito" pitchFamily="2" charset="0"/>
              </a:rPr>
              <a:t> alongside the high Recall indicates the model effectively limits false positives while capturing nearly all true positives, resulting in a well-balanced performance.</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Strong Overall Predictive Balance (F1 = 0.925):</a:t>
            </a:r>
            <a:r>
              <a:rPr lang="en-US" sz="1000" dirty="0">
                <a:latin typeface="Nunito" pitchFamily="2" charset="0"/>
              </a:rPr>
              <a:t>The F1-Score reflects a harmonious balance between Precision and Recall, highlighting the model’s reliability across both sensitivity and specificity aspects.</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Consistent End-to-End Model </a:t>
            </a:r>
            <a:r>
              <a:rPr lang="en-US" sz="1000" b="1" dirty="0" err="1">
                <a:latin typeface="Nunito" pitchFamily="2" charset="0"/>
              </a:rPr>
              <a:t>Stability:</a:t>
            </a:r>
            <a:r>
              <a:rPr lang="en-US" sz="1000" dirty="0" err="1">
                <a:latin typeface="Nunito" pitchFamily="2" charset="0"/>
              </a:rPr>
              <a:t>Minimal</a:t>
            </a:r>
            <a:r>
              <a:rPr lang="en-US" sz="1000" dirty="0">
                <a:latin typeface="Nunito" pitchFamily="2" charset="0"/>
              </a:rPr>
              <a:t> deviation across train, validation, and test metrics indicates excellent </a:t>
            </a:r>
            <a:r>
              <a:rPr lang="en-US" sz="1000" b="1" dirty="0">
                <a:latin typeface="Nunito" pitchFamily="2" charset="0"/>
              </a:rPr>
              <a:t>model robustness</a:t>
            </a:r>
            <a:r>
              <a:rPr lang="en-US" sz="1000" dirty="0">
                <a:latin typeface="Nunito" pitchFamily="2" charset="0"/>
              </a:rPr>
              <a:t> and </a:t>
            </a:r>
            <a:r>
              <a:rPr lang="en-US" sz="1000" b="1" dirty="0">
                <a:latin typeface="Nunito" pitchFamily="2" charset="0"/>
              </a:rPr>
              <a:t>no overfitting</a:t>
            </a:r>
            <a:r>
              <a:rPr lang="en-US" sz="1000" dirty="0">
                <a:latin typeface="Nunito" pitchFamily="2" charset="0"/>
              </a:rPr>
              <a:t>, confirming Model 8’s suitability for deployment in production environments.</a:t>
            </a:r>
          </a:p>
          <a:p>
            <a:endParaRPr lang="en-US" sz="1100" b="1" dirty="0">
              <a:latin typeface="Nunito" pitchFamily="2" charset="0"/>
            </a:endParaRPr>
          </a:p>
        </p:txBody>
      </p:sp>
      <p:sp>
        <p:nvSpPr>
          <p:cNvPr id="7" name="TextBox 6">
            <a:extLst>
              <a:ext uri="{FF2B5EF4-FFF2-40B4-BE49-F238E27FC236}">
                <a16:creationId xmlns:a16="http://schemas.microsoft.com/office/drawing/2014/main" id="{EA83D2C4-75F8-6E16-84BD-FA206B0A4EA9}"/>
              </a:ext>
            </a:extLst>
          </p:cNvPr>
          <p:cNvSpPr txBox="1"/>
          <p:nvPr/>
        </p:nvSpPr>
        <p:spPr>
          <a:xfrm>
            <a:off x="162657" y="730871"/>
            <a:ext cx="2396245" cy="276999"/>
          </a:xfrm>
          <a:prstGeom prst="rect">
            <a:avLst/>
          </a:prstGeom>
          <a:noFill/>
        </p:spPr>
        <p:txBody>
          <a:bodyPr wrap="square" rtlCol="0">
            <a:spAutoFit/>
          </a:bodyPr>
          <a:lstStyle/>
          <a:p>
            <a:r>
              <a:rPr lang="en-US" sz="1200" b="1" dirty="0">
                <a:latin typeface="Nunito" pitchFamily="2" charset="0"/>
              </a:rPr>
              <a:t>Test Set Performance Metrics</a:t>
            </a:r>
            <a:endParaRPr lang="en-US" dirty="0"/>
          </a:p>
        </p:txBody>
      </p:sp>
      <p:graphicFrame>
        <p:nvGraphicFramePr>
          <p:cNvPr id="3" name="Table 2">
            <a:extLst>
              <a:ext uri="{FF2B5EF4-FFF2-40B4-BE49-F238E27FC236}">
                <a16:creationId xmlns:a16="http://schemas.microsoft.com/office/drawing/2014/main" id="{17D6F4EB-490F-FD82-AA07-CDC4539A8970}"/>
              </a:ext>
            </a:extLst>
          </p:cNvPr>
          <p:cNvGraphicFramePr>
            <a:graphicFrameLocks noGrp="1"/>
          </p:cNvGraphicFramePr>
          <p:nvPr>
            <p:extLst>
              <p:ext uri="{D42A27DB-BD31-4B8C-83A1-F6EECF244321}">
                <p14:modId xmlns:p14="http://schemas.microsoft.com/office/powerpoint/2010/main" val="3291663006"/>
              </p:ext>
            </p:extLst>
          </p:nvPr>
        </p:nvGraphicFramePr>
        <p:xfrm>
          <a:off x="251993" y="997565"/>
          <a:ext cx="3786607" cy="619492"/>
        </p:xfrm>
        <a:graphic>
          <a:graphicData uri="http://schemas.openxmlformats.org/drawingml/2006/table">
            <a:tbl>
              <a:tblPr firstRow="1" bandRow="1">
                <a:tableStyleId>{12084AC0-A0CB-4F2F-9A05-E4AD725CB356}</a:tableStyleId>
              </a:tblPr>
              <a:tblGrid>
                <a:gridCol w="973557">
                  <a:extLst>
                    <a:ext uri="{9D8B030D-6E8A-4147-A177-3AD203B41FA5}">
                      <a16:colId xmlns:a16="http://schemas.microsoft.com/office/drawing/2014/main" val="3625216284"/>
                    </a:ext>
                  </a:extLst>
                </a:gridCol>
                <a:gridCol w="847795">
                  <a:extLst>
                    <a:ext uri="{9D8B030D-6E8A-4147-A177-3AD203B41FA5}">
                      <a16:colId xmlns:a16="http://schemas.microsoft.com/office/drawing/2014/main" val="2261144211"/>
                    </a:ext>
                  </a:extLst>
                </a:gridCol>
                <a:gridCol w="947188">
                  <a:extLst>
                    <a:ext uri="{9D8B030D-6E8A-4147-A177-3AD203B41FA5}">
                      <a16:colId xmlns:a16="http://schemas.microsoft.com/office/drawing/2014/main" val="2270602144"/>
                    </a:ext>
                  </a:extLst>
                </a:gridCol>
                <a:gridCol w="1018067">
                  <a:extLst>
                    <a:ext uri="{9D8B030D-6E8A-4147-A177-3AD203B41FA5}">
                      <a16:colId xmlns:a16="http://schemas.microsoft.com/office/drawing/2014/main" val="2110886357"/>
                    </a:ext>
                  </a:extLst>
                </a:gridCol>
              </a:tblGrid>
              <a:tr h="360412">
                <a:tc>
                  <a:txBody>
                    <a:bodyPr/>
                    <a:lstStyle/>
                    <a:p>
                      <a:r>
                        <a:rPr lang="en-US" sz="1200" dirty="0">
                          <a:latin typeface="Nunito" pitchFamily="2" charset="0"/>
                        </a:rPr>
                        <a:t>Accuracy</a:t>
                      </a:r>
                    </a:p>
                  </a:txBody>
                  <a:tcPr/>
                </a:tc>
                <a:tc>
                  <a:txBody>
                    <a:bodyPr/>
                    <a:lstStyle/>
                    <a:p>
                      <a:r>
                        <a:rPr lang="en-US" sz="1200" dirty="0">
                          <a:latin typeface="Nunito" pitchFamily="2" charset="0"/>
                        </a:rPr>
                        <a:t>Recall</a:t>
                      </a:r>
                    </a:p>
                  </a:txBody>
                  <a:tcPr/>
                </a:tc>
                <a:tc>
                  <a:txBody>
                    <a:bodyPr/>
                    <a:lstStyle/>
                    <a:p>
                      <a:r>
                        <a:rPr lang="en-US" sz="1200" dirty="0">
                          <a:latin typeface="Nunito" pitchFamily="2" charset="0"/>
                        </a:rPr>
                        <a:t>F1 Score</a:t>
                      </a:r>
                    </a:p>
                  </a:txBody>
                  <a:tcPr/>
                </a:tc>
                <a:tc>
                  <a:txBody>
                    <a:bodyPr/>
                    <a:lstStyle/>
                    <a:p>
                      <a:r>
                        <a:rPr lang="en-US" sz="1200" dirty="0">
                          <a:latin typeface="Nunito" pitchFamily="2" charset="0"/>
                        </a:rPr>
                        <a:t> Precision</a:t>
                      </a:r>
                    </a:p>
                  </a:txBody>
                  <a:tcPr/>
                </a:tc>
                <a:extLst>
                  <a:ext uri="{0D108BD9-81ED-4DB2-BD59-A6C34878D82A}">
                    <a16:rowId xmlns:a16="http://schemas.microsoft.com/office/drawing/2014/main" val="2130600569"/>
                  </a:ext>
                </a:extLst>
              </a:tr>
              <a:tr h="254088">
                <a:tc>
                  <a:txBody>
                    <a:bodyPr/>
                    <a:lstStyle/>
                    <a:p>
                      <a:pPr marR="0" algn="l" rtl="0">
                        <a:lnSpc>
                          <a:spcPct val="100000"/>
                        </a:lnSpc>
                        <a:spcBef>
                          <a:spcPts val="0"/>
                        </a:spcBef>
                        <a:spcAft>
                          <a:spcPts val="0"/>
                        </a:spcAft>
                        <a:buClr>
                          <a:srgbClr val="000000"/>
                        </a:buClr>
                        <a:buFont typeface="Arial"/>
                      </a:pPr>
                      <a:r>
                        <a:rPr lang="en-US" sz="1100" b="1" i="0" u="none" strike="noStrike" cap="none" dirty="0">
                          <a:solidFill>
                            <a:srgbClr val="000000"/>
                          </a:solidFill>
                          <a:latin typeface="Nunito" pitchFamily="2" charset="0"/>
                          <a:cs typeface="Arial"/>
                          <a:sym typeface="Arial"/>
                        </a:rPr>
                        <a:t>0984</a:t>
                      </a:r>
                    </a:p>
                  </a:txBody>
                  <a:tcPr/>
                </a:tc>
                <a:tc>
                  <a:txBody>
                    <a:bodyPr/>
                    <a:lstStyle/>
                    <a:p>
                      <a:pPr marR="0" algn="l" rtl="0">
                        <a:lnSpc>
                          <a:spcPct val="100000"/>
                        </a:lnSpc>
                        <a:spcBef>
                          <a:spcPts val="0"/>
                        </a:spcBef>
                        <a:spcAft>
                          <a:spcPts val="0"/>
                        </a:spcAft>
                        <a:buClr>
                          <a:srgbClr val="000000"/>
                        </a:buClr>
                        <a:buFont typeface="Arial"/>
                      </a:pPr>
                      <a:r>
                        <a:rPr lang="en-US" sz="1100" b="1" i="0" u="none" strike="noStrike" cap="none" dirty="0">
                          <a:solidFill>
                            <a:srgbClr val="000000"/>
                          </a:solidFill>
                          <a:latin typeface="Nunito" pitchFamily="2" charset="0"/>
                          <a:cs typeface="Arial"/>
                          <a:sym typeface="Arial"/>
                        </a:rPr>
                        <a:t>0.935</a:t>
                      </a:r>
                    </a:p>
                  </a:txBody>
                  <a:tcPr/>
                </a:tc>
                <a:tc>
                  <a:txBody>
                    <a:bodyPr/>
                    <a:lstStyle/>
                    <a:p>
                      <a:r>
                        <a:rPr lang="en-US" sz="1100" b="1" dirty="0">
                          <a:latin typeface="Nunito" pitchFamily="2" charset="0"/>
                        </a:rPr>
                        <a:t>0.921</a:t>
                      </a:r>
                    </a:p>
                  </a:txBody>
                  <a:tcPr/>
                </a:tc>
                <a:tc>
                  <a:txBody>
                    <a:bodyPr/>
                    <a:lstStyle/>
                    <a:p>
                      <a:r>
                        <a:rPr lang="en-US" sz="1100" b="1" dirty="0">
                          <a:latin typeface="Nunito" pitchFamily="2" charset="0"/>
                        </a:rPr>
                        <a:t>0.925</a:t>
                      </a:r>
                    </a:p>
                  </a:txBody>
                  <a:tcPr/>
                </a:tc>
                <a:extLst>
                  <a:ext uri="{0D108BD9-81ED-4DB2-BD59-A6C34878D82A}">
                    <a16:rowId xmlns:a16="http://schemas.microsoft.com/office/drawing/2014/main" val="1537021149"/>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5">
          <a:extLst>
            <a:ext uri="{FF2B5EF4-FFF2-40B4-BE49-F238E27FC236}">
              <a16:creationId xmlns:a16="http://schemas.microsoft.com/office/drawing/2014/main" id="{52F9ED3F-743F-F495-8764-D74E436E0391}"/>
            </a:ext>
          </a:extLst>
        </p:cNvPr>
        <p:cNvGrpSpPr/>
        <p:nvPr/>
      </p:nvGrpSpPr>
      <p:grpSpPr>
        <a:xfrm>
          <a:off x="0" y="0"/>
          <a:ext cx="0" cy="0"/>
          <a:chOff x="0" y="0"/>
          <a:chExt cx="0" cy="0"/>
        </a:xfrm>
      </p:grpSpPr>
      <p:sp>
        <p:nvSpPr>
          <p:cNvPr id="156" name="Google Shape;156;g326869b8a79_0_0">
            <a:extLst>
              <a:ext uri="{FF2B5EF4-FFF2-40B4-BE49-F238E27FC236}">
                <a16:creationId xmlns:a16="http://schemas.microsoft.com/office/drawing/2014/main" id="{6A2BF629-6E71-13A8-304F-89DACE637CF5}"/>
              </a:ext>
            </a:extLst>
          </p:cNvPr>
          <p:cNvSpPr txBox="1">
            <a:spLocks noGrp="1"/>
          </p:cNvSpPr>
          <p:nvPr>
            <p:ph type="title"/>
          </p:nvPr>
        </p:nvSpPr>
        <p:spPr>
          <a:xfrm>
            <a:off x="219552" y="835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dirty="0">
                <a:solidFill>
                  <a:srgbClr val="1974D2"/>
                </a:solidFill>
              </a:rPr>
              <a:t>Best Model_8 – Classifaction Report for Test Performance</a:t>
            </a:r>
            <a:endParaRPr dirty="0">
              <a:solidFill>
                <a:srgbClr val="1974D2"/>
              </a:solidFill>
            </a:endParaRPr>
          </a:p>
        </p:txBody>
      </p:sp>
      <p:sp>
        <p:nvSpPr>
          <p:cNvPr id="6" name="TextBox 5">
            <a:extLst>
              <a:ext uri="{FF2B5EF4-FFF2-40B4-BE49-F238E27FC236}">
                <a16:creationId xmlns:a16="http://schemas.microsoft.com/office/drawing/2014/main" id="{5F4E9A42-2008-C4FA-9D72-C9A3D3DF402C}"/>
              </a:ext>
            </a:extLst>
          </p:cNvPr>
          <p:cNvSpPr txBox="1"/>
          <p:nvPr/>
        </p:nvSpPr>
        <p:spPr>
          <a:xfrm>
            <a:off x="152400" y="1945652"/>
            <a:ext cx="8828380" cy="3062377"/>
          </a:xfrm>
          <a:prstGeom prst="rect">
            <a:avLst/>
          </a:prstGeom>
          <a:noFill/>
        </p:spPr>
        <p:txBody>
          <a:bodyPr wrap="square" rtlCol="0">
            <a:spAutoFit/>
          </a:bodyPr>
          <a:lstStyle/>
          <a:p>
            <a:r>
              <a:rPr lang="en-US" sz="1200" b="1" u="sng" dirty="0">
                <a:latin typeface="Nunito" pitchFamily="2" charset="0"/>
              </a:rPr>
              <a:t>Observations and Comment :</a:t>
            </a:r>
          </a:p>
          <a:p>
            <a:pPr marL="171450" indent="-171450">
              <a:buFont typeface="Wingdings" panose="05000000000000000000" pitchFamily="2" charset="2"/>
              <a:buChar char="ü"/>
            </a:pPr>
            <a:r>
              <a:rPr lang="en-US" sz="1000" b="1" dirty="0">
                <a:latin typeface="Nunito" pitchFamily="2" charset="0"/>
              </a:rPr>
              <a:t>Excellent Overall Accuracy and Stability: </a:t>
            </a:r>
            <a:r>
              <a:rPr lang="en-US" sz="1000" dirty="0">
                <a:latin typeface="Nunito" pitchFamily="2" charset="0"/>
              </a:rPr>
              <a:t>The model achieves a </a:t>
            </a:r>
            <a:r>
              <a:rPr lang="en-US" sz="1000" b="1" dirty="0">
                <a:latin typeface="Nunito" pitchFamily="2" charset="0"/>
              </a:rPr>
              <a:t>high overall accuracy of 0.98</a:t>
            </a:r>
            <a:r>
              <a:rPr lang="en-US" sz="1000" dirty="0">
                <a:latin typeface="Nunito" pitchFamily="2" charset="0"/>
              </a:rPr>
              <a:t>, consistent with its training and validation results, </a:t>
            </a:r>
            <a:r>
              <a:rPr lang="en-US" sz="1000" b="1" dirty="0">
                <a:latin typeface="Nunito" pitchFamily="2" charset="0"/>
              </a:rPr>
              <a:t>confirming excellent generalization and stability on unseen data</a:t>
            </a:r>
            <a:r>
              <a:rPr lang="en-US" sz="1000" dirty="0">
                <a:latin typeface="Nunito" pitchFamily="2" charset="0"/>
              </a:rPr>
              <a:t>.</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Strong Sensitivity on Minority Class (1.0</a:t>
            </a:r>
            <a:r>
              <a:rPr lang="en-US" sz="1000" dirty="0">
                <a:latin typeface="Nunito" pitchFamily="2" charset="0"/>
              </a:rPr>
              <a:t>):</a:t>
            </a:r>
            <a:r>
              <a:rPr lang="en-US" sz="1000" b="1" dirty="0">
                <a:latin typeface="Nunito" pitchFamily="2" charset="0"/>
              </a:rPr>
              <a:t>A Recall of 0.87 </a:t>
            </a:r>
            <a:r>
              <a:rPr lang="en-US" sz="1000" dirty="0">
                <a:latin typeface="Nunito" pitchFamily="2" charset="0"/>
              </a:rPr>
              <a:t>for the positive class indicates the model’s strong </a:t>
            </a:r>
            <a:r>
              <a:rPr lang="en-US" sz="1000" b="1" dirty="0">
                <a:latin typeface="Nunito" pitchFamily="2" charset="0"/>
              </a:rPr>
              <a:t>ability to correctly identify true positives</a:t>
            </a:r>
            <a:r>
              <a:rPr lang="en-US" sz="1000" dirty="0">
                <a:latin typeface="Nunito" pitchFamily="2" charset="0"/>
              </a:rPr>
              <a:t>, reinforcing its effectiveness for use cases where minimizing false negatives is critical.</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Well-Balanced Precision–Recall Trade-off</a:t>
            </a:r>
            <a:r>
              <a:rPr lang="en-US" sz="1000" dirty="0">
                <a:latin typeface="Nunito" pitchFamily="2" charset="0"/>
              </a:rPr>
              <a:t>: The </a:t>
            </a:r>
            <a:r>
              <a:rPr lang="en-US" sz="1000" b="1" dirty="0">
                <a:latin typeface="Nunito" pitchFamily="2" charset="0"/>
              </a:rPr>
              <a:t>Precision (0.85) and Recall (0.87) for the minority class are well-aligned</a:t>
            </a:r>
            <a:r>
              <a:rPr lang="en-US" sz="1000" dirty="0">
                <a:latin typeface="Nunito" pitchFamily="2" charset="0"/>
              </a:rPr>
              <a:t>, resulting in a balanced </a:t>
            </a:r>
            <a:r>
              <a:rPr lang="en-US" sz="1000" b="1" dirty="0">
                <a:latin typeface="Nunito" pitchFamily="2" charset="0"/>
              </a:rPr>
              <a:t>F1-score of 0.86, w</a:t>
            </a:r>
            <a:r>
              <a:rPr lang="en-US" sz="1000" dirty="0">
                <a:latin typeface="Nunito" pitchFamily="2" charset="0"/>
              </a:rPr>
              <a:t>hich shows the </a:t>
            </a:r>
            <a:r>
              <a:rPr lang="en-US" sz="1000" b="1" dirty="0">
                <a:latin typeface="Nunito" pitchFamily="2" charset="0"/>
              </a:rPr>
              <a:t>model’s reliability in managing both false positives and false negatives effectively.</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Consistent Class-Wise Performance</a:t>
            </a:r>
            <a:r>
              <a:rPr lang="en-US" sz="1000" dirty="0">
                <a:latin typeface="Nunito" pitchFamily="2" charset="0"/>
              </a:rPr>
              <a:t>: Both majority (</a:t>
            </a:r>
            <a:r>
              <a:rPr lang="en-US" sz="1000" b="1" dirty="0">
                <a:latin typeface="Nunito" pitchFamily="2" charset="0"/>
              </a:rPr>
              <a:t>0.0) and minority (1.0) classes exhibit strong F1-scores (0.99 and 0.86, respectively), </a:t>
            </a:r>
            <a:r>
              <a:rPr lang="en-US" sz="1000" dirty="0">
                <a:latin typeface="Nunito" pitchFamily="2" charset="0"/>
              </a:rPr>
              <a:t>confirming that Model 8 performs consistently across classes despite data imbalance.</a:t>
            </a:r>
          </a:p>
          <a:p>
            <a:pPr marL="171450" indent="-171450">
              <a:buFont typeface="Wingdings" panose="05000000000000000000" pitchFamily="2" charset="2"/>
              <a:buChar char="ü"/>
            </a:pPr>
            <a:endParaRPr lang="en-US" sz="1000" dirty="0">
              <a:latin typeface="Nunito" pitchFamily="2" charset="0"/>
            </a:endParaRPr>
          </a:p>
          <a:p>
            <a:pPr marL="171450" indent="-171450">
              <a:buFont typeface="Wingdings" panose="05000000000000000000" pitchFamily="2" charset="2"/>
              <a:buChar char="ü"/>
            </a:pPr>
            <a:r>
              <a:rPr lang="en-US" sz="1000" b="1" dirty="0">
                <a:latin typeface="Nunito" pitchFamily="2" charset="0"/>
              </a:rPr>
              <a:t>Robust Generalization Confirmed Across All Stages:</a:t>
            </a:r>
          </a:p>
          <a:p>
            <a:pPr marL="171450" indent="-171450">
              <a:buFont typeface="Wingdings" panose="05000000000000000000" pitchFamily="2" charset="2"/>
              <a:buChar char="ü"/>
            </a:pPr>
            <a:r>
              <a:rPr lang="en-US" sz="1000" b="1" dirty="0">
                <a:latin typeface="Nunito" pitchFamily="2" charset="0"/>
              </a:rPr>
              <a:t>The macro-average F1-score of 0.93 </a:t>
            </a:r>
            <a:r>
              <a:rPr lang="en-US" sz="1000" dirty="0">
                <a:latin typeface="Nunito" pitchFamily="2" charset="0"/>
              </a:rPr>
              <a:t>and </a:t>
            </a:r>
            <a:r>
              <a:rPr lang="en-US" sz="1000" b="1" dirty="0">
                <a:latin typeface="Nunito" pitchFamily="2" charset="0"/>
              </a:rPr>
              <a:t>weighted-average F1-score of 0.98 </a:t>
            </a:r>
            <a:r>
              <a:rPr lang="en-US" sz="1000" dirty="0">
                <a:latin typeface="Nunito" pitchFamily="2" charset="0"/>
              </a:rPr>
              <a:t>closely match prior validation results, </a:t>
            </a:r>
            <a:r>
              <a:rPr lang="en-US" sz="1000" b="1" dirty="0">
                <a:latin typeface="Nunito" pitchFamily="2" charset="0"/>
              </a:rPr>
              <a:t>highlighting that Model 8 maintains its predictive integrity and balanced classification capability from training to deployment.</a:t>
            </a:r>
          </a:p>
          <a:p>
            <a:pPr lvl="2"/>
            <a:r>
              <a:rPr lang="en-US" sz="1100" b="1" u="sng" dirty="0">
                <a:latin typeface="Nunito" pitchFamily="2" charset="0"/>
              </a:rPr>
              <a:t>Conclusion :</a:t>
            </a:r>
            <a:r>
              <a:rPr lang="en-US" sz="1100" b="1" dirty="0">
                <a:latin typeface="Nunito" pitchFamily="2" charset="0"/>
              </a:rPr>
              <a:t> </a:t>
            </a:r>
          </a:p>
          <a:p>
            <a:pPr marL="171450" lvl="2" indent="-171450">
              <a:buFont typeface="Wingdings" panose="05000000000000000000" pitchFamily="2" charset="2"/>
              <a:buChar char="v"/>
            </a:pPr>
            <a:r>
              <a:rPr lang="en-US" sz="1000" b="1" dirty="0">
                <a:latin typeface="Nunito" pitchFamily="2" charset="0"/>
              </a:rPr>
              <a:t>Model 8 is production ready for ReneWind Production : </a:t>
            </a:r>
            <a:r>
              <a:rPr lang="en-US" sz="1000" dirty="0"/>
              <a:t>t achieves a highly </a:t>
            </a:r>
            <a:r>
              <a:rPr lang="en-US" sz="1000" b="1" dirty="0"/>
              <a:t>desirable </a:t>
            </a:r>
            <a:r>
              <a:rPr lang="en-US" sz="1000" b="1" dirty="0" err="1"/>
              <a:t>Reacll</a:t>
            </a:r>
            <a:r>
              <a:rPr lang="en-US" sz="1000" b="1" dirty="0"/>
              <a:t> for the </a:t>
            </a:r>
            <a:r>
              <a:rPr lang="en-US" sz="1000" b="1" dirty="0" err="1"/>
              <a:t>Miniority</a:t>
            </a:r>
            <a:r>
              <a:rPr lang="en-US" sz="1000" b="1" dirty="0"/>
              <a:t> Class 0.87 </a:t>
            </a:r>
            <a:r>
              <a:rPr lang="en-US" sz="1000" dirty="0"/>
              <a:t>while maintaining extremely high overall performance metrics</a:t>
            </a:r>
            <a:endParaRPr lang="en-US" sz="1000" dirty="0">
              <a:latin typeface="Nunito" pitchFamily="2" charset="0"/>
            </a:endParaRPr>
          </a:p>
        </p:txBody>
      </p:sp>
      <p:pic>
        <p:nvPicPr>
          <p:cNvPr id="4" name="Picture 3">
            <a:extLst>
              <a:ext uri="{FF2B5EF4-FFF2-40B4-BE49-F238E27FC236}">
                <a16:creationId xmlns:a16="http://schemas.microsoft.com/office/drawing/2014/main" id="{532CCDBC-1BE5-5A4F-EA1F-B7229E02A6A5}"/>
              </a:ext>
            </a:extLst>
          </p:cNvPr>
          <p:cNvPicPr>
            <a:picLocks noChangeAspect="1"/>
          </p:cNvPicPr>
          <p:nvPr/>
        </p:nvPicPr>
        <p:blipFill>
          <a:blip r:embed="rId3"/>
          <a:stretch>
            <a:fillRect/>
          </a:stretch>
        </p:blipFill>
        <p:spPr>
          <a:xfrm>
            <a:off x="403848" y="445908"/>
            <a:ext cx="4343943" cy="1432011"/>
          </a:xfrm>
          <a:prstGeom prst="rect">
            <a:avLst/>
          </a:prstGeom>
        </p:spPr>
      </p:pic>
    </p:spTree>
    <p:extLst>
      <p:ext uri="{BB962C8B-B14F-4D97-AF65-F5344CB8AC3E}">
        <p14:creationId xmlns:p14="http://schemas.microsoft.com/office/powerpoint/2010/main" val="30064951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0e9006cb6c_1_20"/>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10e9006cb6c_1_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Slide Header</a:t>
            </a:r>
            <a:endParaRPr>
              <a:solidFill>
                <a:srgbClr val="1974D2"/>
              </a:solidFill>
            </a:endParaRPr>
          </a:p>
        </p:txBody>
      </p:sp>
      <p:sp>
        <p:nvSpPr>
          <p:cNvPr id="169" name="Google Shape;169;g10e9006cb6c_1_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Please add any other pointers (if needed)</a:t>
            </a:r>
            <a:endParaRPr sz="1400">
              <a:solidFill>
                <a:srgbClr val="0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77" name="Google Shape;177;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46</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4771</TotalTime>
  <Words>6823</Words>
  <Application>Microsoft Office PowerPoint</Application>
  <PresentationFormat>On-screen Show (16:9)</PresentationFormat>
  <Paragraphs>676</Paragraphs>
  <Slides>46</Slides>
  <Notes>46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46</vt:i4>
      </vt:variant>
    </vt:vector>
  </HeadingPairs>
  <TitlesOfParts>
    <vt:vector size="54" baseType="lpstr">
      <vt:lpstr>Arial</vt:lpstr>
      <vt:lpstr>Nunito</vt:lpstr>
      <vt:lpstr>Nunito SemiBold</vt:lpstr>
      <vt:lpstr>Wingdings</vt:lpstr>
      <vt:lpstr>Calibri</vt:lpstr>
      <vt:lpstr>Nunito ExtraBold</vt:lpstr>
      <vt:lpstr>Just Logo</vt:lpstr>
      <vt:lpstr>Just Logo</vt:lpstr>
      <vt:lpstr>ReneWind</vt:lpstr>
      <vt:lpstr>Contents / Agenda</vt:lpstr>
      <vt:lpstr>Executive Summary </vt:lpstr>
      <vt:lpstr>Executive Summary-Actionable Insights </vt:lpstr>
      <vt:lpstr>Executive Summary-Recommendations </vt:lpstr>
      <vt:lpstr>Problem Statement : Proactive Generator Failure of Wind Turbines Mitigation</vt:lpstr>
      <vt:lpstr>Solution Approach - Deep Learning Classification</vt:lpstr>
      <vt:lpstr>Solution Approach - Deep Learning Classification</vt:lpstr>
      <vt:lpstr>Solution Approach - Deep Learning Classification</vt:lpstr>
      <vt:lpstr>Selection of Best Primary Metric</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 Univariate analysis</vt:lpstr>
      <vt:lpstr>EDA Results(Bivariate Analaysis) -Correlation Matrix heatmap</vt:lpstr>
      <vt:lpstr>Data Preprocessing </vt:lpstr>
      <vt:lpstr>Outlier Analysis </vt:lpstr>
      <vt:lpstr>Feature Engineering and Data prepartion for modeling </vt:lpstr>
      <vt:lpstr>Model Evaluation Criterion-Performance Metric Comprasion </vt:lpstr>
      <vt:lpstr>Step by Step Model Evaluation</vt:lpstr>
      <vt:lpstr>Step by Step Model Evaluation</vt:lpstr>
      <vt:lpstr>Final Model Recommndation –Model_8</vt:lpstr>
      <vt:lpstr>Best Model_8 Classifaction Reports</vt:lpstr>
      <vt:lpstr>Best Model_8 Loss</vt:lpstr>
      <vt:lpstr>Best Model_8 Architecture</vt:lpstr>
      <vt:lpstr>Best Model_8 - Test Performance</vt:lpstr>
      <vt:lpstr>Best Model_8 – Classifaction Report for Test Performance</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Yashpal Singh (ALLYIS INC)</cp:lastModifiedBy>
  <cp:revision>1</cp:revision>
  <dcterms:modified xsi:type="dcterms:W3CDTF">2025-11-10T07:43:07Z</dcterms:modified>
</cp:coreProperties>
</file>