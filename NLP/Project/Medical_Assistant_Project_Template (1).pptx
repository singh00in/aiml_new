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93" r:id="rId1"/>
    <p:sldMasterId id="2147483694" r:id="rId2"/>
  </p:sldMasterIdLst>
  <p:notesMasterIdLst>
    <p:notesMasterId r:id="rId55"/>
  </p:notesMasterIdLst>
  <p:sldIdLst>
    <p:sldId id="256" r:id="rId3"/>
    <p:sldId id="257" r:id="rId4"/>
    <p:sldId id="258" r:id="rId5"/>
    <p:sldId id="313" r:id="rId6"/>
    <p:sldId id="259" r:id="rId7"/>
    <p:sldId id="270" r:id="rId8"/>
    <p:sldId id="269" r:id="rId9"/>
    <p:sldId id="260" r:id="rId10"/>
    <p:sldId id="271" r:id="rId11"/>
    <p:sldId id="309" r:id="rId12"/>
    <p:sldId id="311" r:id="rId13"/>
    <p:sldId id="272" r:id="rId14"/>
    <p:sldId id="310" r:id="rId15"/>
    <p:sldId id="273" r:id="rId16"/>
    <p:sldId id="274" r:id="rId17"/>
    <p:sldId id="275" r:id="rId18"/>
    <p:sldId id="276" r:id="rId19"/>
    <p:sldId id="277" r:id="rId20"/>
    <p:sldId id="278" r:id="rId21"/>
    <p:sldId id="293" r:id="rId22"/>
    <p:sldId id="288" r:id="rId23"/>
    <p:sldId id="289" r:id="rId24"/>
    <p:sldId id="290" r:id="rId25"/>
    <p:sldId id="291" r:id="rId26"/>
    <p:sldId id="292" r:id="rId27"/>
    <p:sldId id="294" r:id="rId28"/>
    <p:sldId id="296" r:id="rId29"/>
    <p:sldId id="297" r:id="rId30"/>
    <p:sldId id="298" r:id="rId31"/>
    <p:sldId id="299" r:id="rId32"/>
    <p:sldId id="280" r:id="rId33"/>
    <p:sldId id="279" r:id="rId34"/>
    <p:sldId id="307" r:id="rId35"/>
    <p:sldId id="306" r:id="rId36"/>
    <p:sldId id="308" r:id="rId37"/>
    <p:sldId id="282" r:id="rId38"/>
    <p:sldId id="283" r:id="rId39"/>
    <p:sldId id="284" r:id="rId40"/>
    <p:sldId id="285" r:id="rId41"/>
    <p:sldId id="286" r:id="rId42"/>
    <p:sldId id="287" r:id="rId43"/>
    <p:sldId id="300" r:id="rId44"/>
    <p:sldId id="301" r:id="rId45"/>
    <p:sldId id="302" r:id="rId46"/>
    <p:sldId id="303" r:id="rId47"/>
    <p:sldId id="304" r:id="rId48"/>
    <p:sldId id="305" r:id="rId49"/>
    <p:sldId id="265" r:id="rId50"/>
    <p:sldId id="266" r:id="rId51"/>
    <p:sldId id="267" r:id="rId52"/>
    <p:sldId id="281" r:id="rId53"/>
    <p:sldId id="268" r:id="rId54"/>
  </p:sldIdLst>
  <p:sldSz cx="9144000" cy="5143500" type="screen16x9"/>
  <p:notesSz cx="6858000" cy="9144000"/>
  <p:embeddedFontLst>
    <p:embeddedFont>
      <p:font typeface="Century Gothic" panose="020B0502020202020204" pitchFamily="34" charset="0"/>
      <p:regular r:id="rId56"/>
      <p:bold r:id="rId57"/>
      <p:italic r:id="rId58"/>
      <p:boldItalic r:id="rId59"/>
    </p:embeddedFont>
    <p:embeddedFont>
      <p:font typeface="Montserrat" panose="00000500000000000000" pitchFamily="2" charset="0"/>
      <p:regular r:id="rId60"/>
      <p:bold r:id="rId61"/>
      <p:italic r:id="rId62"/>
      <p:boldItalic r:id="rId63"/>
    </p:embeddedFont>
    <p:embeddedFont>
      <p:font typeface="Nunito" pitchFamily="2" charset="0"/>
      <p:regular r:id="rId64"/>
      <p:bold r:id="rId65"/>
      <p:boldItalic r:id="rId66"/>
    </p:embeddedFont>
    <p:embeddedFont>
      <p:font typeface="Nunito ExtraBold" pitchFamily="2" charset="0"/>
      <p:bold r:id="rId67"/>
    </p:embeddedFont>
    <p:embeddedFont>
      <p:font typeface="Nunito SemiBold" pitchFamily="2" charset="0"/>
      <p:bold r:id="rId6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120EE1B-0EAA-4C93-9708-70E046EAE786}" v="516" dt="2025-12-22T04:56:55.012"/>
  </p1510:revLst>
</p1510:revInfo>
</file>

<file path=ppt/tableStyles.xml><?xml version="1.0" encoding="utf-8"?>
<a:tblStyleLst xmlns:a="http://schemas.openxmlformats.org/drawingml/2006/main" def="{11B3D4AF-D05D-46CC-AD48-3D6A0D768892}">
  <a:tblStyle styleId="{11B3D4AF-D05D-46CC-AD48-3D6A0D768892}" styleName="Table_0">
    <a:wholeTbl>
      <a:tcTxStyle b="off" i="off">
        <a:font>
          <a:latin typeface="Arial"/>
          <a:ea typeface="Arial"/>
          <a:cs typeface="Arial"/>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12700" cap="flat" cmpd="sng">
              <a:solidFill>
                <a:srgbClr val="5B9BD5"/>
              </a:solidFill>
              <a:prstDash val="solid"/>
              <a:round/>
              <a:headEnd type="none" w="sm" len="sm"/>
              <a:tailEnd type="none" w="sm" len="sm"/>
            </a:ln>
          </a:top>
          <a:bottom>
            <a:ln w="12700" cap="flat" cmpd="sng">
              <a:solidFill>
                <a:srgbClr val="5B9BD5"/>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fill>
          <a:solidFill>
            <a:srgbClr val="5B9BD5">
              <a:alpha val="20000"/>
            </a:srgbClr>
          </a:solidFill>
        </a:fill>
      </a:tcStyle>
    </a:band1H>
    <a:band2H>
      <a:tcTxStyle b="off" i="off"/>
      <a:tcStyle>
        <a:tcBdr/>
      </a:tcStyle>
    </a:band2H>
    <a:band1V>
      <a:tcTxStyle b="off" i="off"/>
      <a:tcStyle>
        <a:tcBdr/>
        <a:fill>
          <a:solidFill>
            <a:srgbClr val="5B9BD5">
              <a:alpha val="20000"/>
            </a:srgbClr>
          </a:solidFill>
        </a:fill>
      </a:tcStyle>
    </a:band1V>
    <a:band2V>
      <a:tcTxStyle b="off" i="off"/>
      <a:tcStyle>
        <a:tcBdr/>
      </a:tcStyle>
    </a:band2V>
    <a:lastCol>
      <a:tcTxStyle b="on" i="off"/>
      <a:tcStyle>
        <a:tcBdr/>
      </a:tcStyle>
    </a:lastCol>
    <a:firstCol>
      <a:tcTxStyle b="on" i="off"/>
      <a:tcStyle>
        <a:tcBdr/>
      </a:tcStyle>
    </a:firstCol>
    <a:lastRow>
      <a:tcTxStyle b="on" i="off"/>
      <a:tcStyle>
        <a:tcBdr>
          <a:top>
            <a:ln w="12700" cap="flat" cmpd="sng">
              <a:solidFill>
                <a:srgbClr val="5B9BD5"/>
              </a:solidFill>
              <a:prstDash val="solid"/>
              <a:round/>
              <a:headEnd type="none" w="sm" len="sm"/>
              <a:tailEnd type="none" w="sm" len="sm"/>
            </a:ln>
          </a:top>
        </a:tcBdr>
        <a:fill>
          <a:solidFill>
            <a:srgbClr val="FFFFFF">
              <a:alpha val="0"/>
            </a:srgbClr>
          </a:solidFill>
        </a:fill>
      </a:tcStyle>
    </a:lastRow>
    <a:seCell>
      <a:tcTxStyle b="off" i="off"/>
      <a:tcStyle>
        <a:tcBdr/>
      </a:tcStyle>
    </a:seCell>
    <a:swCell>
      <a:tcTxStyle b="off" i="off"/>
      <a:tcStyle>
        <a:tcBdr/>
      </a:tcStyle>
    </a:swCell>
    <a:firstRow>
      <a:tcTxStyle b="on" i="off"/>
      <a:tcStyle>
        <a:tcBdr>
          <a:bottom>
            <a:ln w="12700" cap="flat" cmpd="sng">
              <a:solidFill>
                <a:srgbClr val="5B9BD5"/>
              </a:solidFill>
              <a:prstDash val="solid"/>
              <a:round/>
              <a:headEnd type="none" w="sm" len="sm"/>
              <a:tailEnd type="none" w="sm" len="sm"/>
            </a:ln>
          </a:bottom>
        </a:tcBdr>
        <a:fill>
          <a:solidFill>
            <a:srgbClr val="FFFFFF">
              <a:alpha val="0"/>
            </a:srgbClr>
          </a:solidFill>
        </a:fill>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7" d="100"/>
          <a:sy n="67" d="100"/>
        </p:scale>
        <p:origin x="1260" y="272"/>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font" Target="fonts/font8.fntdata"/><Relationship Id="rId68" Type="http://schemas.openxmlformats.org/officeDocument/2006/relationships/font" Target="fonts/font13.fntdata"/><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font" Target="fonts/font3.fntdata"/><Relationship Id="rId66" Type="http://schemas.openxmlformats.org/officeDocument/2006/relationships/font" Target="fonts/font11.fntdata"/><Relationship Id="rId74" Type="http://schemas.microsoft.com/office/2015/10/relationships/revisionInfo" Target="revisionInfo.xml"/><Relationship Id="rId5" Type="http://schemas.openxmlformats.org/officeDocument/2006/relationships/slide" Target="slides/slide3.xml"/><Relationship Id="rId61" Type="http://schemas.openxmlformats.org/officeDocument/2006/relationships/font" Target="fonts/font6.fntdata"/><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font" Target="fonts/font1.fntdata"/><Relationship Id="rId64" Type="http://schemas.openxmlformats.org/officeDocument/2006/relationships/font" Target="fonts/font9.fntdata"/><Relationship Id="rId69"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tableStyles" Target="tableStyle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font" Target="fonts/font4.fntdata"/><Relationship Id="rId67" Type="http://schemas.openxmlformats.org/officeDocument/2006/relationships/font" Target="fonts/font12.fntdata"/><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font" Target="fonts/font7.fntdata"/><Relationship Id="rId7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font" Target="fonts/font2.fntdata"/><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font" Target="fonts/font5.fntdata"/><Relationship Id="rId65" Type="http://schemas.openxmlformats.org/officeDocument/2006/relationships/font" Target="fonts/font10.fntdata"/><Relationship Id="rId73" Type="http://schemas.microsoft.com/office/2016/11/relationships/changesInfo" Target="changesInfos/changesInfo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notesMaster" Target="notesMasters/notesMaster1.xml"/><Relationship Id="rId7" Type="http://schemas.openxmlformats.org/officeDocument/2006/relationships/slide" Target="slides/slide5.xml"/><Relationship Id="rId71"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ashpal Singh" userId="1f20a8d43ef8778a" providerId="LiveId" clId="{C993D5B8-D0DD-4E0C-B75D-0B8A442856E0}"/>
    <pc:docChg chg="undo custSel addSld delSld modSld sldOrd">
      <pc:chgData name="Yashpal Singh" userId="1f20a8d43ef8778a" providerId="LiveId" clId="{C993D5B8-D0DD-4E0C-B75D-0B8A442856E0}" dt="2025-12-22T04:57:29.542" v="11053" actId="20577"/>
      <pc:docMkLst>
        <pc:docMk/>
      </pc:docMkLst>
      <pc:sldChg chg="addSp modSp mod modNotes">
        <pc:chgData name="Yashpal Singh" userId="1f20a8d43ef8778a" providerId="LiveId" clId="{C993D5B8-D0DD-4E0C-B75D-0B8A442856E0}" dt="2025-12-22T04:52:55.606" v="11041" actId="20577"/>
        <pc:sldMkLst>
          <pc:docMk/>
          <pc:sldMk cId="0" sldId="256"/>
        </pc:sldMkLst>
        <pc:spChg chg="add mod">
          <ac:chgData name="Yashpal Singh" userId="1f20a8d43ef8778a" providerId="LiveId" clId="{C993D5B8-D0DD-4E0C-B75D-0B8A442856E0}" dt="2025-12-11T20:42:46.231" v="182" actId="20577"/>
          <ac:spMkLst>
            <pc:docMk/>
            <pc:sldMk cId="0" sldId="256"/>
            <ac:spMk id="2" creationId="{481117DE-2E8E-CFD1-E8BC-F9BFA15E80F5}"/>
          </ac:spMkLst>
        </pc:spChg>
        <pc:spChg chg="mod">
          <ac:chgData name="Yashpal Singh" userId="1f20a8d43ef8778a" providerId="LiveId" clId="{C993D5B8-D0DD-4E0C-B75D-0B8A442856E0}" dt="2025-12-22T04:52:55.606" v="11041" actId="20577"/>
          <ac:spMkLst>
            <pc:docMk/>
            <pc:sldMk cId="0" sldId="256"/>
            <ac:spMk id="211" creationId="{00000000-0000-0000-0000-000000000000}"/>
          </ac:spMkLst>
        </pc:spChg>
        <pc:spChg chg="mod">
          <ac:chgData name="Yashpal Singh" userId="1f20a8d43ef8778a" providerId="LiveId" clId="{C993D5B8-D0DD-4E0C-B75D-0B8A442856E0}" dt="2025-12-11T20:40:17.967" v="12"/>
          <ac:spMkLst>
            <pc:docMk/>
            <pc:sldMk cId="0" sldId="256"/>
            <ac:spMk id="212" creationId="{00000000-0000-0000-0000-000000000000}"/>
          </ac:spMkLst>
        </pc:spChg>
        <pc:spChg chg="mod">
          <ac:chgData name="Yashpal Singh" userId="1f20a8d43ef8778a" providerId="LiveId" clId="{C993D5B8-D0DD-4E0C-B75D-0B8A442856E0}" dt="2025-12-11T20:42:08.749" v="58" actId="14100"/>
          <ac:spMkLst>
            <pc:docMk/>
            <pc:sldMk cId="0" sldId="256"/>
            <ac:spMk id="213" creationId="{00000000-0000-0000-0000-000000000000}"/>
          </ac:spMkLst>
        </pc:spChg>
      </pc:sldChg>
      <pc:sldChg chg="addSp delSp modSp mod">
        <pc:chgData name="Yashpal Singh" userId="1f20a8d43ef8778a" providerId="LiveId" clId="{C993D5B8-D0DD-4E0C-B75D-0B8A442856E0}" dt="2025-12-22T04:36:38.764" v="11028" actId="20577"/>
        <pc:sldMkLst>
          <pc:docMk/>
          <pc:sldMk cId="0" sldId="258"/>
        </pc:sldMkLst>
        <pc:spChg chg="add mod">
          <ac:chgData name="Yashpal Singh" userId="1f20a8d43ef8778a" providerId="LiveId" clId="{C993D5B8-D0DD-4E0C-B75D-0B8A442856E0}" dt="2025-12-22T04:36:18.224" v="11026" actId="403"/>
          <ac:spMkLst>
            <pc:docMk/>
            <pc:sldMk cId="0" sldId="258"/>
            <ac:spMk id="2" creationId="{E59BC656-C6A5-3EE5-2C18-155C6DA36D4F}"/>
          </ac:spMkLst>
        </pc:spChg>
        <pc:spChg chg="add">
          <ac:chgData name="Yashpal Singh" userId="1f20a8d43ef8778a" providerId="LiveId" clId="{C993D5B8-D0DD-4E0C-B75D-0B8A442856E0}" dt="2025-12-22T04:01:22.441" v="10614"/>
          <ac:spMkLst>
            <pc:docMk/>
            <pc:sldMk cId="0" sldId="258"/>
            <ac:spMk id="3" creationId="{A56EED71-8A58-A159-92B6-5D2C268ADA69}"/>
          </ac:spMkLst>
        </pc:spChg>
        <pc:spChg chg="add mod">
          <ac:chgData name="Yashpal Singh" userId="1f20a8d43ef8778a" providerId="LiveId" clId="{C993D5B8-D0DD-4E0C-B75D-0B8A442856E0}" dt="2025-12-22T04:23:27.704" v="10786" actId="14100"/>
          <ac:spMkLst>
            <pc:docMk/>
            <pc:sldMk cId="0" sldId="258"/>
            <ac:spMk id="4" creationId="{47669487-FF6F-A629-385E-ECC3BD662B74}"/>
          </ac:spMkLst>
        </pc:spChg>
        <pc:spChg chg="add mod">
          <ac:chgData name="Yashpal Singh" userId="1f20a8d43ef8778a" providerId="LiveId" clId="{C993D5B8-D0DD-4E0C-B75D-0B8A442856E0}" dt="2025-12-22T04:36:38.764" v="11028" actId="20577"/>
          <ac:spMkLst>
            <pc:docMk/>
            <pc:sldMk cId="0" sldId="258"/>
            <ac:spMk id="5" creationId="{E6E50F0E-9C76-D704-033B-02F78AACEB2C}"/>
          </ac:spMkLst>
        </pc:spChg>
        <pc:spChg chg="mod">
          <ac:chgData name="Yashpal Singh" userId="1f20a8d43ef8778a" providerId="LiveId" clId="{C993D5B8-D0DD-4E0C-B75D-0B8A442856E0}" dt="2025-12-22T04:22:07.670" v="10779" actId="14100"/>
          <ac:spMkLst>
            <pc:docMk/>
            <pc:sldMk cId="0" sldId="258"/>
            <ac:spMk id="233" creationId="{00000000-0000-0000-0000-000000000000}"/>
          </ac:spMkLst>
        </pc:spChg>
        <pc:spChg chg="del">
          <ac:chgData name="Yashpal Singh" userId="1f20a8d43ef8778a" providerId="LiveId" clId="{C993D5B8-D0DD-4E0C-B75D-0B8A442856E0}" dt="2025-12-22T03:58:19.333" v="10598" actId="478"/>
          <ac:spMkLst>
            <pc:docMk/>
            <pc:sldMk cId="0" sldId="258"/>
            <ac:spMk id="234" creationId="{00000000-0000-0000-0000-000000000000}"/>
          </ac:spMkLst>
        </pc:spChg>
        <pc:spChg chg="del">
          <ac:chgData name="Yashpal Singh" userId="1f20a8d43ef8778a" providerId="LiveId" clId="{C993D5B8-D0DD-4E0C-B75D-0B8A442856E0}" dt="2025-12-22T03:58:22.902" v="10599" actId="478"/>
          <ac:spMkLst>
            <pc:docMk/>
            <pc:sldMk cId="0" sldId="258"/>
            <ac:spMk id="235" creationId="{00000000-0000-0000-0000-000000000000}"/>
          </ac:spMkLst>
        </pc:spChg>
      </pc:sldChg>
      <pc:sldChg chg="addSp delSp modSp mod">
        <pc:chgData name="Yashpal Singh" userId="1f20a8d43ef8778a" providerId="LiveId" clId="{C993D5B8-D0DD-4E0C-B75D-0B8A442856E0}" dt="2025-12-22T04:55:01.258" v="11045"/>
        <pc:sldMkLst>
          <pc:docMk/>
          <pc:sldMk cId="0" sldId="259"/>
        </pc:sldMkLst>
        <pc:spChg chg="mod">
          <ac:chgData name="Yashpal Singh" userId="1f20a8d43ef8778a" providerId="LiveId" clId="{C993D5B8-D0DD-4E0C-B75D-0B8A442856E0}" dt="2025-12-22T04:55:01.258" v="11045"/>
          <ac:spMkLst>
            <pc:docMk/>
            <pc:sldMk cId="0" sldId="259"/>
            <ac:spMk id="240" creationId="{00000000-0000-0000-0000-000000000000}"/>
          </ac:spMkLst>
        </pc:spChg>
        <pc:spChg chg="mod">
          <ac:chgData name="Yashpal Singh" userId="1f20a8d43ef8778a" providerId="LiveId" clId="{C993D5B8-D0DD-4E0C-B75D-0B8A442856E0}" dt="2025-12-11T21:20:37.304" v="797" actId="20577"/>
          <ac:spMkLst>
            <pc:docMk/>
            <pc:sldMk cId="0" sldId="259"/>
            <ac:spMk id="242" creationId="{00000000-0000-0000-0000-000000000000}"/>
          </ac:spMkLst>
        </pc:spChg>
        <pc:graphicFrameChg chg="add mod modGraphic">
          <ac:chgData name="Yashpal Singh" userId="1f20a8d43ef8778a" providerId="LiveId" clId="{C993D5B8-D0DD-4E0C-B75D-0B8A442856E0}" dt="2025-12-11T21:09:48.684" v="448" actId="113"/>
          <ac:graphicFrameMkLst>
            <pc:docMk/>
            <pc:sldMk cId="0" sldId="259"/>
            <ac:graphicFrameMk id="4" creationId="{2230FF83-85E4-66D7-C169-DCBC81765F93}"/>
          </ac:graphicFrameMkLst>
        </pc:graphicFrameChg>
      </pc:sldChg>
      <pc:sldChg chg="addSp delSp modSp mod">
        <pc:chgData name="Yashpal Singh" userId="1f20a8d43ef8778a" providerId="LiveId" clId="{C993D5B8-D0DD-4E0C-B75D-0B8A442856E0}" dt="2025-12-22T04:43:09.247" v="11040" actId="115"/>
        <pc:sldMkLst>
          <pc:docMk/>
          <pc:sldMk cId="0" sldId="260"/>
        </pc:sldMkLst>
        <pc:spChg chg="add mod">
          <ac:chgData name="Yashpal Singh" userId="1f20a8d43ef8778a" providerId="LiveId" clId="{C993D5B8-D0DD-4E0C-B75D-0B8A442856E0}" dt="2025-12-21T22:02:41.280" v="6777" actId="114"/>
          <ac:spMkLst>
            <pc:docMk/>
            <pc:sldMk cId="0" sldId="260"/>
            <ac:spMk id="2" creationId="{475C8F1F-3EFC-FD8B-1DF6-53D81773FE99}"/>
          </ac:spMkLst>
        </pc:spChg>
        <pc:spChg chg="mod">
          <ac:chgData name="Yashpal Singh" userId="1f20a8d43ef8778a" providerId="LiveId" clId="{C993D5B8-D0DD-4E0C-B75D-0B8A442856E0}" dt="2025-12-21T22:01:21.049" v="6768" actId="1076"/>
          <ac:spMkLst>
            <pc:docMk/>
            <pc:sldMk cId="0" sldId="260"/>
            <ac:spMk id="250" creationId="{00000000-0000-0000-0000-000000000000}"/>
          </ac:spMkLst>
        </pc:spChg>
        <pc:spChg chg="del mod">
          <ac:chgData name="Yashpal Singh" userId="1f20a8d43ef8778a" providerId="LiveId" clId="{C993D5B8-D0DD-4E0C-B75D-0B8A442856E0}" dt="2025-12-21T22:00:59.446" v="6765" actId="478"/>
          <ac:spMkLst>
            <pc:docMk/>
            <pc:sldMk cId="0" sldId="260"/>
            <ac:spMk id="251" creationId="{00000000-0000-0000-0000-000000000000}"/>
          </ac:spMkLst>
        </pc:spChg>
        <pc:spChg chg="mod">
          <ac:chgData name="Yashpal Singh" userId="1f20a8d43ef8778a" providerId="LiveId" clId="{C993D5B8-D0DD-4E0C-B75D-0B8A442856E0}" dt="2025-12-22T04:43:09.247" v="11040" actId="115"/>
          <ac:spMkLst>
            <pc:docMk/>
            <pc:sldMk cId="0" sldId="260"/>
            <ac:spMk id="252" creationId="{00000000-0000-0000-0000-000000000000}"/>
          </ac:spMkLst>
        </pc:spChg>
        <pc:spChg chg="add del mod">
          <ac:chgData name="Yashpal Singh" userId="1f20a8d43ef8778a" providerId="LiveId" clId="{C993D5B8-D0DD-4E0C-B75D-0B8A442856E0}" dt="2025-12-21T22:01:02.472" v="6766" actId="478"/>
          <ac:spMkLst>
            <pc:docMk/>
            <pc:sldMk cId="0" sldId="260"/>
            <ac:spMk id="253" creationId="{00000000-0000-0000-0000-000000000000}"/>
          </ac:spMkLst>
        </pc:spChg>
        <pc:spChg chg="mod">
          <ac:chgData name="Yashpal Singh" userId="1f20a8d43ef8778a" providerId="LiveId" clId="{C993D5B8-D0DD-4E0C-B75D-0B8A442856E0}" dt="2025-12-21T22:01:24.187" v="6769" actId="1076"/>
          <ac:spMkLst>
            <pc:docMk/>
            <pc:sldMk cId="0" sldId="260"/>
            <ac:spMk id="256" creationId="{00000000-0000-0000-0000-000000000000}"/>
          </ac:spMkLst>
        </pc:spChg>
      </pc:sldChg>
      <pc:sldChg chg="addSp modSp del mod">
        <pc:chgData name="Yashpal Singh" userId="1f20a8d43ef8778a" providerId="LiveId" clId="{C993D5B8-D0DD-4E0C-B75D-0B8A442856E0}" dt="2025-12-22T02:55:48.915" v="9306" actId="47"/>
        <pc:sldMkLst>
          <pc:docMk/>
          <pc:sldMk cId="0" sldId="261"/>
        </pc:sldMkLst>
      </pc:sldChg>
      <pc:sldChg chg="addSp modSp del modNotes">
        <pc:chgData name="Yashpal Singh" userId="1f20a8d43ef8778a" providerId="LiveId" clId="{C993D5B8-D0DD-4E0C-B75D-0B8A442856E0}" dt="2025-12-22T02:55:59.039" v="9307" actId="47"/>
        <pc:sldMkLst>
          <pc:docMk/>
          <pc:sldMk cId="0" sldId="262"/>
        </pc:sldMkLst>
      </pc:sldChg>
      <pc:sldChg chg="del">
        <pc:chgData name="Yashpal Singh" userId="1f20a8d43ef8778a" providerId="LiveId" clId="{C993D5B8-D0DD-4E0C-B75D-0B8A442856E0}" dt="2025-12-22T02:56:21.731" v="9308" actId="47"/>
        <pc:sldMkLst>
          <pc:docMk/>
          <pc:sldMk cId="0" sldId="263"/>
        </pc:sldMkLst>
      </pc:sldChg>
      <pc:sldChg chg="addSp modSp del mod">
        <pc:chgData name="Yashpal Singh" userId="1f20a8d43ef8778a" providerId="LiveId" clId="{C993D5B8-D0DD-4E0C-B75D-0B8A442856E0}" dt="2025-12-22T02:56:43.213" v="9309" actId="47"/>
        <pc:sldMkLst>
          <pc:docMk/>
          <pc:sldMk cId="0" sldId="264"/>
        </pc:sldMkLst>
        <pc:spChg chg="add mod">
          <ac:chgData name="Yashpal Singh" userId="1f20a8d43ef8778a" providerId="LiveId" clId="{C993D5B8-D0DD-4E0C-B75D-0B8A442856E0}" dt="2025-12-21T20:28:49.624" v="5611" actId="207"/>
          <ac:spMkLst>
            <pc:docMk/>
            <pc:sldMk cId="0" sldId="264"/>
            <ac:spMk id="2" creationId="{803D882A-EC5C-A13A-78FE-C7824E9EDE56}"/>
          </ac:spMkLst>
        </pc:spChg>
      </pc:sldChg>
      <pc:sldChg chg="delSp modSp mod">
        <pc:chgData name="Yashpal Singh" userId="1f20a8d43ef8778a" providerId="LiveId" clId="{C993D5B8-D0DD-4E0C-B75D-0B8A442856E0}" dt="2025-12-22T03:03:41.477" v="9481" actId="12"/>
        <pc:sldMkLst>
          <pc:docMk/>
          <pc:sldMk cId="0" sldId="266"/>
        </pc:sldMkLst>
        <pc:spChg chg="del">
          <ac:chgData name="Yashpal Singh" userId="1f20a8d43ef8778a" providerId="LiveId" clId="{C993D5B8-D0DD-4E0C-B75D-0B8A442856E0}" dt="2025-12-22T03:02:36.829" v="9460" actId="478"/>
          <ac:spMkLst>
            <pc:docMk/>
            <pc:sldMk cId="0" sldId="266"/>
            <ac:spMk id="328" creationId="{00000000-0000-0000-0000-000000000000}"/>
          </ac:spMkLst>
        </pc:spChg>
        <pc:spChg chg="mod">
          <ac:chgData name="Yashpal Singh" userId="1f20a8d43ef8778a" providerId="LiveId" clId="{C993D5B8-D0DD-4E0C-B75D-0B8A442856E0}" dt="2025-12-22T03:03:41.477" v="9481" actId="12"/>
          <ac:spMkLst>
            <pc:docMk/>
            <pc:sldMk cId="0" sldId="266"/>
            <ac:spMk id="329" creationId="{00000000-0000-0000-0000-000000000000}"/>
          </ac:spMkLst>
        </pc:spChg>
      </pc:sldChg>
      <pc:sldChg chg="delSp modSp mod">
        <pc:chgData name="Yashpal Singh" userId="1f20a8d43ef8778a" providerId="LiveId" clId="{C993D5B8-D0DD-4E0C-B75D-0B8A442856E0}" dt="2025-12-22T03:33:05.891" v="10507" actId="20577"/>
        <pc:sldMkLst>
          <pc:docMk/>
          <pc:sldMk cId="0" sldId="267"/>
        </pc:sldMkLst>
        <pc:spChg chg="mod">
          <ac:chgData name="Yashpal Singh" userId="1f20a8d43ef8778a" providerId="LiveId" clId="{C993D5B8-D0DD-4E0C-B75D-0B8A442856E0}" dt="2025-12-22T03:04:11.812" v="9499" actId="20577"/>
          <ac:spMkLst>
            <pc:docMk/>
            <pc:sldMk cId="0" sldId="267"/>
            <ac:spMk id="334" creationId="{00000000-0000-0000-0000-000000000000}"/>
          </ac:spMkLst>
        </pc:spChg>
        <pc:spChg chg="del">
          <ac:chgData name="Yashpal Singh" userId="1f20a8d43ef8778a" providerId="LiveId" clId="{C993D5B8-D0DD-4E0C-B75D-0B8A442856E0}" dt="2025-12-22T03:04:20.532" v="9500" actId="478"/>
          <ac:spMkLst>
            <pc:docMk/>
            <pc:sldMk cId="0" sldId="267"/>
            <ac:spMk id="335" creationId="{00000000-0000-0000-0000-000000000000}"/>
          </ac:spMkLst>
        </pc:spChg>
        <pc:spChg chg="mod">
          <ac:chgData name="Yashpal Singh" userId="1f20a8d43ef8778a" providerId="LiveId" clId="{C993D5B8-D0DD-4E0C-B75D-0B8A442856E0}" dt="2025-12-22T03:33:05.891" v="10507" actId="20577"/>
          <ac:spMkLst>
            <pc:docMk/>
            <pc:sldMk cId="0" sldId="267"/>
            <ac:spMk id="336" creationId="{00000000-0000-0000-0000-000000000000}"/>
          </ac:spMkLst>
        </pc:spChg>
      </pc:sldChg>
      <pc:sldChg chg="addSp delSp modSp add mod">
        <pc:chgData name="Yashpal Singh" userId="1f20a8d43ef8778a" providerId="LiveId" clId="{C993D5B8-D0DD-4E0C-B75D-0B8A442856E0}" dt="2025-12-22T02:49:39.650" v="9301" actId="115"/>
        <pc:sldMkLst>
          <pc:docMk/>
          <pc:sldMk cId="3413907236" sldId="269"/>
        </pc:sldMkLst>
        <pc:spChg chg="add mod">
          <ac:chgData name="Yashpal Singh" userId="1f20a8d43ef8778a" providerId="LiveId" clId="{C993D5B8-D0DD-4E0C-B75D-0B8A442856E0}" dt="2025-12-22T02:49:39.650" v="9301" actId="115"/>
          <ac:spMkLst>
            <pc:docMk/>
            <pc:sldMk cId="3413907236" sldId="269"/>
            <ac:spMk id="7" creationId="{860413E7-857E-6788-BA1E-B989A9B234CC}"/>
          </ac:spMkLst>
        </pc:spChg>
        <pc:spChg chg="mod">
          <ac:chgData name="Yashpal Singh" userId="1f20a8d43ef8778a" providerId="LiveId" clId="{C993D5B8-D0DD-4E0C-B75D-0B8A442856E0}" dt="2025-12-13T21:32:52.104" v="940" actId="20577"/>
          <ac:spMkLst>
            <pc:docMk/>
            <pc:sldMk cId="3413907236" sldId="269"/>
            <ac:spMk id="240" creationId="{6CE9F866-8E0D-99EE-879E-F1AF2CF184F2}"/>
          </ac:spMkLst>
        </pc:spChg>
        <pc:spChg chg="mod">
          <ac:chgData name="Yashpal Singh" userId="1f20a8d43ef8778a" providerId="LiveId" clId="{C993D5B8-D0DD-4E0C-B75D-0B8A442856E0}" dt="2025-12-22T02:40:16.662" v="9135" actId="1076"/>
          <ac:spMkLst>
            <pc:docMk/>
            <pc:sldMk cId="3413907236" sldId="269"/>
            <ac:spMk id="244" creationId="{81AD7799-0529-79E3-CED0-F6CEF12FE6D6}"/>
          </ac:spMkLst>
        </pc:spChg>
        <pc:picChg chg="add mod">
          <ac:chgData name="Yashpal Singh" userId="1f20a8d43ef8778a" providerId="LiveId" clId="{C993D5B8-D0DD-4E0C-B75D-0B8A442856E0}" dt="2025-12-22T02:35:47.894" v="9114" actId="1076"/>
          <ac:picMkLst>
            <pc:docMk/>
            <pc:sldMk cId="3413907236" sldId="269"/>
            <ac:picMk id="3" creationId="{0C546A52-6660-783A-835A-F2AB26D3E0D7}"/>
          </ac:picMkLst>
        </pc:picChg>
      </pc:sldChg>
      <pc:sldChg chg="addSp modSp add mod">
        <pc:chgData name="Yashpal Singh" userId="1f20a8d43ef8778a" providerId="LiveId" clId="{C993D5B8-D0DD-4E0C-B75D-0B8A442856E0}" dt="2025-12-22T04:55:14.248" v="11047"/>
        <pc:sldMkLst>
          <pc:docMk/>
          <pc:sldMk cId="3441994969" sldId="270"/>
        </pc:sldMkLst>
        <pc:spChg chg="add mod">
          <ac:chgData name="Yashpal Singh" userId="1f20a8d43ef8778a" providerId="LiveId" clId="{C993D5B8-D0DD-4E0C-B75D-0B8A442856E0}" dt="2025-12-11T21:40:03.582" v="886" actId="113"/>
          <ac:spMkLst>
            <pc:docMk/>
            <pc:sldMk cId="3441994969" sldId="270"/>
            <ac:spMk id="2" creationId="{2CE8A8ED-2B4B-80C8-8A24-C5E7186C3803}"/>
          </ac:spMkLst>
        </pc:spChg>
        <pc:spChg chg="mod">
          <ac:chgData name="Yashpal Singh" userId="1f20a8d43ef8778a" providerId="LiveId" clId="{C993D5B8-D0DD-4E0C-B75D-0B8A442856E0}" dt="2025-12-22T04:55:14.248" v="11047"/>
          <ac:spMkLst>
            <pc:docMk/>
            <pc:sldMk cId="3441994969" sldId="270"/>
            <ac:spMk id="240" creationId="{7FC7D32B-3207-A3A4-F978-24747F65ED84}"/>
          </ac:spMkLst>
        </pc:spChg>
        <pc:spChg chg="mod">
          <ac:chgData name="Yashpal Singh" userId="1f20a8d43ef8778a" providerId="LiveId" clId="{C993D5B8-D0DD-4E0C-B75D-0B8A442856E0}" dt="2025-12-11T21:20:51.197" v="798" actId="20577"/>
          <ac:spMkLst>
            <pc:docMk/>
            <pc:sldMk cId="3441994969" sldId="270"/>
            <ac:spMk id="242" creationId="{DA2DB81E-66F0-4FDD-ADB5-A3E37F5BE49C}"/>
          </ac:spMkLst>
        </pc:spChg>
        <pc:graphicFrameChg chg="mod modGraphic">
          <ac:chgData name="Yashpal Singh" userId="1f20a8d43ef8778a" providerId="LiveId" clId="{C993D5B8-D0DD-4E0C-B75D-0B8A442856E0}" dt="2025-12-11T21:19:51.279" v="787" actId="1036"/>
          <ac:graphicFrameMkLst>
            <pc:docMk/>
            <pc:sldMk cId="3441994969" sldId="270"/>
            <ac:graphicFrameMk id="4" creationId="{7B730779-8841-4EA8-A6BD-8859E79DD32E}"/>
          </ac:graphicFrameMkLst>
        </pc:graphicFrameChg>
      </pc:sldChg>
      <pc:sldChg chg="addSp delSp modSp add mod">
        <pc:chgData name="Yashpal Singh" userId="1f20a8d43ef8778a" providerId="LiveId" clId="{C993D5B8-D0DD-4E0C-B75D-0B8A442856E0}" dt="2025-12-22T02:51:32.030" v="9302" actId="20577"/>
        <pc:sldMkLst>
          <pc:docMk/>
          <pc:sldMk cId="351918015" sldId="271"/>
        </pc:sldMkLst>
        <pc:spChg chg="add del mod">
          <ac:chgData name="Yashpal Singh" userId="1f20a8d43ef8778a" providerId="LiveId" clId="{C993D5B8-D0DD-4E0C-B75D-0B8A442856E0}" dt="2025-12-21T22:03:11.272" v="6779" actId="478"/>
          <ac:spMkLst>
            <pc:docMk/>
            <pc:sldMk cId="351918015" sldId="271"/>
            <ac:spMk id="2" creationId="{38C9049E-2B13-F05B-DAF2-B0E004C52E68}"/>
          </ac:spMkLst>
        </pc:spChg>
        <pc:spChg chg="add mod">
          <ac:chgData name="Yashpal Singh" userId="1f20a8d43ef8778a" providerId="LiveId" clId="{C993D5B8-D0DD-4E0C-B75D-0B8A442856E0}" dt="2025-12-21T22:03:30.315" v="6830" actId="1036"/>
          <ac:spMkLst>
            <pc:docMk/>
            <pc:sldMk cId="351918015" sldId="271"/>
            <ac:spMk id="3" creationId="{27D5A734-AF42-42A5-1E2E-001F7CCF742F}"/>
          </ac:spMkLst>
        </pc:spChg>
        <pc:spChg chg="del mod">
          <ac:chgData name="Yashpal Singh" userId="1f20a8d43ef8778a" providerId="LiveId" clId="{C993D5B8-D0DD-4E0C-B75D-0B8A442856E0}" dt="2025-12-21T22:03:07.687" v="6778" actId="478"/>
          <ac:spMkLst>
            <pc:docMk/>
            <pc:sldMk cId="351918015" sldId="271"/>
            <ac:spMk id="251" creationId="{13653E1A-9F7A-01FC-BEC7-08D2F65F5798}"/>
          </ac:spMkLst>
        </pc:spChg>
        <pc:spChg chg="mod">
          <ac:chgData name="Yashpal Singh" userId="1f20a8d43ef8778a" providerId="LiveId" clId="{C993D5B8-D0DD-4E0C-B75D-0B8A442856E0}" dt="2025-12-22T02:51:32.030" v="9302" actId="20577"/>
          <ac:spMkLst>
            <pc:docMk/>
            <pc:sldMk cId="351918015" sldId="271"/>
            <ac:spMk id="252" creationId="{14B5D4B7-8004-2FD2-EF29-65BD56B93918}"/>
          </ac:spMkLst>
        </pc:spChg>
      </pc:sldChg>
      <pc:sldChg chg="addSp delSp modSp add mod ord">
        <pc:chgData name="Yashpal Singh" userId="1f20a8d43ef8778a" providerId="LiveId" clId="{C993D5B8-D0DD-4E0C-B75D-0B8A442856E0}" dt="2025-12-22T04:42:20.487" v="11035" actId="115"/>
        <pc:sldMkLst>
          <pc:docMk/>
          <pc:sldMk cId="3565665740" sldId="272"/>
        </pc:sldMkLst>
        <pc:spChg chg="del mod">
          <ac:chgData name="Yashpal Singh" userId="1f20a8d43ef8778a" providerId="LiveId" clId="{C993D5B8-D0DD-4E0C-B75D-0B8A442856E0}" dt="2025-12-21T22:15:36.711" v="7249" actId="478"/>
          <ac:spMkLst>
            <pc:docMk/>
            <pc:sldMk cId="3565665740" sldId="272"/>
            <ac:spMk id="2" creationId="{5A214B8C-246D-8E10-BB00-774FA3183644}"/>
          </ac:spMkLst>
        </pc:spChg>
        <pc:spChg chg="add mod">
          <ac:chgData name="Yashpal Singh" userId="1f20a8d43ef8778a" providerId="LiveId" clId="{C993D5B8-D0DD-4E0C-B75D-0B8A442856E0}" dt="2025-12-21T22:22:46.470" v="7401" actId="1076"/>
          <ac:spMkLst>
            <pc:docMk/>
            <pc:sldMk cId="3565665740" sldId="272"/>
            <ac:spMk id="3" creationId="{991F9301-1809-A39E-62E5-E630D5E7D50E}"/>
          </ac:spMkLst>
        </pc:spChg>
        <pc:spChg chg="del mod">
          <ac:chgData name="Yashpal Singh" userId="1f20a8d43ef8778a" providerId="LiveId" clId="{C993D5B8-D0DD-4E0C-B75D-0B8A442856E0}" dt="2025-12-21T22:15:34.659" v="7248" actId="478"/>
          <ac:spMkLst>
            <pc:docMk/>
            <pc:sldMk cId="3565665740" sldId="272"/>
            <ac:spMk id="251" creationId="{460EC4AE-BD1E-AC6E-9930-F96094EE2AD6}"/>
          </ac:spMkLst>
        </pc:spChg>
        <pc:spChg chg="mod">
          <ac:chgData name="Yashpal Singh" userId="1f20a8d43ef8778a" providerId="LiveId" clId="{C993D5B8-D0DD-4E0C-B75D-0B8A442856E0}" dt="2025-12-22T04:42:20.487" v="11035" actId="115"/>
          <ac:spMkLst>
            <pc:docMk/>
            <pc:sldMk cId="3565665740" sldId="272"/>
            <ac:spMk id="252" creationId="{56E683E1-3101-F211-EBE1-12177B75E15A}"/>
          </ac:spMkLst>
        </pc:spChg>
      </pc:sldChg>
      <pc:sldChg chg="delSp modSp add mod">
        <pc:chgData name="Yashpal Singh" userId="1f20a8d43ef8778a" providerId="LiveId" clId="{C993D5B8-D0DD-4E0C-B75D-0B8A442856E0}" dt="2025-12-20T22:37:41.398" v="4151" actId="207"/>
        <pc:sldMkLst>
          <pc:docMk/>
          <pc:sldMk cId="3151649150" sldId="273"/>
        </pc:sldMkLst>
        <pc:spChg chg="mod">
          <ac:chgData name="Yashpal Singh" userId="1f20a8d43ef8778a" providerId="LiveId" clId="{C993D5B8-D0DD-4E0C-B75D-0B8A442856E0}" dt="2025-12-20T21:47:14.137" v="3510" actId="1076"/>
          <ac:spMkLst>
            <pc:docMk/>
            <pc:sldMk cId="3151649150" sldId="273"/>
            <ac:spMk id="250" creationId="{76502484-F061-E243-D9A4-60A2EBBEDE2D}"/>
          </ac:spMkLst>
        </pc:spChg>
        <pc:spChg chg="mod">
          <ac:chgData name="Yashpal Singh" userId="1f20a8d43ef8778a" providerId="LiveId" clId="{C993D5B8-D0DD-4E0C-B75D-0B8A442856E0}" dt="2025-12-20T22:37:41.398" v="4151" actId="207"/>
          <ac:spMkLst>
            <pc:docMk/>
            <pc:sldMk cId="3151649150" sldId="273"/>
            <ac:spMk id="252" creationId="{3FB05893-3886-33AB-BCD0-23A5F069ACAA}"/>
          </ac:spMkLst>
        </pc:spChg>
      </pc:sldChg>
      <pc:sldChg chg="delSp modSp add mod">
        <pc:chgData name="Yashpal Singh" userId="1f20a8d43ef8778a" providerId="LiveId" clId="{C993D5B8-D0DD-4E0C-B75D-0B8A442856E0}" dt="2025-12-20T23:51:44.888" v="4161" actId="20577"/>
        <pc:sldMkLst>
          <pc:docMk/>
          <pc:sldMk cId="3706018989" sldId="274"/>
        </pc:sldMkLst>
        <pc:spChg chg="mod">
          <ac:chgData name="Yashpal Singh" userId="1f20a8d43ef8778a" providerId="LiveId" clId="{C993D5B8-D0DD-4E0C-B75D-0B8A442856E0}" dt="2025-12-20T23:51:44.888" v="4161" actId="20577"/>
          <ac:spMkLst>
            <pc:docMk/>
            <pc:sldMk cId="3706018989" sldId="274"/>
            <ac:spMk id="252" creationId="{6F944098-1023-619C-A6FA-1D6B0387373A}"/>
          </ac:spMkLst>
        </pc:spChg>
      </pc:sldChg>
      <pc:sldChg chg="addSp delSp modSp add mod">
        <pc:chgData name="Yashpal Singh" userId="1f20a8d43ef8778a" providerId="LiveId" clId="{C993D5B8-D0DD-4E0C-B75D-0B8A442856E0}" dt="2025-12-20T23:52:03.938" v="4171" actId="20577"/>
        <pc:sldMkLst>
          <pc:docMk/>
          <pc:sldMk cId="3266104487" sldId="275"/>
        </pc:sldMkLst>
        <pc:spChg chg="mod">
          <ac:chgData name="Yashpal Singh" userId="1f20a8d43ef8778a" providerId="LiveId" clId="{C993D5B8-D0DD-4E0C-B75D-0B8A442856E0}" dt="2025-12-20T23:52:03.938" v="4171" actId="20577"/>
          <ac:spMkLst>
            <pc:docMk/>
            <pc:sldMk cId="3266104487" sldId="275"/>
            <ac:spMk id="252" creationId="{17AE23E0-3E27-15CA-D9A2-ABA4D2673CD4}"/>
          </ac:spMkLst>
        </pc:spChg>
      </pc:sldChg>
      <pc:sldChg chg="delSp modSp add mod">
        <pc:chgData name="Yashpal Singh" userId="1f20a8d43ef8778a" providerId="LiveId" clId="{C993D5B8-D0DD-4E0C-B75D-0B8A442856E0}" dt="2025-12-20T22:24:35.536" v="3829" actId="20577"/>
        <pc:sldMkLst>
          <pc:docMk/>
          <pc:sldMk cId="290786017" sldId="276"/>
        </pc:sldMkLst>
        <pc:spChg chg="mod">
          <ac:chgData name="Yashpal Singh" userId="1f20a8d43ef8778a" providerId="LiveId" clId="{C993D5B8-D0DD-4E0C-B75D-0B8A442856E0}" dt="2025-12-20T22:24:35.536" v="3829" actId="20577"/>
          <ac:spMkLst>
            <pc:docMk/>
            <pc:sldMk cId="290786017" sldId="276"/>
            <ac:spMk id="252" creationId="{1A5711D7-A33D-F606-B1B3-1EBF32222480}"/>
          </ac:spMkLst>
        </pc:spChg>
      </pc:sldChg>
      <pc:sldChg chg="delSp modSp add mod">
        <pc:chgData name="Yashpal Singh" userId="1f20a8d43ef8778a" providerId="LiveId" clId="{C993D5B8-D0DD-4E0C-B75D-0B8A442856E0}" dt="2025-12-20T22:37:01.775" v="4132" actId="113"/>
        <pc:sldMkLst>
          <pc:docMk/>
          <pc:sldMk cId="610362462" sldId="277"/>
        </pc:sldMkLst>
        <pc:spChg chg="mod">
          <ac:chgData name="Yashpal Singh" userId="1f20a8d43ef8778a" providerId="LiveId" clId="{C993D5B8-D0DD-4E0C-B75D-0B8A442856E0}" dt="2025-12-20T22:37:01.775" v="4132" actId="113"/>
          <ac:spMkLst>
            <pc:docMk/>
            <pc:sldMk cId="610362462" sldId="277"/>
            <ac:spMk id="252" creationId="{9E8CD4EC-916F-B7AC-B0F6-D9D9A3F64349}"/>
          </ac:spMkLst>
        </pc:spChg>
      </pc:sldChg>
      <pc:sldChg chg="delSp modSp add mod">
        <pc:chgData name="Yashpal Singh" userId="1f20a8d43ef8778a" providerId="LiveId" clId="{C993D5B8-D0DD-4E0C-B75D-0B8A442856E0}" dt="2025-12-22T01:49:27.340" v="8734" actId="6549"/>
        <pc:sldMkLst>
          <pc:docMk/>
          <pc:sldMk cId="1870553532" sldId="278"/>
        </pc:sldMkLst>
        <pc:spChg chg="mod">
          <ac:chgData name="Yashpal Singh" userId="1f20a8d43ef8778a" providerId="LiveId" clId="{C993D5B8-D0DD-4E0C-B75D-0B8A442856E0}" dt="2025-12-15T07:41:27.273" v="2266" actId="404"/>
          <ac:spMkLst>
            <pc:docMk/>
            <pc:sldMk cId="1870553532" sldId="278"/>
            <ac:spMk id="278" creationId="{50E503C9-D06B-4170-6A76-69CBB07BD047}"/>
          </ac:spMkLst>
        </pc:spChg>
        <pc:spChg chg="mod">
          <ac:chgData name="Yashpal Singh" userId="1f20a8d43ef8778a" providerId="LiveId" clId="{C993D5B8-D0DD-4E0C-B75D-0B8A442856E0}" dt="2025-12-15T07:41:53.114" v="2270" actId="1076"/>
          <ac:spMkLst>
            <pc:docMk/>
            <pc:sldMk cId="1870553532" sldId="278"/>
            <ac:spMk id="279" creationId="{E28BA947-0E5F-1C8B-CEC0-95121BF01663}"/>
          </ac:spMkLst>
        </pc:spChg>
        <pc:spChg chg="mod">
          <ac:chgData name="Yashpal Singh" userId="1f20a8d43ef8778a" providerId="LiveId" clId="{C993D5B8-D0DD-4E0C-B75D-0B8A442856E0}" dt="2025-12-15T07:41:58.900" v="2271" actId="1076"/>
          <ac:spMkLst>
            <pc:docMk/>
            <pc:sldMk cId="1870553532" sldId="278"/>
            <ac:spMk id="280" creationId="{8B01871E-D182-A33E-D26D-20701DA68FEB}"/>
          </ac:spMkLst>
        </pc:spChg>
        <pc:spChg chg="mod">
          <ac:chgData name="Yashpal Singh" userId="1f20a8d43ef8778a" providerId="LiveId" clId="{C993D5B8-D0DD-4E0C-B75D-0B8A442856E0}" dt="2025-12-15T07:32:31.034" v="2166" actId="1076"/>
          <ac:spMkLst>
            <pc:docMk/>
            <pc:sldMk cId="1870553532" sldId="278"/>
            <ac:spMk id="281" creationId="{5ACDD6A9-A018-2F85-FEAD-1BD58A75B076}"/>
          </ac:spMkLst>
        </pc:spChg>
        <pc:spChg chg="mod">
          <ac:chgData name="Yashpal Singh" userId="1f20a8d43ef8778a" providerId="LiveId" clId="{C993D5B8-D0DD-4E0C-B75D-0B8A442856E0}" dt="2025-12-22T01:49:27.340" v="8734" actId="6549"/>
          <ac:spMkLst>
            <pc:docMk/>
            <pc:sldMk cId="1870553532" sldId="278"/>
            <ac:spMk id="282" creationId="{D68D830F-51FC-57B9-6806-24BE64758636}"/>
          </ac:spMkLst>
        </pc:spChg>
        <pc:spChg chg="mod">
          <ac:chgData name="Yashpal Singh" userId="1f20a8d43ef8778a" providerId="LiveId" clId="{C993D5B8-D0DD-4E0C-B75D-0B8A442856E0}" dt="2025-12-15T07:32:13.185" v="2163" actId="1076"/>
          <ac:spMkLst>
            <pc:docMk/>
            <pc:sldMk cId="1870553532" sldId="278"/>
            <ac:spMk id="283" creationId="{52653D9E-7CC4-51E3-1B78-F586B8801F8E}"/>
          </ac:spMkLst>
        </pc:spChg>
        <pc:spChg chg="mod">
          <ac:chgData name="Yashpal Singh" userId="1f20a8d43ef8778a" providerId="LiveId" clId="{C993D5B8-D0DD-4E0C-B75D-0B8A442856E0}" dt="2025-12-22T01:48:44.156" v="8722" actId="20577"/>
          <ac:spMkLst>
            <pc:docMk/>
            <pc:sldMk cId="1870553532" sldId="278"/>
            <ac:spMk id="284" creationId="{242897F9-276A-F43A-ABCC-D558D80DAA29}"/>
          </ac:spMkLst>
        </pc:spChg>
      </pc:sldChg>
      <pc:sldChg chg="addSp delSp modSp add mod">
        <pc:chgData name="Yashpal Singh" userId="1f20a8d43ef8778a" providerId="LiveId" clId="{C993D5B8-D0DD-4E0C-B75D-0B8A442856E0}" dt="2025-12-21T20:28:02.937" v="5608" actId="1076"/>
        <pc:sldMkLst>
          <pc:docMk/>
          <pc:sldMk cId="2985732196" sldId="279"/>
        </pc:sldMkLst>
        <pc:spChg chg="add mod">
          <ac:chgData name="Yashpal Singh" userId="1f20a8d43ef8778a" providerId="LiveId" clId="{C993D5B8-D0DD-4E0C-B75D-0B8A442856E0}" dt="2025-12-21T01:01:46.258" v="4405" actId="313"/>
          <ac:spMkLst>
            <pc:docMk/>
            <pc:sldMk cId="2985732196" sldId="279"/>
            <ac:spMk id="3" creationId="{7926E628-C847-1AF7-9E3C-116AEC9382AB}"/>
          </ac:spMkLst>
        </pc:spChg>
        <pc:spChg chg="mod">
          <ac:chgData name="Yashpal Singh" userId="1f20a8d43ef8778a" providerId="LiveId" clId="{C993D5B8-D0DD-4E0C-B75D-0B8A442856E0}" dt="2025-12-21T20:28:02.937" v="5608" actId="1076"/>
          <ac:spMkLst>
            <pc:docMk/>
            <pc:sldMk cId="2985732196" sldId="279"/>
            <ac:spMk id="305" creationId="{DC1C6639-148D-A33F-D2C6-E5BE15C79DCF}"/>
          </ac:spMkLst>
        </pc:spChg>
      </pc:sldChg>
      <pc:sldChg chg="modSp add mod ord">
        <pc:chgData name="Yashpal Singh" userId="1f20a8d43ef8778a" providerId="LiveId" clId="{C993D5B8-D0DD-4E0C-B75D-0B8A442856E0}" dt="2025-12-21T20:28:14.848" v="5609" actId="6549"/>
        <pc:sldMkLst>
          <pc:docMk/>
          <pc:sldMk cId="1873955336" sldId="280"/>
        </pc:sldMkLst>
        <pc:spChg chg="mod">
          <ac:chgData name="Yashpal Singh" userId="1f20a8d43ef8778a" providerId="LiveId" clId="{C993D5B8-D0DD-4E0C-B75D-0B8A442856E0}" dt="2025-12-21T01:00:46.423" v="4393" actId="313"/>
          <ac:spMkLst>
            <pc:docMk/>
            <pc:sldMk cId="1873955336" sldId="280"/>
            <ac:spMk id="3" creationId="{78885562-251D-3D1E-B328-14D0F0C63242}"/>
          </ac:spMkLst>
        </pc:spChg>
        <pc:spChg chg="mod">
          <ac:chgData name="Yashpal Singh" userId="1f20a8d43ef8778a" providerId="LiveId" clId="{C993D5B8-D0DD-4E0C-B75D-0B8A442856E0}" dt="2025-12-21T20:28:14.848" v="5609" actId="6549"/>
          <ac:spMkLst>
            <pc:docMk/>
            <pc:sldMk cId="1873955336" sldId="280"/>
            <ac:spMk id="305" creationId="{07C2BC9A-C04B-C4DE-CB30-E8A7D60EC3B6}"/>
          </ac:spMkLst>
        </pc:spChg>
      </pc:sldChg>
      <pc:sldChg chg="addSp delSp modSp add mod ord">
        <pc:chgData name="Yashpal Singh" userId="1f20a8d43ef8778a" providerId="LiveId" clId="{C993D5B8-D0DD-4E0C-B75D-0B8A442856E0}" dt="2025-12-22T03:35:46.094" v="10597" actId="1076"/>
        <pc:sldMkLst>
          <pc:docMk/>
          <pc:sldMk cId="677713380" sldId="281"/>
        </pc:sldMkLst>
        <pc:spChg chg="add mod">
          <ac:chgData name="Yashpal Singh" userId="1f20a8d43ef8778a" providerId="LiveId" clId="{C993D5B8-D0DD-4E0C-B75D-0B8A442856E0}" dt="2025-12-22T03:35:46.094" v="10597" actId="1076"/>
          <ac:spMkLst>
            <pc:docMk/>
            <pc:sldMk cId="677713380" sldId="281"/>
            <ac:spMk id="2" creationId="{694DAB4B-07C6-61A5-63A0-A9E055F965EB}"/>
          </ac:spMkLst>
        </pc:spChg>
        <pc:spChg chg="mod">
          <ac:chgData name="Yashpal Singh" userId="1f20a8d43ef8778a" providerId="LiveId" clId="{C993D5B8-D0DD-4E0C-B75D-0B8A442856E0}" dt="2025-12-20T00:03:15.880" v="2555" actId="113"/>
          <ac:spMkLst>
            <pc:docMk/>
            <pc:sldMk cId="677713380" sldId="281"/>
            <ac:spMk id="3" creationId="{F003B124-4050-C7C7-104D-3EBC77959B26}"/>
          </ac:spMkLst>
        </pc:spChg>
        <pc:spChg chg="add mod">
          <ac:chgData name="Yashpal Singh" userId="1f20a8d43ef8778a" providerId="LiveId" clId="{C993D5B8-D0DD-4E0C-B75D-0B8A442856E0}" dt="2025-12-21T01:33:34.386" v="4454" actId="1036"/>
          <ac:spMkLst>
            <pc:docMk/>
            <pc:sldMk cId="677713380" sldId="281"/>
            <ac:spMk id="4" creationId="{8FD59BE1-4210-9003-488D-6CF838A665A2}"/>
          </ac:spMkLst>
        </pc:spChg>
        <pc:spChg chg="add mod">
          <ac:chgData name="Yashpal Singh" userId="1f20a8d43ef8778a" providerId="LiveId" clId="{C993D5B8-D0DD-4E0C-B75D-0B8A442856E0}" dt="2025-12-21T01:33:09.002" v="4442" actId="1076"/>
          <ac:spMkLst>
            <pc:docMk/>
            <pc:sldMk cId="677713380" sldId="281"/>
            <ac:spMk id="5" creationId="{1E8D1951-D561-CDD1-7836-FC3635758A49}"/>
          </ac:spMkLst>
        </pc:spChg>
        <pc:spChg chg="add mod">
          <ac:chgData name="Yashpal Singh" userId="1f20a8d43ef8778a" providerId="LiveId" clId="{C993D5B8-D0DD-4E0C-B75D-0B8A442856E0}" dt="2025-12-21T01:33:29.442" v="4446" actId="1076"/>
          <ac:spMkLst>
            <pc:docMk/>
            <pc:sldMk cId="677713380" sldId="281"/>
            <ac:spMk id="6" creationId="{3F8D810C-4F11-3B34-2077-AFE398C64502}"/>
          </ac:spMkLst>
        </pc:spChg>
        <pc:spChg chg="add mod">
          <ac:chgData name="Yashpal Singh" userId="1f20a8d43ef8778a" providerId="LiveId" clId="{C993D5B8-D0DD-4E0C-B75D-0B8A442856E0}" dt="2025-12-22T03:35:28.647" v="10581" actId="403"/>
          <ac:spMkLst>
            <pc:docMk/>
            <pc:sldMk cId="677713380" sldId="281"/>
            <ac:spMk id="7" creationId="{67CAB71C-9D21-DC08-CC6F-5C2411E44F59}"/>
          </ac:spMkLst>
        </pc:spChg>
        <pc:spChg chg="add del">
          <ac:chgData name="Yashpal Singh" userId="1f20a8d43ef8778a" providerId="LiveId" clId="{C993D5B8-D0DD-4E0C-B75D-0B8A442856E0}" dt="2025-12-22T03:33:39.200" v="10510" actId="478"/>
          <ac:spMkLst>
            <pc:docMk/>
            <pc:sldMk cId="677713380" sldId="281"/>
            <ac:spMk id="8" creationId="{446BA526-21EE-01F8-6BAC-686412ABE574}"/>
          </ac:spMkLst>
        </pc:spChg>
        <pc:spChg chg="mod">
          <ac:chgData name="Yashpal Singh" userId="1f20a8d43ef8778a" providerId="LiveId" clId="{C993D5B8-D0DD-4E0C-B75D-0B8A442856E0}" dt="2025-12-22T03:35:43.615" v="10596" actId="20577"/>
          <ac:spMkLst>
            <pc:docMk/>
            <pc:sldMk cId="677713380" sldId="281"/>
            <ac:spMk id="305" creationId="{C2DC5F59-7316-8B33-287A-CCB33B892537}"/>
          </ac:spMkLst>
        </pc:spChg>
      </pc:sldChg>
      <pc:sldChg chg="delSp modSp add mod">
        <pc:chgData name="Yashpal Singh" userId="1f20a8d43ef8778a" providerId="LiveId" clId="{C993D5B8-D0DD-4E0C-B75D-0B8A442856E0}" dt="2025-12-21T20:19:05.242" v="5423" actId="404"/>
        <pc:sldMkLst>
          <pc:docMk/>
          <pc:sldMk cId="4012060300" sldId="282"/>
        </pc:sldMkLst>
        <pc:spChg chg="del mod">
          <ac:chgData name="Yashpal Singh" userId="1f20a8d43ef8778a" providerId="LiveId" clId="{C993D5B8-D0DD-4E0C-B75D-0B8A442856E0}" dt="2025-12-21T05:32:03.399" v="4648" actId="478"/>
          <ac:spMkLst>
            <pc:docMk/>
            <pc:sldMk cId="4012060300" sldId="282"/>
            <ac:spMk id="2" creationId="{0234B8AF-B87D-C229-DF2D-43C26388AD8F}"/>
          </ac:spMkLst>
        </pc:spChg>
        <pc:spChg chg="mod">
          <ac:chgData name="Yashpal Singh" userId="1f20a8d43ef8778a" providerId="LiveId" clId="{C993D5B8-D0DD-4E0C-B75D-0B8A442856E0}" dt="2025-12-21T20:19:05.242" v="5423" actId="404"/>
          <ac:spMkLst>
            <pc:docMk/>
            <pc:sldMk cId="4012060300" sldId="282"/>
            <ac:spMk id="3" creationId="{4B9E84F3-1E2F-C5D3-5A01-D8EC6121CF12}"/>
          </ac:spMkLst>
        </pc:spChg>
        <pc:spChg chg="mod">
          <ac:chgData name="Yashpal Singh" userId="1f20a8d43ef8778a" providerId="LiveId" clId="{C993D5B8-D0DD-4E0C-B75D-0B8A442856E0}" dt="2025-12-21T05:33:06.317" v="4680" actId="1076"/>
          <ac:spMkLst>
            <pc:docMk/>
            <pc:sldMk cId="4012060300" sldId="282"/>
            <ac:spMk id="4" creationId="{4347825D-9AD0-D5B2-9949-B45650B5F6E7}"/>
          </ac:spMkLst>
        </pc:spChg>
        <pc:spChg chg="mod">
          <ac:chgData name="Yashpal Singh" userId="1f20a8d43ef8778a" providerId="LiveId" clId="{C993D5B8-D0DD-4E0C-B75D-0B8A442856E0}" dt="2025-12-21T06:24:35.319" v="4940"/>
          <ac:spMkLst>
            <pc:docMk/>
            <pc:sldMk cId="4012060300" sldId="282"/>
            <ac:spMk id="305" creationId="{BD69FFBD-F944-F23F-62A1-874604037FAC}"/>
          </ac:spMkLst>
        </pc:spChg>
      </pc:sldChg>
      <pc:sldChg chg="modSp add mod">
        <pc:chgData name="Yashpal Singh" userId="1f20a8d43ef8778a" providerId="LiveId" clId="{C993D5B8-D0DD-4E0C-B75D-0B8A442856E0}" dt="2025-12-21T20:18:23.459" v="5421" actId="20577"/>
        <pc:sldMkLst>
          <pc:docMk/>
          <pc:sldMk cId="2563020971" sldId="283"/>
        </pc:sldMkLst>
        <pc:spChg chg="mod">
          <ac:chgData name="Yashpal Singh" userId="1f20a8d43ef8778a" providerId="LiveId" clId="{C993D5B8-D0DD-4E0C-B75D-0B8A442856E0}" dt="2025-12-20T01:41:46.762" v="2889" actId="115"/>
          <ac:spMkLst>
            <pc:docMk/>
            <pc:sldMk cId="2563020971" sldId="283"/>
            <ac:spMk id="2" creationId="{39810872-E4E4-9AE1-A043-E28931760757}"/>
          </ac:spMkLst>
        </pc:spChg>
        <pc:spChg chg="mod">
          <ac:chgData name="Yashpal Singh" userId="1f20a8d43ef8778a" providerId="LiveId" clId="{C993D5B8-D0DD-4E0C-B75D-0B8A442856E0}" dt="2025-12-21T20:17:32.118" v="5419" actId="404"/>
          <ac:spMkLst>
            <pc:docMk/>
            <pc:sldMk cId="2563020971" sldId="283"/>
            <ac:spMk id="3" creationId="{8B61FCEE-9984-BD99-ECFD-3A6D4FB03323}"/>
          </ac:spMkLst>
        </pc:spChg>
        <pc:spChg chg="mod">
          <ac:chgData name="Yashpal Singh" userId="1f20a8d43ef8778a" providerId="LiveId" clId="{C993D5B8-D0DD-4E0C-B75D-0B8A442856E0}" dt="2025-12-21T05:35:57.332" v="4693" actId="113"/>
          <ac:spMkLst>
            <pc:docMk/>
            <pc:sldMk cId="2563020971" sldId="283"/>
            <ac:spMk id="4" creationId="{1309B790-D726-59CE-F0D6-E0473C48BD30}"/>
          </ac:spMkLst>
        </pc:spChg>
        <pc:spChg chg="mod">
          <ac:chgData name="Yashpal Singh" userId="1f20a8d43ef8778a" providerId="LiveId" clId="{C993D5B8-D0DD-4E0C-B75D-0B8A442856E0}" dt="2025-12-21T20:18:23.459" v="5421" actId="20577"/>
          <ac:spMkLst>
            <pc:docMk/>
            <pc:sldMk cId="2563020971" sldId="283"/>
            <ac:spMk id="305" creationId="{45ED615F-970E-9CA3-8C5D-49542352ADFE}"/>
          </ac:spMkLst>
        </pc:spChg>
      </pc:sldChg>
      <pc:sldChg chg="addSp delSp modSp add mod">
        <pc:chgData name="Yashpal Singh" userId="1f20a8d43ef8778a" providerId="LiveId" clId="{C993D5B8-D0DD-4E0C-B75D-0B8A442856E0}" dt="2025-12-21T20:16:45.073" v="5417" actId="255"/>
        <pc:sldMkLst>
          <pc:docMk/>
          <pc:sldMk cId="1882796476" sldId="284"/>
        </pc:sldMkLst>
        <pc:spChg chg="mod">
          <ac:chgData name="Yashpal Singh" userId="1f20a8d43ef8778a" providerId="LiveId" clId="{C993D5B8-D0DD-4E0C-B75D-0B8A442856E0}" dt="2025-12-21T20:16:22.723" v="5415" actId="403"/>
          <ac:spMkLst>
            <pc:docMk/>
            <pc:sldMk cId="1882796476" sldId="284"/>
            <ac:spMk id="2" creationId="{D41F4710-9428-5A2A-1A97-F32ED48FE77C}"/>
          </ac:spMkLst>
        </pc:spChg>
        <pc:spChg chg="mod">
          <ac:chgData name="Yashpal Singh" userId="1f20a8d43ef8778a" providerId="LiveId" clId="{C993D5B8-D0DD-4E0C-B75D-0B8A442856E0}" dt="2025-12-21T20:16:15.906" v="5414" actId="403"/>
          <ac:spMkLst>
            <pc:docMk/>
            <pc:sldMk cId="1882796476" sldId="284"/>
            <ac:spMk id="3" creationId="{D75F7EDC-C108-CB91-9EBD-CBFBD0326F25}"/>
          </ac:spMkLst>
        </pc:spChg>
        <pc:spChg chg="add del mod">
          <ac:chgData name="Yashpal Singh" userId="1f20a8d43ef8778a" providerId="LiveId" clId="{C993D5B8-D0DD-4E0C-B75D-0B8A442856E0}" dt="2025-12-21T20:16:45.073" v="5417" actId="255"/>
          <ac:spMkLst>
            <pc:docMk/>
            <pc:sldMk cId="1882796476" sldId="284"/>
            <ac:spMk id="4" creationId="{6C28F274-37BC-3133-792B-EC34AC1B5DCE}"/>
          </ac:spMkLst>
        </pc:spChg>
        <pc:spChg chg="add">
          <ac:chgData name="Yashpal Singh" userId="1f20a8d43ef8778a" providerId="LiveId" clId="{C993D5B8-D0DD-4E0C-B75D-0B8A442856E0}" dt="2025-12-21T06:17:58.528" v="4873"/>
          <ac:spMkLst>
            <pc:docMk/>
            <pc:sldMk cId="1882796476" sldId="284"/>
            <ac:spMk id="5" creationId="{EA7D861D-25D3-8E83-74D3-97CDE99BA9EA}"/>
          </ac:spMkLst>
        </pc:spChg>
        <pc:spChg chg="add mod">
          <ac:chgData name="Yashpal Singh" userId="1f20a8d43ef8778a" providerId="LiveId" clId="{C993D5B8-D0DD-4E0C-B75D-0B8A442856E0}" dt="2025-12-21T20:16:35.161" v="5416" actId="1076"/>
          <ac:spMkLst>
            <pc:docMk/>
            <pc:sldMk cId="1882796476" sldId="284"/>
            <ac:spMk id="6" creationId="{E5B6D8F9-34D1-7529-21DB-430D75044DF6}"/>
          </ac:spMkLst>
        </pc:spChg>
        <pc:spChg chg="add mod">
          <ac:chgData name="Yashpal Singh" userId="1f20a8d43ef8778a" providerId="LiveId" clId="{C993D5B8-D0DD-4E0C-B75D-0B8A442856E0}" dt="2025-12-21T06:29:45.852" v="5024" actId="20577"/>
          <ac:spMkLst>
            <pc:docMk/>
            <pc:sldMk cId="1882796476" sldId="284"/>
            <ac:spMk id="8" creationId="{181229DF-581C-5F71-81C3-4594CA437F65}"/>
          </ac:spMkLst>
        </pc:spChg>
        <pc:spChg chg="mod">
          <ac:chgData name="Yashpal Singh" userId="1f20a8d43ef8778a" providerId="LiveId" clId="{C993D5B8-D0DD-4E0C-B75D-0B8A442856E0}" dt="2025-12-21T20:16:04.211" v="5412" actId="1076"/>
          <ac:spMkLst>
            <pc:docMk/>
            <pc:sldMk cId="1882796476" sldId="284"/>
            <ac:spMk id="305" creationId="{97DC62EA-5A1E-7A82-8AB9-ACE23CC04265}"/>
          </ac:spMkLst>
        </pc:spChg>
        <pc:graphicFrameChg chg="add del mod modGraphic">
          <ac:chgData name="Yashpal Singh" userId="1f20a8d43ef8778a" providerId="LiveId" clId="{C993D5B8-D0DD-4E0C-B75D-0B8A442856E0}" dt="2025-12-21T06:19:01.438" v="4876" actId="478"/>
          <ac:graphicFrameMkLst>
            <pc:docMk/>
            <pc:sldMk cId="1882796476" sldId="284"/>
            <ac:graphicFrameMk id="9" creationId="{E01FDA09-A0C5-116C-41B6-E00D35761153}"/>
          </ac:graphicFrameMkLst>
        </pc:graphicFrameChg>
      </pc:sldChg>
      <pc:sldChg chg="modSp add mod ord">
        <pc:chgData name="Yashpal Singh" userId="1f20a8d43ef8778a" providerId="LiveId" clId="{C993D5B8-D0DD-4E0C-B75D-0B8A442856E0}" dt="2025-12-21T06:32:19.044" v="5031" actId="115"/>
        <pc:sldMkLst>
          <pc:docMk/>
          <pc:sldMk cId="2015978339" sldId="285"/>
        </pc:sldMkLst>
        <pc:spChg chg="mod">
          <ac:chgData name="Yashpal Singh" userId="1f20a8d43ef8778a" providerId="LiveId" clId="{C993D5B8-D0DD-4E0C-B75D-0B8A442856E0}" dt="2025-12-21T06:31:43.830" v="5027"/>
          <ac:spMkLst>
            <pc:docMk/>
            <pc:sldMk cId="2015978339" sldId="285"/>
            <ac:spMk id="2" creationId="{BDC4EE33-1DC7-B03E-F836-51494AF66930}"/>
          </ac:spMkLst>
        </pc:spChg>
        <pc:spChg chg="mod">
          <ac:chgData name="Yashpal Singh" userId="1f20a8d43ef8778a" providerId="LiveId" clId="{C993D5B8-D0DD-4E0C-B75D-0B8A442856E0}" dt="2025-12-21T06:32:07.682" v="5029" actId="20577"/>
          <ac:spMkLst>
            <pc:docMk/>
            <pc:sldMk cId="2015978339" sldId="285"/>
            <ac:spMk id="3" creationId="{60008268-AE85-1508-6EB6-369645C91CC8}"/>
          </ac:spMkLst>
        </pc:spChg>
        <pc:spChg chg="mod">
          <ac:chgData name="Yashpal Singh" userId="1f20a8d43ef8778a" providerId="LiveId" clId="{C993D5B8-D0DD-4E0C-B75D-0B8A442856E0}" dt="2025-12-20T01:46:18.605" v="2934" actId="113"/>
          <ac:spMkLst>
            <pc:docMk/>
            <pc:sldMk cId="2015978339" sldId="285"/>
            <ac:spMk id="4" creationId="{49AE1EEF-05E2-61B3-8755-388128241CA4}"/>
          </ac:spMkLst>
        </pc:spChg>
        <pc:spChg chg="mod">
          <ac:chgData name="Yashpal Singh" userId="1f20a8d43ef8778a" providerId="LiveId" clId="{C993D5B8-D0DD-4E0C-B75D-0B8A442856E0}" dt="2025-12-21T06:32:19.044" v="5031" actId="115"/>
          <ac:spMkLst>
            <pc:docMk/>
            <pc:sldMk cId="2015978339" sldId="285"/>
            <ac:spMk id="305" creationId="{188BBA72-65FF-FE41-9530-BBA7975F04A1}"/>
          </ac:spMkLst>
        </pc:spChg>
      </pc:sldChg>
      <pc:sldChg chg="modSp add mod">
        <pc:chgData name="Yashpal Singh" userId="1f20a8d43ef8778a" providerId="LiveId" clId="{C993D5B8-D0DD-4E0C-B75D-0B8A442856E0}" dt="2025-12-22T04:57:19.719" v="11051" actId="20577"/>
        <pc:sldMkLst>
          <pc:docMk/>
          <pc:sldMk cId="210437534" sldId="286"/>
        </pc:sldMkLst>
        <pc:spChg chg="mod">
          <ac:chgData name="Yashpal Singh" userId="1f20a8d43ef8778a" providerId="LiveId" clId="{C993D5B8-D0DD-4E0C-B75D-0B8A442856E0}" dt="2025-12-22T04:40:48.391" v="11032" actId="115"/>
          <ac:spMkLst>
            <pc:docMk/>
            <pc:sldMk cId="210437534" sldId="286"/>
            <ac:spMk id="2" creationId="{77BEB557-5BAE-B53D-C8AB-B6992275710B}"/>
          </ac:spMkLst>
        </pc:spChg>
        <pc:spChg chg="mod">
          <ac:chgData name="Yashpal Singh" userId="1f20a8d43ef8778a" providerId="LiveId" clId="{C993D5B8-D0DD-4E0C-B75D-0B8A442856E0}" dt="2025-12-21T06:33:00.109" v="5036" actId="20577"/>
          <ac:spMkLst>
            <pc:docMk/>
            <pc:sldMk cId="210437534" sldId="286"/>
            <ac:spMk id="3" creationId="{6446DA87-018C-FEE2-B0D0-78D1EC70D842}"/>
          </ac:spMkLst>
        </pc:spChg>
        <pc:spChg chg="mod">
          <ac:chgData name="Yashpal Singh" userId="1f20a8d43ef8778a" providerId="LiveId" clId="{C993D5B8-D0DD-4E0C-B75D-0B8A442856E0}" dt="2025-12-20T01:48:29.119" v="2952" actId="113"/>
          <ac:spMkLst>
            <pc:docMk/>
            <pc:sldMk cId="210437534" sldId="286"/>
            <ac:spMk id="4" creationId="{C2EEA6FC-243A-FB09-785F-9C62BEAD82F1}"/>
          </ac:spMkLst>
        </pc:spChg>
        <pc:spChg chg="mod">
          <ac:chgData name="Yashpal Singh" userId="1f20a8d43ef8778a" providerId="LiveId" clId="{C993D5B8-D0DD-4E0C-B75D-0B8A442856E0}" dt="2025-12-22T04:57:19.719" v="11051" actId="20577"/>
          <ac:spMkLst>
            <pc:docMk/>
            <pc:sldMk cId="210437534" sldId="286"/>
            <ac:spMk id="305" creationId="{44E77A04-E3CC-91EA-CBF6-0D22E7506DE7}"/>
          </ac:spMkLst>
        </pc:spChg>
      </pc:sldChg>
      <pc:sldChg chg="addSp delSp modSp add mod ord">
        <pc:chgData name="Yashpal Singh" userId="1f20a8d43ef8778a" providerId="LiveId" clId="{C993D5B8-D0DD-4E0C-B75D-0B8A442856E0}" dt="2025-12-21T20:14:35.649" v="5402" actId="20577"/>
        <pc:sldMkLst>
          <pc:docMk/>
          <pc:sldMk cId="3219014546" sldId="287"/>
        </pc:sldMkLst>
        <pc:spChg chg="mod">
          <ac:chgData name="Yashpal Singh" userId="1f20a8d43ef8778a" providerId="LiveId" clId="{C993D5B8-D0DD-4E0C-B75D-0B8A442856E0}" dt="2025-12-21T20:14:33.017" v="5401" actId="20577"/>
          <ac:spMkLst>
            <pc:docMk/>
            <pc:sldMk cId="3219014546" sldId="287"/>
            <ac:spMk id="2" creationId="{3D18EDD3-D643-22A5-60A0-52C36EF9E630}"/>
          </ac:spMkLst>
        </pc:spChg>
        <pc:spChg chg="mod">
          <ac:chgData name="Yashpal Singh" userId="1f20a8d43ef8778a" providerId="LiveId" clId="{C993D5B8-D0DD-4E0C-B75D-0B8A442856E0}" dt="2025-12-21T20:13:20.589" v="5395" actId="403"/>
          <ac:spMkLst>
            <pc:docMk/>
            <pc:sldMk cId="3219014546" sldId="287"/>
            <ac:spMk id="3" creationId="{3A47B1C2-3C0A-81AA-6509-12E3F8B8604E}"/>
          </ac:spMkLst>
        </pc:spChg>
        <pc:spChg chg="mod">
          <ac:chgData name="Yashpal Singh" userId="1f20a8d43ef8778a" providerId="LiveId" clId="{C993D5B8-D0DD-4E0C-B75D-0B8A442856E0}" dt="2025-12-21T20:13:51.676" v="5397" actId="403"/>
          <ac:spMkLst>
            <pc:docMk/>
            <pc:sldMk cId="3219014546" sldId="287"/>
            <ac:spMk id="4" creationId="{C04B101C-AA34-1566-9CAA-318E4E6BCE94}"/>
          </ac:spMkLst>
        </pc:spChg>
        <pc:spChg chg="mod">
          <ac:chgData name="Yashpal Singh" userId="1f20a8d43ef8778a" providerId="LiveId" clId="{C993D5B8-D0DD-4E0C-B75D-0B8A442856E0}" dt="2025-12-21T20:14:35.649" v="5402" actId="20577"/>
          <ac:spMkLst>
            <pc:docMk/>
            <pc:sldMk cId="3219014546" sldId="287"/>
            <ac:spMk id="6" creationId="{0626AA8E-FD57-F69F-FCAE-5C2FE8259166}"/>
          </ac:spMkLst>
        </pc:spChg>
        <pc:spChg chg="mod">
          <ac:chgData name="Yashpal Singh" userId="1f20a8d43ef8778a" providerId="LiveId" clId="{C993D5B8-D0DD-4E0C-B75D-0B8A442856E0}" dt="2025-12-21T20:13:09.723" v="5394" actId="113"/>
          <ac:spMkLst>
            <pc:docMk/>
            <pc:sldMk cId="3219014546" sldId="287"/>
            <ac:spMk id="8" creationId="{AA0C475E-CE0C-0479-55E7-A37AE95857F5}"/>
          </ac:spMkLst>
        </pc:spChg>
        <pc:spChg chg="mod">
          <ac:chgData name="Yashpal Singh" userId="1f20a8d43ef8778a" providerId="LiveId" clId="{C993D5B8-D0DD-4E0C-B75D-0B8A442856E0}" dt="2025-12-21T20:14:28.545" v="5400" actId="115"/>
          <ac:spMkLst>
            <pc:docMk/>
            <pc:sldMk cId="3219014546" sldId="287"/>
            <ac:spMk id="305" creationId="{0B11B5A9-DF07-C3E5-ED67-A1C3BA2A9031}"/>
          </ac:spMkLst>
        </pc:spChg>
        <pc:graphicFrameChg chg="del mod modGraphic">
          <ac:chgData name="Yashpal Singh" userId="1f20a8d43ef8778a" providerId="LiveId" clId="{C993D5B8-D0DD-4E0C-B75D-0B8A442856E0}" dt="2025-12-21T06:33:21.178" v="5037" actId="478"/>
          <ac:graphicFrameMkLst>
            <pc:docMk/>
            <pc:sldMk cId="3219014546" sldId="287"/>
            <ac:graphicFrameMk id="9" creationId="{8A6FAB6F-ACAE-0165-8A8D-E8B2E46CBC0D}"/>
          </ac:graphicFrameMkLst>
        </pc:graphicFrameChg>
      </pc:sldChg>
      <pc:sldChg chg="modSp add mod">
        <pc:chgData name="Yashpal Singh" userId="1f20a8d43ef8778a" providerId="LiveId" clId="{C993D5B8-D0DD-4E0C-B75D-0B8A442856E0}" dt="2025-12-21T20:49:51.691" v="5994" actId="113"/>
        <pc:sldMkLst>
          <pc:docMk/>
          <pc:sldMk cId="1892145034" sldId="288"/>
        </pc:sldMkLst>
        <pc:spChg chg="mod">
          <ac:chgData name="Yashpal Singh" userId="1f20a8d43ef8778a" providerId="LiveId" clId="{C993D5B8-D0DD-4E0C-B75D-0B8A442856E0}" dt="2025-12-20T23:55:46.583" v="4180" actId="20577"/>
          <ac:spMkLst>
            <pc:docMk/>
            <pc:sldMk cId="1892145034" sldId="288"/>
            <ac:spMk id="250" creationId="{65181ACB-9905-EC52-1EDF-471567CFF196}"/>
          </ac:spMkLst>
        </pc:spChg>
        <pc:spChg chg="mod">
          <ac:chgData name="Yashpal Singh" userId="1f20a8d43ef8778a" providerId="LiveId" clId="{C993D5B8-D0DD-4E0C-B75D-0B8A442856E0}" dt="2025-12-21T20:49:51.691" v="5994" actId="113"/>
          <ac:spMkLst>
            <pc:docMk/>
            <pc:sldMk cId="1892145034" sldId="288"/>
            <ac:spMk id="252" creationId="{16A68B3E-659D-3F39-D57F-A319C0926A70}"/>
          </ac:spMkLst>
        </pc:spChg>
      </pc:sldChg>
      <pc:sldChg chg="modSp add mod">
        <pc:chgData name="Yashpal Singh" userId="1f20a8d43ef8778a" providerId="LiveId" clId="{C993D5B8-D0DD-4E0C-B75D-0B8A442856E0}" dt="2025-12-21T21:05:34.085" v="6305" actId="403"/>
        <pc:sldMkLst>
          <pc:docMk/>
          <pc:sldMk cId="3239696806" sldId="289"/>
        </pc:sldMkLst>
        <pc:spChg chg="mod">
          <ac:chgData name="Yashpal Singh" userId="1f20a8d43ef8778a" providerId="LiveId" clId="{C993D5B8-D0DD-4E0C-B75D-0B8A442856E0}" dt="2025-12-21T00:15:02.374" v="4200" actId="20577"/>
          <ac:spMkLst>
            <pc:docMk/>
            <pc:sldMk cId="3239696806" sldId="289"/>
            <ac:spMk id="250" creationId="{828ACA07-E99C-95C5-059F-5C90E6604B94}"/>
          </ac:spMkLst>
        </pc:spChg>
        <pc:spChg chg="mod">
          <ac:chgData name="Yashpal Singh" userId="1f20a8d43ef8778a" providerId="LiveId" clId="{C993D5B8-D0DD-4E0C-B75D-0B8A442856E0}" dt="2025-12-21T21:05:34.085" v="6305" actId="403"/>
          <ac:spMkLst>
            <pc:docMk/>
            <pc:sldMk cId="3239696806" sldId="289"/>
            <ac:spMk id="252" creationId="{8AE47F4D-02F0-9857-5697-8839BFF0C80C}"/>
          </ac:spMkLst>
        </pc:spChg>
      </pc:sldChg>
      <pc:sldChg chg="modSp add mod">
        <pc:chgData name="Yashpal Singh" userId="1f20a8d43ef8778a" providerId="LiveId" clId="{C993D5B8-D0DD-4E0C-B75D-0B8A442856E0}" dt="2025-12-21T21:11:32.985" v="6342" actId="113"/>
        <pc:sldMkLst>
          <pc:docMk/>
          <pc:sldMk cId="3984904041" sldId="290"/>
        </pc:sldMkLst>
        <pc:spChg chg="mod">
          <ac:chgData name="Yashpal Singh" userId="1f20a8d43ef8778a" providerId="LiveId" clId="{C993D5B8-D0DD-4E0C-B75D-0B8A442856E0}" dt="2025-12-21T00:15:34.226" v="4213" actId="20577"/>
          <ac:spMkLst>
            <pc:docMk/>
            <pc:sldMk cId="3984904041" sldId="290"/>
            <ac:spMk id="250" creationId="{05D04DE1-AE32-1CEC-3DED-1BA8301ED567}"/>
          </ac:spMkLst>
        </pc:spChg>
        <pc:spChg chg="mod">
          <ac:chgData name="Yashpal Singh" userId="1f20a8d43ef8778a" providerId="LiveId" clId="{C993D5B8-D0DD-4E0C-B75D-0B8A442856E0}" dt="2025-12-21T21:11:32.985" v="6342" actId="113"/>
          <ac:spMkLst>
            <pc:docMk/>
            <pc:sldMk cId="3984904041" sldId="290"/>
            <ac:spMk id="252" creationId="{CD43A038-D81E-1748-25C7-9C7FE263F810}"/>
          </ac:spMkLst>
        </pc:spChg>
      </pc:sldChg>
      <pc:sldChg chg="modSp add mod">
        <pc:chgData name="Yashpal Singh" userId="1f20a8d43ef8778a" providerId="LiveId" clId="{C993D5B8-D0DD-4E0C-B75D-0B8A442856E0}" dt="2025-12-21T21:18:09.182" v="6399" actId="113"/>
        <pc:sldMkLst>
          <pc:docMk/>
          <pc:sldMk cId="3994838500" sldId="291"/>
        </pc:sldMkLst>
        <pc:spChg chg="mod">
          <ac:chgData name="Yashpal Singh" userId="1f20a8d43ef8778a" providerId="LiveId" clId="{C993D5B8-D0DD-4E0C-B75D-0B8A442856E0}" dt="2025-12-21T00:15:52.170" v="4224" actId="20577"/>
          <ac:spMkLst>
            <pc:docMk/>
            <pc:sldMk cId="3994838500" sldId="291"/>
            <ac:spMk id="250" creationId="{2F273264-3678-725C-8303-56425D226B64}"/>
          </ac:spMkLst>
        </pc:spChg>
        <pc:spChg chg="mod">
          <ac:chgData name="Yashpal Singh" userId="1f20a8d43ef8778a" providerId="LiveId" clId="{C993D5B8-D0DD-4E0C-B75D-0B8A442856E0}" dt="2025-12-21T21:18:09.182" v="6399" actId="113"/>
          <ac:spMkLst>
            <pc:docMk/>
            <pc:sldMk cId="3994838500" sldId="291"/>
            <ac:spMk id="252" creationId="{208C4B8B-AB06-2814-0289-7BF7AC67312B}"/>
          </ac:spMkLst>
        </pc:spChg>
      </pc:sldChg>
      <pc:sldChg chg="modSp add mod">
        <pc:chgData name="Yashpal Singh" userId="1f20a8d43ef8778a" providerId="LiveId" clId="{C993D5B8-D0DD-4E0C-B75D-0B8A442856E0}" dt="2025-12-22T01:38:18.940" v="8669"/>
        <pc:sldMkLst>
          <pc:docMk/>
          <pc:sldMk cId="2781504042" sldId="292"/>
        </pc:sldMkLst>
        <pc:spChg chg="mod">
          <ac:chgData name="Yashpal Singh" userId="1f20a8d43ef8778a" providerId="LiveId" clId="{C993D5B8-D0DD-4E0C-B75D-0B8A442856E0}" dt="2025-12-21T00:16:17.079" v="4235" actId="20577"/>
          <ac:spMkLst>
            <pc:docMk/>
            <pc:sldMk cId="2781504042" sldId="292"/>
            <ac:spMk id="250" creationId="{436877B1-531F-86FC-FBAD-1CC40B672654}"/>
          </ac:spMkLst>
        </pc:spChg>
        <pc:spChg chg="mod">
          <ac:chgData name="Yashpal Singh" userId="1f20a8d43ef8778a" providerId="LiveId" clId="{C993D5B8-D0DD-4E0C-B75D-0B8A442856E0}" dt="2025-12-22T01:38:18.940" v="8669"/>
          <ac:spMkLst>
            <pc:docMk/>
            <pc:sldMk cId="2781504042" sldId="292"/>
            <ac:spMk id="252" creationId="{2313D1C9-F3CD-C412-0C56-E6AE609E50E7}"/>
          </ac:spMkLst>
        </pc:spChg>
      </pc:sldChg>
      <pc:sldChg chg="addSp modSp add mod ord">
        <pc:chgData name="Yashpal Singh" userId="1f20a8d43ef8778a" providerId="LiveId" clId="{C993D5B8-D0DD-4E0C-B75D-0B8A442856E0}" dt="2025-12-21T20:31:13.068" v="5620"/>
        <pc:sldMkLst>
          <pc:docMk/>
          <pc:sldMk cId="2850349280" sldId="293"/>
        </pc:sldMkLst>
        <pc:spChg chg="add mod">
          <ac:chgData name="Yashpal Singh" userId="1f20a8d43ef8778a" providerId="LiveId" clId="{C993D5B8-D0DD-4E0C-B75D-0B8A442856E0}" dt="2025-12-21T20:30:36.182" v="5618" actId="115"/>
          <ac:spMkLst>
            <pc:docMk/>
            <pc:sldMk cId="2850349280" sldId="293"/>
            <ac:spMk id="2" creationId="{820A7772-E566-77BC-5E45-2BB9CE22FA3C}"/>
          </ac:spMkLst>
        </pc:spChg>
        <pc:spChg chg="mod">
          <ac:chgData name="Yashpal Singh" userId="1f20a8d43ef8778a" providerId="LiveId" clId="{C993D5B8-D0DD-4E0C-B75D-0B8A442856E0}" dt="2025-12-21T20:30:30.144" v="5617" actId="115"/>
          <ac:spMkLst>
            <pc:docMk/>
            <pc:sldMk cId="2850349280" sldId="293"/>
            <ac:spMk id="252" creationId="{8F469D37-4D6A-3698-71E5-59392C00F2BF}"/>
          </ac:spMkLst>
        </pc:spChg>
      </pc:sldChg>
      <pc:sldChg chg="addSp modSp add mod ord">
        <pc:chgData name="Yashpal Singh" userId="1f20a8d43ef8778a" providerId="LiveId" clId="{C993D5B8-D0DD-4E0C-B75D-0B8A442856E0}" dt="2025-12-22T00:59:28.312" v="8299" actId="113"/>
        <pc:sldMkLst>
          <pc:docMk/>
          <pc:sldMk cId="453366973" sldId="294"/>
        </pc:sldMkLst>
        <pc:spChg chg="add mod">
          <ac:chgData name="Yashpal Singh" userId="1f20a8d43ef8778a" providerId="LiveId" clId="{C993D5B8-D0DD-4E0C-B75D-0B8A442856E0}" dt="2025-12-22T00:59:28.312" v="8299" actId="113"/>
          <ac:spMkLst>
            <pc:docMk/>
            <pc:sldMk cId="453366973" sldId="294"/>
            <ac:spMk id="2" creationId="{D1B3CCA7-EE2A-BB16-03D7-9815AD0D289C}"/>
          </ac:spMkLst>
        </pc:spChg>
        <pc:spChg chg="add">
          <ac:chgData name="Yashpal Singh" userId="1f20a8d43ef8778a" providerId="LiveId" clId="{C993D5B8-D0DD-4E0C-B75D-0B8A442856E0}" dt="2025-12-22T00:24:09.525" v="7610"/>
          <ac:spMkLst>
            <pc:docMk/>
            <pc:sldMk cId="453366973" sldId="294"/>
            <ac:spMk id="3" creationId="{08F115B2-3F5B-1DF8-999C-D28CF5F2FE42}"/>
          </ac:spMkLst>
        </pc:spChg>
        <pc:spChg chg="mod">
          <ac:chgData name="Yashpal Singh" userId="1f20a8d43ef8778a" providerId="LiveId" clId="{C993D5B8-D0DD-4E0C-B75D-0B8A442856E0}" dt="2025-12-21T00:59:03.958" v="4391" actId="20577"/>
          <ac:spMkLst>
            <pc:docMk/>
            <pc:sldMk cId="453366973" sldId="294"/>
            <ac:spMk id="250" creationId="{8DF327A0-0CEA-EA3F-5243-E1D0F2C37875}"/>
          </ac:spMkLst>
        </pc:spChg>
        <pc:spChg chg="mod">
          <ac:chgData name="Yashpal Singh" userId="1f20a8d43ef8778a" providerId="LiveId" clId="{C993D5B8-D0DD-4E0C-B75D-0B8A442856E0}" dt="2025-12-22T00:59:21.940" v="8298" actId="113"/>
          <ac:spMkLst>
            <pc:docMk/>
            <pc:sldMk cId="453366973" sldId="294"/>
            <ac:spMk id="252" creationId="{68D4756F-ED25-48A3-2A00-69EB6F63D480}"/>
          </ac:spMkLst>
        </pc:spChg>
      </pc:sldChg>
      <pc:sldChg chg="add del">
        <pc:chgData name="Yashpal Singh" userId="1f20a8d43ef8778a" providerId="LiveId" clId="{C993D5B8-D0DD-4E0C-B75D-0B8A442856E0}" dt="2025-12-21T21:26:25.562" v="6438" actId="47"/>
        <pc:sldMkLst>
          <pc:docMk/>
          <pc:sldMk cId="3859142656" sldId="295"/>
        </pc:sldMkLst>
      </pc:sldChg>
      <pc:sldChg chg="addSp modSp add mod">
        <pc:chgData name="Yashpal Singh" userId="1f20a8d43ef8778a" providerId="LiveId" clId="{C993D5B8-D0DD-4E0C-B75D-0B8A442856E0}" dt="2025-12-22T01:09:34.553" v="8461" actId="20577"/>
        <pc:sldMkLst>
          <pc:docMk/>
          <pc:sldMk cId="1905952389" sldId="296"/>
        </pc:sldMkLst>
        <pc:spChg chg="add mod">
          <ac:chgData name="Yashpal Singh" userId="1f20a8d43ef8778a" providerId="LiveId" clId="{C993D5B8-D0DD-4E0C-B75D-0B8A442856E0}" dt="2025-12-22T01:06:08.197" v="8366" actId="113"/>
          <ac:spMkLst>
            <pc:docMk/>
            <pc:sldMk cId="1905952389" sldId="296"/>
            <ac:spMk id="2" creationId="{F3ADB584-3B37-70B2-9842-79CD6B638468}"/>
          </ac:spMkLst>
        </pc:spChg>
        <pc:spChg chg="mod">
          <ac:chgData name="Yashpal Singh" userId="1f20a8d43ef8778a" providerId="LiveId" clId="{C993D5B8-D0DD-4E0C-B75D-0B8A442856E0}" dt="2025-12-22T01:05:39.495" v="8356" actId="14100"/>
          <ac:spMkLst>
            <pc:docMk/>
            <pc:sldMk cId="1905952389" sldId="296"/>
            <ac:spMk id="250" creationId="{97189B8B-C85F-A959-EA25-7EDF822C61AE}"/>
          </ac:spMkLst>
        </pc:spChg>
        <pc:spChg chg="mod">
          <ac:chgData name="Yashpal Singh" userId="1f20a8d43ef8778a" providerId="LiveId" clId="{C993D5B8-D0DD-4E0C-B75D-0B8A442856E0}" dt="2025-12-22T01:09:34.553" v="8461" actId="20577"/>
          <ac:spMkLst>
            <pc:docMk/>
            <pc:sldMk cId="1905952389" sldId="296"/>
            <ac:spMk id="252" creationId="{D73A391B-41FF-DC15-7765-115F38459D54}"/>
          </ac:spMkLst>
        </pc:spChg>
      </pc:sldChg>
      <pc:sldChg chg="addSp modSp add mod">
        <pc:chgData name="Yashpal Singh" userId="1f20a8d43ef8778a" providerId="LiveId" clId="{C993D5B8-D0DD-4E0C-B75D-0B8A442856E0}" dt="2025-12-22T04:41:32.766" v="11033" actId="115"/>
        <pc:sldMkLst>
          <pc:docMk/>
          <pc:sldMk cId="224686512" sldId="297"/>
        </pc:sldMkLst>
        <pc:spChg chg="add mod">
          <ac:chgData name="Yashpal Singh" userId="1f20a8d43ef8778a" providerId="LiveId" clId="{C993D5B8-D0DD-4E0C-B75D-0B8A442856E0}" dt="2025-12-22T01:12:15.573" v="8480"/>
          <ac:spMkLst>
            <pc:docMk/>
            <pc:sldMk cId="224686512" sldId="297"/>
            <ac:spMk id="2" creationId="{9C32396B-4A96-28A3-AED3-7CA32617CF30}"/>
          </ac:spMkLst>
        </pc:spChg>
        <pc:spChg chg="mod">
          <ac:chgData name="Yashpal Singh" userId="1f20a8d43ef8778a" providerId="LiveId" clId="{C993D5B8-D0DD-4E0C-B75D-0B8A442856E0}" dt="2025-12-22T01:12:12.882" v="8479" actId="14100"/>
          <ac:spMkLst>
            <pc:docMk/>
            <pc:sldMk cId="224686512" sldId="297"/>
            <ac:spMk id="250" creationId="{6E8EE8D0-776F-AE8D-933A-0112EEDEE8FF}"/>
          </ac:spMkLst>
        </pc:spChg>
        <pc:spChg chg="mod">
          <ac:chgData name="Yashpal Singh" userId="1f20a8d43ef8778a" providerId="LiveId" clId="{C993D5B8-D0DD-4E0C-B75D-0B8A442856E0}" dt="2025-12-22T04:41:32.766" v="11033" actId="115"/>
          <ac:spMkLst>
            <pc:docMk/>
            <pc:sldMk cId="224686512" sldId="297"/>
            <ac:spMk id="252" creationId="{53F7BEBF-657E-7A26-5D99-C1FB6E572D16}"/>
          </ac:spMkLst>
        </pc:spChg>
      </pc:sldChg>
      <pc:sldChg chg="addSp modSp add mod">
        <pc:chgData name="Yashpal Singh" userId="1f20a8d43ef8778a" providerId="LiveId" clId="{C993D5B8-D0DD-4E0C-B75D-0B8A442856E0}" dt="2025-12-22T01:26:20.395" v="8629" actId="6549"/>
        <pc:sldMkLst>
          <pc:docMk/>
          <pc:sldMk cId="998899277" sldId="298"/>
        </pc:sldMkLst>
        <pc:spChg chg="add mod">
          <ac:chgData name="Yashpal Singh" userId="1f20a8d43ef8778a" providerId="LiveId" clId="{C993D5B8-D0DD-4E0C-B75D-0B8A442856E0}" dt="2025-12-22T01:19:28.222" v="8588" actId="113"/>
          <ac:spMkLst>
            <pc:docMk/>
            <pc:sldMk cId="998899277" sldId="298"/>
            <ac:spMk id="2" creationId="{F695D7FC-03A0-5016-2A33-43477469EDBB}"/>
          </ac:spMkLst>
        </pc:spChg>
        <pc:spChg chg="mod">
          <ac:chgData name="Yashpal Singh" userId="1f20a8d43ef8778a" providerId="LiveId" clId="{C993D5B8-D0DD-4E0C-B75D-0B8A442856E0}" dt="2025-12-22T01:18:54.330" v="8578" actId="20577"/>
          <ac:spMkLst>
            <pc:docMk/>
            <pc:sldMk cId="998899277" sldId="298"/>
            <ac:spMk id="250" creationId="{E89303C1-3000-2FF4-D2BC-AA0C118E635C}"/>
          </ac:spMkLst>
        </pc:spChg>
        <pc:spChg chg="mod">
          <ac:chgData name="Yashpal Singh" userId="1f20a8d43ef8778a" providerId="LiveId" clId="{C993D5B8-D0DD-4E0C-B75D-0B8A442856E0}" dt="2025-12-22T01:26:20.395" v="8629" actId="6549"/>
          <ac:spMkLst>
            <pc:docMk/>
            <pc:sldMk cId="998899277" sldId="298"/>
            <ac:spMk id="252" creationId="{B78D31EE-1056-F21D-F08E-C0B7D8A32456}"/>
          </ac:spMkLst>
        </pc:spChg>
      </pc:sldChg>
      <pc:sldChg chg="addSp modSp add mod">
        <pc:chgData name="Yashpal Singh" userId="1f20a8d43ef8778a" providerId="LiveId" clId="{C993D5B8-D0DD-4E0C-B75D-0B8A442856E0}" dt="2025-12-22T01:45:49.346" v="8682" actId="1076"/>
        <pc:sldMkLst>
          <pc:docMk/>
          <pc:sldMk cId="1330707911" sldId="299"/>
        </pc:sldMkLst>
        <pc:spChg chg="add mod">
          <ac:chgData name="Yashpal Singh" userId="1f20a8d43ef8778a" providerId="LiveId" clId="{C993D5B8-D0DD-4E0C-B75D-0B8A442856E0}" dt="2025-12-22T01:45:49.346" v="8682" actId="1076"/>
          <ac:spMkLst>
            <pc:docMk/>
            <pc:sldMk cId="1330707911" sldId="299"/>
            <ac:spMk id="2" creationId="{B161A632-4015-C1C4-6CA7-B62DAEDE4EF7}"/>
          </ac:spMkLst>
        </pc:spChg>
        <pc:spChg chg="add">
          <ac:chgData name="Yashpal Singh" userId="1f20a8d43ef8778a" providerId="LiveId" clId="{C993D5B8-D0DD-4E0C-B75D-0B8A442856E0}" dt="2025-12-22T01:42:16.816" v="8670"/>
          <ac:spMkLst>
            <pc:docMk/>
            <pc:sldMk cId="1330707911" sldId="299"/>
            <ac:spMk id="3" creationId="{E9350EF4-ECD1-3C24-6FBA-7AFB1DC588F4}"/>
          </ac:spMkLst>
        </pc:spChg>
        <pc:spChg chg="mod">
          <ac:chgData name="Yashpal Singh" userId="1f20a8d43ef8778a" providerId="LiveId" clId="{C993D5B8-D0DD-4E0C-B75D-0B8A442856E0}" dt="2025-12-22T01:29:24.877" v="8655" actId="1076"/>
          <ac:spMkLst>
            <pc:docMk/>
            <pc:sldMk cId="1330707911" sldId="299"/>
            <ac:spMk id="250" creationId="{0C9D846E-2AA9-22F1-EC59-B6DDF9DDAC26}"/>
          </ac:spMkLst>
        </pc:spChg>
        <pc:spChg chg="mod">
          <ac:chgData name="Yashpal Singh" userId="1f20a8d43ef8778a" providerId="LiveId" clId="{C993D5B8-D0DD-4E0C-B75D-0B8A442856E0}" dt="2025-12-22T01:45:40.752" v="8681" actId="113"/>
          <ac:spMkLst>
            <pc:docMk/>
            <pc:sldMk cId="1330707911" sldId="299"/>
            <ac:spMk id="252" creationId="{FD1F5FDE-D286-60EF-A2EC-EDF461D4190A}"/>
          </ac:spMkLst>
        </pc:spChg>
      </pc:sldChg>
      <pc:sldChg chg="delSp modSp add mod">
        <pc:chgData name="Yashpal Singh" userId="1f20a8d43ef8778a" providerId="LiveId" clId="{C993D5B8-D0DD-4E0C-B75D-0B8A442856E0}" dt="2025-12-21T20:09:54.851" v="5393" actId="115"/>
        <pc:sldMkLst>
          <pc:docMk/>
          <pc:sldMk cId="1977990898" sldId="300"/>
        </pc:sldMkLst>
        <pc:spChg chg="mod">
          <ac:chgData name="Yashpal Singh" userId="1f20a8d43ef8778a" providerId="LiveId" clId="{C993D5B8-D0DD-4E0C-B75D-0B8A442856E0}" dt="2025-12-21T06:41:59.908" v="5087" actId="20577"/>
          <ac:spMkLst>
            <pc:docMk/>
            <pc:sldMk cId="1977990898" sldId="300"/>
            <ac:spMk id="2" creationId="{FDBBD5EF-1026-1F4A-5897-0EAB4FD5BD2F}"/>
          </ac:spMkLst>
        </pc:spChg>
        <pc:spChg chg="mod">
          <ac:chgData name="Yashpal Singh" userId="1f20a8d43ef8778a" providerId="LiveId" clId="{C993D5B8-D0DD-4E0C-B75D-0B8A442856E0}" dt="2025-12-21T20:09:12.353" v="5392" actId="404"/>
          <ac:spMkLst>
            <pc:docMk/>
            <pc:sldMk cId="1977990898" sldId="300"/>
            <ac:spMk id="3" creationId="{6921BAD4-1D74-798D-8CE3-1ACB190BBCC6}"/>
          </ac:spMkLst>
        </pc:spChg>
        <pc:spChg chg="del mod">
          <ac:chgData name="Yashpal Singh" userId="1f20a8d43ef8778a" providerId="LiveId" clId="{C993D5B8-D0DD-4E0C-B75D-0B8A442856E0}" dt="2025-12-21T01:07:04.453" v="4418"/>
          <ac:spMkLst>
            <pc:docMk/>
            <pc:sldMk cId="1977990898" sldId="300"/>
            <ac:spMk id="4" creationId="{A6C55576-5197-F422-CDFD-A22C5EDE1F40}"/>
          </ac:spMkLst>
        </pc:spChg>
        <pc:spChg chg="mod">
          <ac:chgData name="Yashpal Singh" userId="1f20a8d43ef8778a" providerId="LiveId" clId="{C993D5B8-D0DD-4E0C-B75D-0B8A442856E0}" dt="2025-12-21T20:09:54.851" v="5393" actId="115"/>
          <ac:spMkLst>
            <pc:docMk/>
            <pc:sldMk cId="1977990898" sldId="300"/>
            <ac:spMk id="305" creationId="{0320D598-7599-8DF6-7A06-8235B012588F}"/>
          </ac:spMkLst>
        </pc:spChg>
      </pc:sldChg>
      <pc:sldChg chg="delSp modSp add mod">
        <pc:chgData name="Yashpal Singh" userId="1f20a8d43ef8778a" providerId="LiveId" clId="{C993D5B8-D0DD-4E0C-B75D-0B8A442856E0}" dt="2025-12-22T04:57:29.542" v="11053" actId="20577"/>
        <pc:sldMkLst>
          <pc:docMk/>
          <pc:sldMk cId="1543413991" sldId="301"/>
        </pc:sldMkLst>
        <pc:spChg chg="mod">
          <ac:chgData name="Yashpal Singh" userId="1f20a8d43ef8778a" providerId="LiveId" clId="{C993D5B8-D0DD-4E0C-B75D-0B8A442856E0}" dt="2025-12-22T04:40:32.002" v="11031" actId="115"/>
          <ac:spMkLst>
            <pc:docMk/>
            <pc:sldMk cId="1543413991" sldId="301"/>
            <ac:spMk id="2" creationId="{00565F48-5968-41E6-AF52-FECF8901D178}"/>
          </ac:spMkLst>
        </pc:spChg>
        <pc:spChg chg="mod">
          <ac:chgData name="Yashpal Singh" userId="1f20a8d43ef8778a" providerId="LiveId" clId="{C993D5B8-D0DD-4E0C-B75D-0B8A442856E0}" dt="2025-12-21T20:08:28.385" v="5390" actId="404"/>
          <ac:spMkLst>
            <pc:docMk/>
            <pc:sldMk cId="1543413991" sldId="301"/>
            <ac:spMk id="3" creationId="{20642C74-0A20-D254-5349-BA5B41B93A3A}"/>
          </ac:spMkLst>
        </pc:spChg>
        <pc:spChg chg="del mod">
          <ac:chgData name="Yashpal Singh" userId="1f20a8d43ef8778a" providerId="LiveId" clId="{C993D5B8-D0DD-4E0C-B75D-0B8A442856E0}" dt="2025-12-21T01:07:19.862" v="4421"/>
          <ac:spMkLst>
            <pc:docMk/>
            <pc:sldMk cId="1543413991" sldId="301"/>
            <ac:spMk id="4" creationId="{123143AE-CA14-77C6-813E-548ACEAF1DF7}"/>
          </ac:spMkLst>
        </pc:spChg>
        <pc:spChg chg="mod">
          <ac:chgData name="Yashpal Singh" userId="1f20a8d43ef8778a" providerId="LiveId" clId="{C993D5B8-D0DD-4E0C-B75D-0B8A442856E0}" dt="2025-12-22T04:57:29.542" v="11053" actId="20577"/>
          <ac:spMkLst>
            <pc:docMk/>
            <pc:sldMk cId="1543413991" sldId="301"/>
            <ac:spMk id="305" creationId="{7419F97B-49A0-B5B6-31FB-61D343D3761A}"/>
          </ac:spMkLst>
        </pc:spChg>
      </pc:sldChg>
      <pc:sldChg chg="addSp delSp modSp add mod">
        <pc:chgData name="Yashpal Singh" userId="1f20a8d43ef8778a" providerId="LiveId" clId="{C993D5B8-D0DD-4E0C-B75D-0B8A442856E0}" dt="2025-12-21T20:07:20.515" v="5385"/>
        <pc:sldMkLst>
          <pc:docMk/>
          <pc:sldMk cId="2018904868" sldId="302"/>
        </pc:sldMkLst>
        <pc:spChg chg="mod">
          <ac:chgData name="Yashpal Singh" userId="1f20a8d43ef8778a" providerId="LiveId" clId="{C993D5B8-D0DD-4E0C-B75D-0B8A442856E0}" dt="2025-12-21T20:07:20.515" v="5385"/>
          <ac:spMkLst>
            <pc:docMk/>
            <pc:sldMk cId="2018904868" sldId="302"/>
            <ac:spMk id="2" creationId="{23270394-99C0-E944-BED1-51C1B9D6FE9E}"/>
          </ac:spMkLst>
        </pc:spChg>
        <pc:spChg chg="mod">
          <ac:chgData name="Yashpal Singh" userId="1f20a8d43ef8778a" providerId="LiveId" clId="{C993D5B8-D0DD-4E0C-B75D-0B8A442856E0}" dt="2025-12-21T20:06:46.821" v="5384" actId="1076"/>
          <ac:spMkLst>
            <pc:docMk/>
            <pc:sldMk cId="2018904868" sldId="302"/>
            <ac:spMk id="3" creationId="{8A9359A6-6AFE-E8E5-6B6C-7EC2F51E21E0}"/>
          </ac:spMkLst>
        </pc:spChg>
        <pc:spChg chg="del mod">
          <ac:chgData name="Yashpal Singh" userId="1f20a8d43ef8778a" providerId="LiveId" clId="{C993D5B8-D0DD-4E0C-B75D-0B8A442856E0}" dt="2025-12-21T01:07:39.761" v="4425"/>
          <ac:spMkLst>
            <pc:docMk/>
            <pc:sldMk cId="2018904868" sldId="302"/>
            <ac:spMk id="4" creationId="{2AE04358-69C8-543D-966E-52D80D75F71B}"/>
          </ac:spMkLst>
        </pc:spChg>
        <pc:spChg chg="add">
          <ac:chgData name="Yashpal Singh" userId="1f20a8d43ef8778a" providerId="LiveId" clId="{C993D5B8-D0DD-4E0C-B75D-0B8A442856E0}" dt="2025-12-21T06:47:00.320" v="5093"/>
          <ac:spMkLst>
            <pc:docMk/>
            <pc:sldMk cId="2018904868" sldId="302"/>
            <ac:spMk id="5" creationId="{0168F9F8-148C-0474-2CEC-81A97D83AC36}"/>
          </ac:spMkLst>
        </pc:spChg>
        <pc:spChg chg="mod">
          <ac:chgData name="Yashpal Singh" userId="1f20a8d43ef8778a" providerId="LiveId" clId="{C993D5B8-D0DD-4E0C-B75D-0B8A442856E0}" dt="2025-12-21T20:06:19.465" v="5379" actId="20577"/>
          <ac:spMkLst>
            <pc:docMk/>
            <pc:sldMk cId="2018904868" sldId="302"/>
            <ac:spMk id="6" creationId="{B6474765-ADA1-9385-64EB-51DF024EC00C}"/>
          </ac:spMkLst>
        </pc:spChg>
        <pc:spChg chg="del mod">
          <ac:chgData name="Yashpal Singh" userId="1f20a8d43ef8778a" providerId="LiveId" clId="{C993D5B8-D0DD-4E0C-B75D-0B8A442856E0}" dt="2025-12-21T01:07:39.761" v="4427"/>
          <ac:spMkLst>
            <pc:docMk/>
            <pc:sldMk cId="2018904868" sldId="302"/>
            <ac:spMk id="8" creationId="{2C831E56-D999-606A-44A2-EEB2F6AA470D}"/>
          </ac:spMkLst>
        </pc:spChg>
        <pc:spChg chg="mod">
          <ac:chgData name="Yashpal Singh" userId="1f20a8d43ef8778a" providerId="LiveId" clId="{C993D5B8-D0DD-4E0C-B75D-0B8A442856E0}" dt="2025-12-21T20:06:40.432" v="5383" actId="1076"/>
          <ac:spMkLst>
            <pc:docMk/>
            <pc:sldMk cId="2018904868" sldId="302"/>
            <ac:spMk id="305" creationId="{5FB2AED2-943B-D9C6-2D27-EC1DDD370D60}"/>
          </ac:spMkLst>
        </pc:spChg>
        <pc:graphicFrameChg chg="del">
          <ac:chgData name="Yashpal Singh" userId="1f20a8d43ef8778a" providerId="LiveId" clId="{C993D5B8-D0DD-4E0C-B75D-0B8A442856E0}" dt="2025-12-21T06:48:22.023" v="5133" actId="478"/>
          <ac:graphicFrameMkLst>
            <pc:docMk/>
            <pc:sldMk cId="2018904868" sldId="302"/>
            <ac:graphicFrameMk id="9" creationId="{9F1528BD-25CA-213C-C875-3D2F1DB579AC}"/>
          </ac:graphicFrameMkLst>
        </pc:graphicFrameChg>
      </pc:sldChg>
      <pc:sldChg chg="addSp modSp add mod">
        <pc:chgData name="Yashpal Singh" userId="1f20a8d43ef8778a" providerId="LiveId" clId="{C993D5B8-D0DD-4E0C-B75D-0B8A442856E0}" dt="2025-12-21T19:59:51.588" v="5369" actId="404"/>
        <pc:sldMkLst>
          <pc:docMk/>
          <pc:sldMk cId="4012960644" sldId="303"/>
        </pc:sldMkLst>
        <pc:spChg chg="mod">
          <ac:chgData name="Yashpal Singh" userId="1f20a8d43ef8778a" providerId="LiveId" clId="{C993D5B8-D0DD-4E0C-B75D-0B8A442856E0}" dt="2025-12-21T19:38:41.498" v="5174"/>
          <ac:spMkLst>
            <pc:docMk/>
            <pc:sldMk cId="4012960644" sldId="303"/>
            <ac:spMk id="2" creationId="{955C1BF7-98F7-FE54-1DF7-7253E53D6C6C}"/>
          </ac:spMkLst>
        </pc:spChg>
        <pc:spChg chg="mod">
          <ac:chgData name="Yashpal Singh" userId="1f20a8d43ef8778a" providerId="LiveId" clId="{C993D5B8-D0DD-4E0C-B75D-0B8A442856E0}" dt="2025-12-21T19:59:51.588" v="5369" actId="404"/>
          <ac:spMkLst>
            <pc:docMk/>
            <pc:sldMk cId="4012960644" sldId="303"/>
            <ac:spMk id="3" creationId="{1940477A-5571-6996-FB88-476AB4CDCE5B}"/>
          </ac:spMkLst>
        </pc:spChg>
        <pc:spChg chg="add mod">
          <ac:chgData name="Yashpal Singh" userId="1f20a8d43ef8778a" providerId="LiveId" clId="{C993D5B8-D0DD-4E0C-B75D-0B8A442856E0}" dt="2025-12-21T19:41:38.413" v="5185" actId="113"/>
          <ac:spMkLst>
            <pc:docMk/>
            <pc:sldMk cId="4012960644" sldId="303"/>
            <ac:spMk id="4" creationId="{D4BDF034-3F68-764D-EFE2-93A029A7F331}"/>
          </ac:spMkLst>
        </pc:spChg>
        <pc:spChg chg="mod">
          <ac:chgData name="Yashpal Singh" userId="1f20a8d43ef8778a" providerId="LiveId" clId="{C993D5B8-D0DD-4E0C-B75D-0B8A442856E0}" dt="2025-12-21T19:39:09.344" v="5177" actId="115"/>
          <ac:spMkLst>
            <pc:docMk/>
            <pc:sldMk cId="4012960644" sldId="303"/>
            <ac:spMk id="305" creationId="{6CB9A331-EF5C-1637-4A28-D9077B780B64}"/>
          </ac:spMkLst>
        </pc:spChg>
      </pc:sldChg>
      <pc:sldChg chg="modSp add mod">
        <pc:chgData name="Yashpal Singh" userId="1f20a8d43ef8778a" providerId="LiveId" clId="{C993D5B8-D0DD-4E0C-B75D-0B8A442856E0}" dt="2025-12-22T04:39:13.651" v="11029" actId="115"/>
        <pc:sldMkLst>
          <pc:docMk/>
          <pc:sldMk cId="2313452526" sldId="304"/>
        </pc:sldMkLst>
        <pc:spChg chg="mod">
          <ac:chgData name="Yashpal Singh" userId="1f20a8d43ef8778a" providerId="LiveId" clId="{C993D5B8-D0DD-4E0C-B75D-0B8A442856E0}" dt="2025-12-21T19:52:11.562" v="5334" actId="113"/>
          <ac:spMkLst>
            <pc:docMk/>
            <pc:sldMk cId="2313452526" sldId="304"/>
            <ac:spMk id="2" creationId="{0CEB57E4-0784-3429-B9FB-937EC6C0D983}"/>
          </ac:spMkLst>
        </pc:spChg>
        <pc:spChg chg="mod">
          <ac:chgData name="Yashpal Singh" userId="1f20a8d43ef8778a" providerId="LiveId" clId="{C993D5B8-D0DD-4E0C-B75D-0B8A442856E0}" dt="2025-12-21T19:57:42.262" v="5362" actId="20577"/>
          <ac:spMkLst>
            <pc:docMk/>
            <pc:sldMk cId="2313452526" sldId="304"/>
            <ac:spMk id="3" creationId="{3B3B7A0D-F8D0-EE27-9B00-0B706E3A92EC}"/>
          </ac:spMkLst>
        </pc:spChg>
        <pc:spChg chg="mod">
          <ac:chgData name="Yashpal Singh" userId="1f20a8d43ef8778a" providerId="LiveId" clId="{C993D5B8-D0DD-4E0C-B75D-0B8A442856E0}" dt="2025-12-22T04:39:13.651" v="11029" actId="115"/>
          <ac:spMkLst>
            <pc:docMk/>
            <pc:sldMk cId="2313452526" sldId="304"/>
            <ac:spMk id="305" creationId="{265314BF-D1AD-32BA-4EC7-CF6DE1491502}"/>
          </ac:spMkLst>
        </pc:spChg>
      </pc:sldChg>
      <pc:sldChg chg="delSp modSp add mod">
        <pc:chgData name="Yashpal Singh" userId="1f20a8d43ef8778a" providerId="LiveId" clId="{C993D5B8-D0DD-4E0C-B75D-0B8A442856E0}" dt="2025-12-22T04:39:49.311" v="11030"/>
        <pc:sldMkLst>
          <pc:docMk/>
          <pc:sldMk cId="398237574" sldId="305"/>
        </pc:sldMkLst>
        <pc:spChg chg="mod">
          <ac:chgData name="Yashpal Singh" userId="1f20a8d43ef8778a" providerId="LiveId" clId="{C993D5B8-D0DD-4E0C-B75D-0B8A442856E0}" dt="2025-12-22T04:39:49.311" v="11030"/>
          <ac:spMkLst>
            <pc:docMk/>
            <pc:sldMk cId="398237574" sldId="305"/>
            <ac:spMk id="2" creationId="{058803AB-0087-AA4C-6CCB-DEDDC4B76F12}"/>
          </ac:spMkLst>
        </pc:spChg>
        <pc:spChg chg="mod">
          <ac:chgData name="Yashpal Singh" userId="1f20a8d43ef8778a" providerId="LiveId" clId="{C993D5B8-D0DD-4E0C-B75D-0B8A442856E0}" dt="2025-12-21T19:56:27.712" v="5355" actId="20577"/>
          <ac:spMkLst>
            <pc:docMk/>
            <pc:sldMk cId="398237574" sldId="305"/>
            <ac:spMk id="3" creationId="{0B0D3D98-FBBC-30CC-8B5D-40673D8F0D66}"/>
          </ac:spMkLst>
        </pc:spChg>
        <pc:spChg chg="mod">
          <ac:chgData name="Yashpal Singh" userId="1f20a8d43ef8778a" providerId="LiveId" clId="{C993D5B8-D0DD-4E0C-B75D-0B8A442856E0}" dt="2025-12-21T19:57:13.391" v="5360" actId="12"/>
          <ac:spMkLst>
            <pc:docMk/>
            <pc:sldMk cId="398237574" sldId="305"/>
            <ac:spMk id="6" creationId="{99A3CD64-6922-21B2-2F21-69C6AF0556E6}"/>
          </ac:spMkLst>
        </pc:spChg>
        <pc:spChg chg="mod">
          <ac:chgData name="Yashpal Singh" userId="1f20a8d43ef8778a" providerId="LiveId" clId="{C993D5B8-D0DD-4E0C-B75D-0B8A442856E0}" dt="2025-12-21T19:56:54.393" v="5359" actId="1076"/>
          <ac:spMkLst>
            <pc:docMk/>
            <pc:sldMk cId="398237574" sldId="305"/>
            <ac:spMk id="305" creationId="{E70356E7-C02C-A571-F9D6-7558841943A4}"/>
          </ac:spMkLst>
        </pc:spChg>
        <pc:graphicFrameChg chg="del">
          <ac:chgData name="Yashpal Singh" userId="1f20a8d43ef8778a" providerId="LiveId" clId="{C993D5B8-D0DD-4E0C-B75D-0B8A442856E0}" dt="2025-12-21T07:43:51.568" v="5166" actId="478"/>
          <ac:graphicFrameMkLst>
            <pc:docMk/>
            <pc:sldMk cId="398237574" sldId="305"/>
            <ac:graphicFrameMk id="9" creationId="{AFE41B0C-D7C2-310A-4F60-14B349E45BBC}"/>
          </ac:graphicFrameMkLst>
        </pc:graphicFrameChg>
      </pc:sldChg>
      <pc:sldChg chg="delSp modSp add mod">
        <pc:chgData name="Yashpal Singh" userId="1f20a8d43ef8778a" providerId="LiveId" clId="{C993D5B8-D0DD-4E0C-B75D-0B8A442856E0}" dt="2025-12-22T04:56:55.017" v="11049"/>
        <pc:sldMkLst>
          <pc:docMk/>
          <pc:sldMk cId="2194229658" sldId="306"/>
        </pc:sldMkLst>
        <pc:spChg chg="del mod">
          <ac:chgData name="Yashpal Singh" userId="1f20a8d43ef8778a" providerId="LiveId" clId="{C993D5B8-D0DD-4E0C-B75D-0B8A442856E0}" dt="2025-12-21T04:13:10.410" v="4621" actId="478"/>
          <ac:spMkLst>
            <pc:docMk/>
            <pc:sldMk cId="2194229658" sldId="306"/>
            <ac:spMk id="2" creationId="{50996B9F-3436-506F-BDF9-8C63AE02ED27}"/>
          </ac:spMkLst>
        </pc:spChg>
        <pc:spChg chg="mod">
          <ac:chgData name="Yashpal Singh" userId="1f20a8d43ef8778a" providerId="LiveId" clId="{C993D5B8-D0DD-4E0C-B75D-0B8A442856E0}" dt="2025-12-21T05:39:10.923" v="4710" actId="1076"/>
          <ac:spMkLst>
            <pc:docMk/>
            <pc:sldMk cId="2194229658" sldId="306"/>
            <ac:spMk id="3" creationId="{033DB4D4-E557-8E15-52A5-A9782A79FB4F}"/>
          </ac:spMkLst>
        </pc:spChg>
        <pc:spChg chg="mod">
          <ac:chgData name="Yashpal Singh" userId="1f20a8d43ef8778a" providerId="LiveId" clId="{C993D5B8-D0DD-4E0C-B75D-0B8A442856E0}" dt="2025-12-21T04:11:43.097" v="4602" actId="14100"/>
          <ac:spMkLst>
            <pc:docMk/>
            <pc:sldMk cId="2194229658" sldId="306"/>
            <ac:spMk id="4" creationId="{FC2446AB-EFEC-6FE8-02BA-FFF3D5BCC89A}"/>
          </ac:spMkLst>
        </pc:spChg>
        <pc:spChg chg="del">
          <ac:chgData name="Yashpal Singh" userId="1f20a8d43ef8778a" providerId="LiveId" clId="{C993D5B8-D0DD-4E0C-B75D-0B8A442856E0}" dt="2025-12-21T05:39:49.433" v="4718" actId="478"/>
          <ac:spMkLst>
            <pc:docMk/>
            <pc:sldMk cId="2194229658" sldId="306"/>
            <ac:spMk id="5" creationId="{E9269C9F-1ED0-AE6E-BB12-128C7204DFB6}"/>
          </ac:spMkLst>
        </pc:spChg>
        <pc:spChg chg="mod">
          <ac:chgData name="Yashpal Singh" userId="1f20a8d43ef8778a" providerId="LiveId" clId="{C993D5B8-D0DD-4E0C-B75D-0B8A442856E0}" dt="2025-12-21T05:40:37.352" v="4723" actId="113"/>
          <ac:spMkLst>
            <pc:docMk/>
            <pc:sldMk cId="2194229658" sldId="306"/>
            <ac:spMk id="6" creationId="{F1A1D671-5446-3F40-4517-C30D59DEB58F}"/>
          </ac:spMkLst>
        </pc:spChg>
        <pc:spChg chg="mod">
          <ac:chgData name="Yashpal Singh" userId="1f20a8d43ef8778a" providerId="LiveId" clId="{C993D5B8-D0DD-4E0C-B75D-0B8A442856E0}" dt="2025-12-21T20:25:06.043" v="5563" actId="20577"/>
          <ac:spMkLst>
            <pc:docMk/>
            <pc:sldMk cId="2194229658" sldId="306"/>
            <ac:spMk id="7" creationId="{78C3DFEC-A050-CC4A-FD04-2EF47FB22E60}"/>
          </ac:spMkLst>
        </pc:spChg>
        <pc:spChg chg="mod">
          <ac:chgData name="Yashpal Singh" userId="1f20a8d43ef8778a" providerId="LiveId" clId="{C993D5B8-D0DD-4E0C-B75D-0B8A442856E0}" dt="2025-12-22T04:56:55.017" v="11049"/>
          <ac:spMkLst>
            <pc:docMk/>
            <pc:sldMk cId="2194229658" sldId="306"/>
            <ac:spMk id="305" creationId="{C67F5E59-A3BA-B880-EEDD-7B5F16F197E4}"/>
          </ac:spMkLst>
        </pc:spChg>
      </pc:sldChg>
      <pc:sldChg chg="addSp delSp modSp add mod ord">
        <pc:chgData name="Yashpal Singh" userId="1f20a8d43ef8778a" providerId="LiveId" clId="{C993D5B8-D0DD-4E0C-B75D-0B8A442856E0}" dt="2025-12-21T20:26:33.239" v="5606" actId="404"/>
        <pc:sldMkLst>
          <pc:docMk/>
          <pc:sldMk cId="1218018334" sldId="307"/>
        </pc:sldMkLst>
        <pc:spChg chg="del">
          <ac:chgData name="Yashpal Singh" userId="1f20a8d43ef8778a" providerId="LiveId" clId="{C993D5B8-D0DD-4E0C-B75D-0B8A442856E0}" dt="2025-12-21T04:15:26.601" v="4643" actId="478"/>
          <ac:spMkLst>
            <pc:docMk/>
            <pc:sldMk cId="1218018334" sldId="307"/>
            <ac:spMk id="2" creationId="{B631CFAF-702E-D646-35EE-929162A0662E}"/>
          </ac:spMkLst>
        </pc:spChg>
        <pc:spChg chg="mod">
          <ac:chgData name="Yashpal Singh" userId="1f20a8d43ef8778a" providerId="LiveId" clId="{C993D5B8-D0DD-4E0C-B75D-0B8A442856E0}" dt="2025-12-21T20:26:33.239" v="5606" actId="404"/>
          <ac:spMkLst>
            <pc:docMk/>
            <pc:sldMk cId="1218018334" sldId="307"/>
            <ac:spMk id="3" creationId="{6E702050-2726-3E39-F0B7-7FCC1B502363}"/>
          </ac:spMkLst>
        </pc:spChg>
        <pc:spChg chg="del">
          <ac:chgData name="Yashpal Singh" userId="1f20a8d43ef8778a" providerId="LiveId" clId="{C993D5B8-D0DD-4E0C-B75D-0B8A442856E0}" dt="2025-12-21T04:16:30.694" v="4647" actId="478"/>
          <ac:spMkLst>
            <pc:docMk/>
            <pc:sldMk cId="1218018334" sldId="307"/>
            <ac:spMk id="4" creationId="{72A37326-20C8-4A4E-264C-0C25EFD351DE}"/>
          </ac:spMkLst>
        </pc:spChg>
        <pc:spChg chg="del">
          <ac:chgData name="Yashpal Singh" userId="1f20a8d43ef8778a" providerId="LiveId" clId="{C993D5B8-D0DD-4E0C-B75D-0B8A442856E0}" dt="2025-12-21T05:38:52.180" v="4709" actId="478"/>
          <ac:spMkLst>
            <pc:docMk/>
            <pc:sldMk cId="1218018334" sldId="307"/>
            <ac:spMk id="5" creationId="{BD7A904D-5A0F-C0C0-1FC7-F764C6D251FA}"/>
          </ac:spMkLst>
        </pc:spChg>
        <pc:spChg chg="mod">
          <ac:chgData name="Yashpal Singh" userId="1f20a8d43ef8778a" providerId="LiveId" clId="{C993D5B8-D0DD-4E0C-B75D-0B8A442856E0}" dt="2025-12-21T05:38:43.415" v="4708" actId="255"/>
          <ac:spMkLst>
            <pc:docMk/>
            <pc:sldMk cId="1218018334" sldId="307"/>
            <ac:spMk id="6" creationId="{893CEF0E-4C8E-63DE-0BD0-A95F8B976CF1}"/>
          </ac:spMkLst>
        </pc:spChg>
        <pc:spChg chg="del mod">
          <ac:chgData name="Yashpal Singh" userId="1f20a8d43ef8778a" providerId="LiveId" clId="{C993D5B8-D0DD-4E0C-B75D-0B8A442856E0}" dt="2025-12-21T20:26:04.707" v="5564" actId="478"/>
          <ac:spMkLst>
            <pc:docMk/>
            <pc:sldMk cId="1218018334" sldId="307"/>
            <ac:spMk id="7" creationId="{78F59024-4E11-B935-0F08-FCD25630E294}"/>
          </ac:spMkLst>
        </pc:spChg>
        <pc:spChg chg="add mod">
          <ac:chgData name="Yashpal Singh" userId="1f20a8d43ef8778a" providerId="LiveId" clId="{C993D5B8-D0DD-4E0C-B75D-0B8A442856E0}" dt="2025-12-21T20:26:18.795" v="5604" actId="1038"/>
          <ac:spMkLst>
            <pc:docMk/>
            <pc:sldMk cId="1218018334" sldId="307"/>
            <ac:spMk id="8" creationId="{E153C65C-2C9F-6E39-8E8C-439431E756CB}"/>
          </ac:spMkLst>
        </pc:spChg>
        <pc:spChg chg="mod">
          <ac:chgData name="Yashpal Singh" userId="1f20a8d43ef8778a" providerId="LiveId" clId="{C993D5B8-D0DD-4E0C-B75D-0B8A442856E0}" dt="2025-12-21T06:24:15.255" v="4939" actId="20577"/>
          <ac:spMkLst>
            <pc:docMk/>
            <pc:sldMk cId="1218018334" sldId="307"/>
            <ac:spMk id="305" creationId="{86F5E26F-2823-2848-748D-E8F8E7299F83}"/>
          </ac:spMkLst>
        </pc:spChg>
      </pc:sldChg>
      <pc:sldChg chg="addSp delSp modSp add mod">
        <pc:chgData name="Yashpal Singh" userId="1f20a8d43ef8778a" providerId="LiveId" clId="{C993D5B8-D0DD-4E0C-B75D-0B8A442856E0}" dt="2025-12-21T20:20:12.494" v="5429" actId="1076"/>
        <pc:sldMkLst>
          <pc:docMk/>
          <pc:sldMk cId="3990457162" sldId="308"/>
        </pc:sldMkLst>
        <pc:spChg chg="mod">
          <ac:chgData name="Yashpal Singh" userId="1f20a8d43ef8778a" providerId="LiveId" clId="{C993D5B8-D0DD-4E0C-B75D-0B8A442856E0}" dt="2025-12-21T20:19:44.853" v="5426" actId="403"/>
          <ac:spMkLst>
            <pc:docMk/>
            <pc:sldMk cId="3990457162" sldId="308"/>
            <ac:spMk id="2" creationId="{63DBD0AC-8C5F-2ACA-224E-F67489A53713}"/>
          </ac:spMkLst>
        </pc:spChg>
        <pc:spChg chg="mod">
          <ac:chgData name="Yashpal Singh" userId="1f20a8d43ef8778a" providerId="LiveId" clId="{C993D5B8-D0DD-4E0C-B75D-0B8A442856E0}" dt="2025-12-21T20:20:00.747" v="5428" actId="403"/>
          <ac:spMkLst>
            <pc:docMk/>
            <pc:sldMk cId="3990457162" sldId="308"/>
            <ac:spMk id="3" creationId="{CA050BDD-B93E-7459-528E-4A3D8BDE6BA1}"/>
          </ac:spMkLst>
        </pc:spChg>
        <pc:spChg chg="mod">
          <ac:chgData name="Yashpal Singh" userId="1f20a8d43ef8778a" providerId="LiveId" clId="{C993D5B8-D0DD-4E0C-B75D-0B8A442856E0}" dt="2025-12-21T06:07:53.325" v="4868" actId="113"/>
          <ac:spMkLst>
            <pc:docMk/>
            <pc:sldMk cId="3990457162" sldId="308"/>
            <ac:spMk id="4" creationId="{60AAF3C7-40CC-2D65-EC2B-4DBFE7F42010}"/>
          </ac:spMkLst>
        </pc:spChg>
        <pc:spChg chg="add">
          <ac:chgData name="Yashpal Singh" userId="1f20a8d43ef8778a" providerId="LiveId" clId="{C993D5B8-D0DD-4E0C-B75D-0B8A442856E0}" dt="2025-12-21T05:56:20.334" v="4744"/>
          <ac:spMkLst>
            <pc:docMk/>
            <pc:sldMk cId="3990457162" sldId="308"/>
            <ac:spMk id="5" creationId="{FD80CC16-9112-AB8E-6411-01D4A2A257E2}"/>
          </ac:spMkLst>
        </pc:spChg>
        <pc:spChg chg="mod">
          <ac:chgData name="Yashpal Singh" userId="1f20a8d43ef8778a" providerId="LiveId" clId="{C993D5B8-D0DD-4E0C-B75D-0B8A442856E0}" dt="2025-12-21T06:02:36.775" v="4823" actId="1076"/>
          <ac:spMkLst>
            <pc:docMk/>
            <pc:sldMk cId="3990457162" sldId="308"/>
            <ac:spMk id="6" creationId="{989BFFBF-0699-6182-7D8A-64D323D70EA5}"/>
          </ac:spMkLst>
        </pc:spChg>
        <pc:spChg chg="mod">
          <ac:chgData name="Yashpal Singh" userId="1f20a8d43ef8778a" providerId="LiveId" clId="{C993D5B8-D0DD-4E0C-B75D-0B8A442856E0}" dt="2025-12-21T06:04:46.642" v="4825" actId="113"/>
          <ac:spMkLst>
            <pc:docMk/>
            <pc:sldMk cId="3990457162" sldId="308"/>
            <ac:spMk id="8" creationId="{328759E7-A453-E806-1DC0-4F8D55C3735A}"/>
          </ac:spMkLst>
        </pc:spChg>
        <pc:spChg chg="mod">
          <ac:chgData name="Yashpal Singh" userId="1f20a8d43ef8778a" providerId="LiveId" clId="{C993D5B8-D0DD-4E0C-B75D-0B8A442856E0}" dt="2025-12-21T20:20:12.494" v="5429" actId="1076"/>
          <ac:spMkLst>
            <pc:docMk/>
            <pc:sldMk cId="3990457162" sldId="308"/>
            <ac:spMk id="305" creationId="{7A593DE0-EAC4-66A9-7C73-79D421B924FA}"/>
          </ac:spMkLst>
        </pc:spChg>
        <pc:graphicFrameChg chg="del mod">
          <ac:chgData name="Yashpal Singh" userId="1f20a8d43ef8778a" providerId="LiveId" clId="{C993D5B8-D0DD-4E0C-B75D-0B8A442856E0}" dt="2025-12-21T06:02:27.915" v="4821" actId="478"/>
          <ac:graphicFrameMkLst>
            <pc:docMk/>
            <pc:sldMk cId="3990457162" sldId="308"/>
            <ac:graphicFrameMk id="9" creationId="{FB7A20C8-6622-405E-A9C5-382265C8F711}"/>
          </ac:graphicFrameMkLst>
        </pc:graphicFrameChg>
      </pc:sldChg>
      <pc:sldChg chg="modSp add mod">
        <pc:chgData name="Yashpal Singh" userId="1f20a8d43ef8778a" providerId="LiveId" clId="{C993D5B8-D0DD-4E0C-B75D-0B8A442856E0}" dt="2025-12-22T02:52:01.805" v="9303" actId="113"/>
        <pc:sldMkLst>
          <pc:docMk/>
          <pc:sldMk cId="1595394157" sldId="309"/>
        </pc:sldMkLst>
        <pc:spChg chg="mod">
          <ac:chgData name="Yashpal Singh" userId="1f20a8d43ef8778a" providerId="LiveId" clId="{C993D5B8-D0DD-4E0C-B75D-0B8A442856E0}" dt="2025-12-22T02:52:01.805" v="9303" actId="113"/>
          <ac:spMkLst>
            <pc:docMk/>
            <pc:sldMk cId="1595394157" sldId="309"/>
            <ac:spMk id="252" creationId="{BCA35B82-B385-8393-31C6-1D3C4E8FEA94}"/>
          </ac:spMkLst>
        </pc:spChg>
      </pc:sldChg>
      <pc:sldChg chg="addSp modSp add mod">
        <pc:chgData name="Yashpal Singh" userId="1f20a8d43ef8778a" providerId="LiveId" clId="{C993D5B8-D0DD-4E0C-B75D-0B8A442856E0}" dt="2025-12-22T02:52:43.935" v="9305" actId="255"/>
        <pc:sldMkLst>
          <pc:docMk/>
          <pc:sldMk cId="3342342216" sldId="310"/>
        </pc:sldMkLst>
        <pc:spChg chg="add mod">
          <ac:chgData name="Yashpal Singh" userId="1f20a8d43ef8778a" providerId="LiveId" clId="{C993D5B8-D0DD-4E0C-B75D-0B8A442856E0}" dt="2025-12-21T22:23:33.700" v="7420"/>
          <ac:spMkLst>
            <pc:docMk/>
            <pc:sldMk cId="3342342216" sldId="310"/>
            <ac:spMk id="2" creationId="{0A280D7A-3FFF-B620-A06E-7D957BCC80B5}"/>
          </ac:spMkLst>
        </pc:spChg>
        <pc:spChg chg="mod">
          <ac:chgData name="Yashpal Singh" userId="1f20a8d43ef8778a" providerId="LiveId" clId="{C993D5B8-D0DD-4E0C-B75D-0B8A442856E0}" dt="2025-12-22T02:52:43.935" v="9305" actId="255"/>
          <ac:spMkLst>
            <pc:docMk/>
            <pc:sldMk cId="3342342216" sldId="310"/>
            <ac:spMk id="252" creationId="{37C05C65-C17B-7E0A-EFCB-EC9227770DF1}"/>
          </ac:spMkLst>
        </pc:spChg>
      </pc:sldChg>
      <pc:sldChg chg="modSp add mod">
        <pc:chgData name="Yashpal Singh" userId="1f20a8d43ef8778a" providerId="LiveId" clId="{C993D5B8-D0DD-4E0C-B75D-0B8A442856E0}" dt="2025-12-22T04:42:42.630" v="11038" actId="115"/>
        <pc:sldMkLst>
          <pc:docMk/>
          <pc:sldMk cId="2523913470" sldId="311"/>
        </pc:sldMkLst>
        <pc:spChg chg="mod">
          <ac:chgData name="Yashpal Singh" userId="1f20a8d43ef8778a" providerId="LiveId" clId="{C993D5B8-D0DD-4E0C-B75D-0B8A442856E0}" dt="2025-12-22T04:42:42.630" v="11038" actId="115"/>
          <ac:spMkLst>
            <pc:docMk/>
            <pc:sldMk cId="2523913470" sldId="311"/>
            <ac:spMk id="252" creationId="{5939061B-79D6-7EDB-638A-E6AA9DFF33B3}"/>
          </ac:spMkLst>
        </pc:spChg>
      </pc:sldChg>
      <pc:sldChg chg="delSp modSp add del mod">
        <pc:chgData name="Yashpal Singh" userId="1f20a8d43ef8778a" providerId="LiveId" clId="{C993D5B8-D0DD-4E0C-B75D-0B8A442856E0}" dt="2025-12-22T04:27:35.198" v="10880" actId="47"/>
        <pc:sldMkLst>
          <pc:docMk/>
          <pc:sldMk cId="944795410" sldId="312"/>
        </pc:sldMkLst>
        <pc:spChg chg="mod">
          <ac:chgData name="Yashpal Singh" userId="1f20a8d43ef8778a" providerId="LiveId" clId="{C993D5B8-D0DD-4E0C-B75D-0B8A442856E0}" dt="2025-12-22T04:21:28.565" v="10731" actId="113"/>
          <ac:spMkLst>
            <pc:docMk/>
            <pc:sldMk cId="944795410" sldId="312"/>
            <ac:spMk id="2" creationId="{48E8B3CB-5139-D4B3-6B4E-7B86D6560BD5}"/>
          </ac:spMkLst>
        </pc:spChg>
        <pc:spChg chg="del">
          <ac:chgData name="Yashpal Singh" userId="1f20a8d43ef8778a" providerId="LiveId" clId="{C993D5B8-D0DD-4E0C-B75D-0B8A442856E0}" dt="2025-12-22T04:04:03.293" v="10667" actId="478"/>
          <ac:spMkLst>
            <pc:docMk/>
            <pc:sldMk cId="944795410" sldId="312"/>
            <ac:spMk id="4" creationId="{F2924B7C-9CAF-EE23-B525-7BA85CA338EE}"/>
          </ac:spMkLst>
        </pc:spChg>
      </pc:sldChg>
      <pc:sldChg chg="addSp modSp add mod">
        <pc:chgData name="Yashpal Singh" userId="1f20a8d43ef8778a" providerId="LiveId" clId="{C993D5B8-D0DD-4E0C-B75D-0B8A442856E0}" dt="2025-12-22T04:54:26.924" v="11043"/>
        <pc:sldMkLst>
          <pc:docMk/>
          <pc:sldMk cId="3821914347" sldId="313"/>
        </pc:sldMkLst>
        <pc:spChg chg="mod">
          <ac:chgData name="Yashpal Singh" userId="1f20a8d43ef8778a" providerId="LiveId" clId="{C993D5B8-D0DD-4E0C-B75D-0B8A442856E0}" dt="2025-12-22T04:34:42.055" v="11023" actId="6549"/>
          <ac:spMkLst>
            <pc:docMk/>
            <pc:sldMk cId="3821914347" sldId="313"/>
            <ac:spMk id="2" creationId="{49FD7304-DCBB-66F5-372E-AF8F0F741B49}"/>
          </ac:spMkLst>
        </pc:spChg>
        <pc:spChg chg="add mod">
          <ac:chgData name="Yashpal Singh" userId="1f20a8d43ef8778a" providerId="LiveId" clId="{C993D5B8-D0DD-4E0C-B75D-0B8A442856E0}" dt="2025-12-22T04:31:48.151" v="11015" actId="115"/>
          <ac:spMkLst>
            <pc:docMk/>
            <pc:sldMk cId="3821914347" sldId="313"/>
            <ac:spMk id="3" creationId="{0084533D-6247-2CC6-9D07-E8A1D53325B6}"/>
          </ac:spMkLst>
        </pc:spChg>
        <pc:spChg chg="mod">
          <ac:chgData name="Yashpal Singh" userId="1f20a8d43ef8778a" providerId="LiveId" clId="{C993D5B8-D0DD-4E0C-B75D-0B8A442856E0}" dt="2025-12-22T04:54:26.924" v="11043"/>
          <ac:spMkLst>
            <pc:docMk/>
            <pc:sldMk cId="3821914347" sldId="313"/>
            <ac:spMk id="233" creationId="{D77067BE-E9A0-CF69-C18F-E77068DB0E89}"/>
          </ac:spMkLst>
        </pc:spChg>
      </pc:sldChg>
      <pc:sldChg chg="modSp add del mod">
        <pc:chgData name="Yashpal Singh" userId="1f20a8d43ef8778a" providerId="LiveId" clId="{C993D5B8-D0DD-4E0C-B75D-0B8A442856E0}" dt="2025-12-22T04:31:57.742" v="11016" actId="47"/>
        <pc:sldMkLst>
          <pc:docMk/>
          <pc:sldMk cId="2000731099" sldId="314"/>
        </pc:sldMkLst>
        <pc:spChg chg="mod">
          <ac:chgData name="Yashpal Singh" userId="1f20a8d43ef8778a" providerId="LiveId" clId="{C993D5B8-D0DD-4E0C-B75D-0B8A442856E0}" dt="2025-12-22T04:08:34.166" v="10691"/>
          <ac:spMkLst>
            <pc:docMk/>
            <pc:sldMk cId="2000731099" sldId="314"/>
            <ac:spMk id="2" creationId="{3148DD71-96F5-4E4F-2142-FB89366CC68A}"/>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g36c0d1679b4_2_1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209" name="Google Shape;209;g36c0d1679b4_2_10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g36c0d1679b4_2_1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216" name="Google Shape;216;g36c0d1679b4_2_1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36d9b317133_0_1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231" name="Google Shape;231;g36d9b317133_0_1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a:extLst>
            <a:ext uri="{FF2B5EF4-FFF2-40B4-BE49-F238E27FC236}">
              <a16:creationId xmlns:a16="http://schemas.microsoft.com/office/drawing/2014/main" id="{79EA1D78-5681-442F-0A4A-9B433ABE87EB}"/>
            </a:ext>
          </a:extLst>
        </p:cNvPr>
        <p:cNvGrpSpPr/>
        <p:nvPr/>
      </p:nvGrpSpPr>
      <p:grpSpPr>
        <a:xfrm>
          <a:off x="0" y="0"/>
          <a:ext cx="0" cy="0"/>
          <a:chOff x="0" y="0"/>
          <a:chExt cx="0" cy="0"/>
        </a:xfrm>
      </p:grpSpPr>
      <p:sp>
        <p:nvSpPr>
          <p:cNvPr id="230" name="Google Shape;230;g36d9b317133_0_114:notes">
            <a:extLst>
              <a:ext uri="{FF2B5EF4-FFF2-40B4-BE49-F238E27FC236}">
                <a16:creationId xmlns:a16="http://schemas.microsoft.com/office/drawing/2014/main" id="{2131215E-AD3B-6E4F-BA4C-EF4F2CD12B2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231" name="Google Shape;231;g36d9b317133_0_114:notes">
            <a:extLst>
              <a:ext uri="{FF2B5EF4-FFF2-40B4-BE49-F238E27FC236}">
                <a16:creationId xmlns:a16="http://schemas.microsoft.com/office/drawing/2014/main" id="{DDD0E53B-D90F-FBE7-5C99-E681E4CFFD7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1637760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g36d9b317133_0_1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238" name="Google Shape;238;g36d9b317133_0_12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a:extLst>
            <a:ext uri="{FF2B5EF4-FFF2-40B4-BE49-F238E27FC236}">
              <a16:creationId xmlns:a16="http://schemas.microsoft.com/office/drawing/2014/main" id="{6C6CBED6-C370-F099-0AA0-B03B566BE6CB}"/>
            </a:ext>
          </a:extLst>
        </p:cNvPr>
        <p:cNvGrpSpPr/>
        <p:nvPr/>
      </p:nvGrpSpPr>
      <p:grpSpPr>
        <a:xfrm>
          <a:off x="0" y="0"/>
          <a:ext cx="0" cy="0"/>
          <a:chOff x="0" y="0"/>
          <a:chExt cx="0" cy="0"/>
        </a:xfrm>
      </p:grpSpPr>
      <p:sp>
        <p:nvSpPr>
          <p:cNvPr id="237" name="Google Shape;237;g36d9b317133_0_128:notes">
            <a:extLst>
              <a:ext uri="{FF2B5EF4-FFF2-40B4-BE49-F238E27FC236}">
                <a16:creationId xmlns:a16="http://schemas.microsoft.com/office/drawing/2014/main" id="{720D0736-ECE4-BF36-A1BD-5B1BA87B2AE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238" name="Google Shape;238;g36d9b317133_0_128:notes">
            <a:extLst>
              <a:ext uri="{FF2B5EF4-FFF2-40B4-BE49-F238E27FC236}">
                <a16:creationId xmlns:a16="http://schemas.microsoft.com/office/drawing/2014/main" id="{9340FF89-E302-4021-3893-D42ACF2D5CC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41022541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a:extLst>
            <a:ext uri="{FF2B5EF4-FFF2-40B4-BE49-F238E27FC236}">
              <a16:creationId xmlns:a16="http://schemas.microsoft.com/office/drawing/2014/main" id="{72500AA7-F9F3-7B36-F220-0E7A2D1753C7}"/>
            </a:ext>
          </a:extLst>
        </p:cNvPr>
        <p:cNvGrpSpPr/>
        <p:nvPr/>
      </p:nvGrpSpPr>
      <p:grpSpPr>
        <a:xfrm>
          <a:off x="0" y="0"/>
          <a:ext cx="0" cy="0"/>
          <a:chOff x="0" y="0"/>
          <a:chExt cx="0" cy="0"/>
        </a:xfrm>
      </p:grpSpPr>
      <p:sp>
        <p:nvSpPr>
          <p:cNvPr id="237" name="Google Shape;237;g36d9b317133_0_128:notes">
            <a:extLst>
              <a:ext uri="{FF2B5EF4-FFF2-40B4-BE49-F238E27FC236}">
                <a16:creationId xmlns:a16="http://schemas.microsoft.com/office/drawing/2014/main" id="{E5A8EA65-75F7-A1DE-149E-2C72C185148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238" name="Google Shape;238;g36d9b317133_0_128:notes">
            <a:extLst>
              <a:ext uri="{FF2B5EF4-FFF2-40B4-BE49-F238E27FC236}">
                <a16:creationId xmlns:a16="http://schemas.microsoft.com/office/drawing/2014/main" id="{397BFDB2-FEF8-015E-E33E-402E109C6AE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5124684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g36c0d1679b4_2_2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247" name="Google Shape;247;g36c0d1679b4_2_20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a:extLst>
            <a:ext uri="{FF2B5EF4-FFF2-40B4-BE49-F238E27FC236}">
              <a16:creationId xmlns:a16="http://schemas.microsoft.com/office/drawing/2014/main" id="{7A511A4A-6D04-28D6-E457-C8ED677AD799}"/>
            </a:ext>
          </a:extLst>
        </p:cNvPr>
        <p:cNvGrpSpPr/>
        <p:nvPr/>
      </p:nvGrpSpPr>
      <p:grpSpPr>
        <a:xfrm>
          <a:off x="0" y="0"/>
          <a:ext cx="0" cy="0"/>
          <a:chOff x="0" y="0"/>
          <a:chExt cx="0" cy="0"/>
        </a:xfrm>
      </p:grpSpPr>
      <p:sp>
        <p:nvSpPr>
          <p:cNvPr id="246" name="Google Shape;246;g36c0d1679b4_2_205:notes">
            <a:extLst>
              <a:ext uri="{FF2B5EF4-FFF2-40B4-BE49-F238E27FC236}">
                <a16:creationId xmlns:a16="http://schemas.microsoft.com/office/drawing/2014/main" id="{0D51CCA0-6FB3-1473-1C6A-33B3F3E5E79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247" name="Google Shape;247;g36c0d1679b4_2_205:notes">
            <a:extLst>
              <a:ext uri="{FF2B5EF4-FFF2-40B4-BE49-F238E27FC236}">
                <a16:creationId xmlns:a16="http://schemas.microsoft.com/office/drawing/2014/main" id="{AE06723F-DE17-B8D9-E55E-A407935BCA9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21609394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a:extLst>
            <a:ext uri="{FF2B5EF4-FFF2-40B4-BE49-F238E27FC236}">
              <a16:creationId xmlns:a16="http://schemas.microsoft.com/office/drawing/2014/main" id="{D9A6EEC7-00F8-E057-EBF2-0E006B27B2D7}"/>
            </a:ext>
          </a:extLst>
        </p:cNvPr>
        <p:cNvGrpSpPr/>
        <p:nvPr/>
      </p:nvGrpSpPr>
      <p:grpSpPr>
        <a:xfrm>
          <a:off x="0" y="0"/>
          <a:ext cx="0" cy="0"/>
          <a:chOff x="0" y="0"/>
          <a:chExt cx="0" cy="0"/>
        </a:xfrm>
      </p:grpSpPr>
      <p:sp>
        <p:nvSpPr>
          <p:cNvPr id="246" name="Google Shape;246;g36c0d1679b4_2_205:notes">
            <a:extLst>
              <a:ext uri="{FF2B5EF4-FFF2-40B4-BE49-F238E27FC236}">
                <a16:creationId xmlns:a16="http://schemas.microsoft.com/office/drawing/2014/main" id="{93536DD2-0BE6-8CFC-EA36-9469AD75580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247" name="Google Shape;247;g36c0d1679b4_2_205:notes">
            <a:extLst>
              <a:ext uri="{FF2B5EF4-FFF2-40B4-BE49-F238E27FC236}">
                <a16:creationId xmlns:a16="http://schemas.microsoft.com/office/drawing/2014/main" id="{0D312BF1-5892-02CE-85D0-6ACE43B1DA5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11176673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a:extLst>
            <a:ext uri="{FF2B5EF4-FFF2-40B4-BE49-F238E27FC236}">
              <a16:creationId xmlns:a16="http://schemas.microsoft.com/office/drawing/2014/main" id="{74084209-5611-A865-4F70-9EE917C027C9}"/>
            </a:ext>
          </a:extLst>
        </p:cNvPr>
        <p:cNvGrpSpPr/>
        <p:nvPr/>
      </p:nvGrpSpPr>
      <p:grpSpPr>
        <a:xfrm>
          <a:off x="0" y="0"/>
          <a:ext cx="0" cy="0"/>
          <a:chOff x="0" y="0"/>
          <a:chExt cx="0" cy="0"/>
        </a:xfrm>
      </p:grpSpPr>
      <p:sp>
        <p:nvSpPr>
          <p:cNvPr id="246" name="Google Shape;246;g36c0d1679b4_2_205:notes">
            <a:extLst>
              <a:ext uri="{FF2B5EF4-FFF2-40B4-BE49-F238E27FC236}">
                <a16:creationId xmlns:a16="http://schemas.microsoft.com/office/drawing/2014/main" id="{500EDD93-4F0E-FA07-13CE-B993DA7DCB9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247" name="Google Shape;247;g36c0d1679b4_2_205:notes">
            <a:extLst>
              <a:ext uri="{FF2B5EF4-FFF2-40B4-BE49-F238E27FC236}">
                <a16:creationId xmlns:a16="http://schemas.microsoft.com/office/drawing/2014/main" id="{7279E436-8D0E-5E31-9327-A9EEB429F42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278707365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a:extLst>
            <a:ext uri="{FF2B5EF4-FFF2-40B4-BE49-F238E27FC236}">
              <a16:creationId xmlns:a16="http://schemas.microsoft.com/office/drawing/2014/main" id="{890F2845-52A4-1B11-0BF0-73F601699BCB}"/>
            </a:ext>
          </a:extLst>
        </p:cNvPr>
        <p:cNvGrpSpPr/>
        <p:nvPr/>
      </p:nvGrpSpPr>
      <p:grpSpPr>
        <a:xfrm>
          <a:off x="0" y="0"/>
          <a:ext cx="0" cy="0"/>
          <a:chOff x="0" y="0"/>
          <a:chExt cx="0" cy="0"/>
        </a:xfrm>
      </p:grpSpPr>
      <p:sp>
        <p:nvSpPr>
          <p:cNvPr id="246" name="Google Shape;246;g36c0d1679b4_2_205:notes">
            <a:extLst>
              <a:ext uri="{FF2B5EF4-FFF2-40B4-BE49-F238E27FC236}">
                <a16:creationId xmlns:a16="http://schemas.microsoft.com/office/drawing/2014/main" id="{15EAAC34-B628-DCF5-3020-08541E9503E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247" name="Google Shape;247;g36c0d1679b4_2_205:notes">
            <a:extLst>
              <a:ext uri="{FF2B5EF4-FFF2-40B4-BE49-F238E27FC236}">
                <a16:creationId xmlns:a16="http://schemas.microsoft.com/office/drawing/2014/main" id="{05C1500E-F760-C37C-67B4-813CC32B89C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7383783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a:extLst>
            <a:ext uri="{FF2B5EF4-FFF2-40B4-BE49-F238E27FC236}">
              <a16:creationId xmlns:a16="http://schemas.microsoft.com/office/drawing/2014/main" id="{3BB9EC06-B326-C5A1-81C7-9229A6D3FF24}"/>
            </a:ext>
          </a:extLst>
        </p:cNvPr>
        <p:cNvGrpSpPr/>
        <p:nvPr/>
      </p:nvGrpSpPr>
      <p:grpSpPr>
        <a:xfrm>
          <a:off x="0" y="0"/>
          <a:ext cx="0" cy="0"/>
          <a:chOff x="0" y="0"/>
          <a:chExt cx="0" cy="0"/>
        </a:xfrm>
      </p:grpSpPr>
      <p:sp>
        <p:nvSpPr>
          <p:cNvPr id="246" name="Google Shape;246;g36c0d1679b4_2_205:notes">
            <a:extLst>
              <a:ext uri="{FF2B5EF4-FFF2-40B4-BE49-F238E27FC236}">
                <a16:creationId xmlns:a16="http://schemas.microsoft.com/office/drawing/2014/main" id="{D1F81FB4-636C-4531-6B89-C804232DD51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247" name="Google Shape;247;g36c0d1679b4_2_205:notes">
            <a:extLst>
              <a:ext uri="{FF2B5EF4-FFF2-40B4-BE49-F238E27FC236}">
                <a16:creationId xmlns:a16="http://schemas.microsoft.com/office/drawing/2014/main" id="{04840636-F005-B84A-0CDD-3A11C2C9B8F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23135802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a:extLst>
            <a:ext uri="{FF2B5EF4-FFF2-40B4-BE49-F238E27FC236}">
              <a16:creationId xmlns:a16="http://schemas.microsoft.com/office/drawing/2014/main" id="{3904211F-08CF-6534-0757-C1BD43BE3656}"/>
            </a:ext>
          </a:extLst>
        </p:cNvPr>
        <p:cNvGrpSpPr/>
        <p:nvPr/>
      </p:nvGrpSpPr>
      <p:grpSpPr>
        <a:xfrm>
          <a:off x="0" y="0"/>
          <a:ext cx="0" cy="0"/>
          <a:chOff x="0" y="0"/>
          <a:chExt cx="0" cy="0"/>
        </a:xfrm>
      </p:grpSpPr>
      <p:sp>
        <p:nvSpPr>
          <p:cNvPr id="246" name="Google Shape;246;g36c0d1679b4_2_205:notes">
            <a:extLst>
              <a:ext uri="{FF2B5EF4-FFF2-40B4-BE49-F238E27FC236}">
                <a16:creationId xmlns:a16="http://schemas.microsoft.com/office/drawing/2014/main" id="{8ACF5760-AB2A-B4B1-9C85-DCD16FE4EF6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247" name="Google Shape;247;g36c0d1679b4_2_205:notes">
            <a:extLst>
              <a:ext uri="{FF2B5EF4-FFF2-40B4-BE49-F238E27FC236}">
                <a16:creationId xmlns:a16="http://schemas.microsoft.com/office/drawing/2014/main" id="{E14C1C27-10A7-87E8-A145-FE96C95BFA4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395562840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a:extLst>
            <a:ext uri="{FF2B5EF4-FFF2-40B4-BE49-F238E27FC236}">
              <a16:creationId xmlns:a16="http://schemas.microsoft.com/office/drawing/2014/main" id="{B25912F5-3765-693C-FC54-9CCE5535092C}"/>
            </a:ext>
          </a:extLst>
        </p:cNvPr>
        <p:cNvGrpSpPr/>
        <p:nvPr/>
      </p:nvGrpSpPr>
      <p:grpSpPr>
        <a:xfrm>
          <a:off x="0" y="0"/>
          <a:ext cx="0" cy="0"/>
          <a:chOff x="0" y="0"/>
          <a:chExt cx="0" cy="0"/>
        </a:xfrm>
      </p:grpSpPr>
      <p:sp>
        <p:nvSpPr>
          <p:cNvPr id="246" name="Google Shape;246;g36c0d1679b4_2_205:notes">
            <a:extLst>
              <a:ext uri="{FF2B5EF4-FFF2-40B4-BE49-F238E27FC236}">
                <a16:creationId xmlns:a16="http://schemas.microsoft.com/office/drawing/2014/main" id="{13C05F9E-C80D-0B5C-EA8F-E2869344264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247" name="Google Shape;247;g36c0d1679b4_2_205:notes">
            <a:extLst>
              <a:ext uri="{FF2B5EF4-FFF2-40B4-BE49-F238E27FC236}">
                <a16:creationId xmlns:a16="http://schemas.microsoft.com/office/drawing/2014/main" id="{F428DF75-BCD5-1814-8D2A-5031AD5DF82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35466381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a:extLst>
            <a:ext uri="{FF2B5EF4-FFF2-40B4-BE49-F238E27FC236}">
              <a16:creationId xmlns:a16="http://schemas.microsoft.com/office/drawing/2014/main" id="{23177390-034E-7925-73BB-C816B35E780F}"/>
            </a:ext>
          </a:extLst>
        </p:cNvPr>
        <p:cNvGrpSpPr/>
        <p:nvPr/>
      </p:nvGrpSpPr>
      <p:grpSpPr>
        <a:xfrm>
          <a:off x="0" y="0"/>
          <a:ext cx="0" cy="0"/>
          <a:chOff x="0" y="0"/>
          <a:chExt cx="0" cy="0"/>
        </a:xfrm>
      </p:grpSpPr>
      <p:sp>
        <p:nvSpPr>
          <p:cNvPr id="246" name="Google Shape;246;g36c0d1679b4_2_205:notes">
            <a:extLst>
              <a:ext uri="{FF2B5EF4-FFF2-40B4-BE49-F238E27FC236}">
                <a16:creationId xmlns:a16="http://schemas.microsoft.com/office/drawing/2014/main" id="{51DA29A1-9309-C756-0450-07A7B9E2F0F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247" name="Google Shape;247;g36c0d1679b4_2_205:notes">
            <a:extLst>
              <a:ext uri="{FF2B5EF4-FFF2-40B4-BE49-F238E27FC236}">
                <a16:creationId xmlns:a16="http://schemas.microsoft.com/office/drawing/2014/main" id="{1BB2FDAA-59F4-1413-32AF-C8F4398F344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67192875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a:extLst>
            <a:ext uri="{FF2B5EF4-FFF2-40B4-BE49-F238E27FC236}">
              <a16:creationId xmlns:a16="http://schemas.microsoft.com/office/drawing/2014/main" id="{86732B8F-85E3-BB1B-24C4-C85B03F93EBA}"/>
            </a:ext>
          </a:extLst>
        </p:cNvPr>
        <p:cNvGrpSpPr/>
        <p:nvPr/>
      </p:nvGrpSpPr>
      <p:grpSpPr>
        <a:xfrm>
          <a:off x="0" y="0"/>
          <a:ext cx="0" cy="0"/>
          <a:chOff x="0" y="0"/>
          <a:chExt cx="0" cy="0"/>
        </a:xfrm>
      </p:grpSpPr>
      <p:sp>
        <p:nvSpPr>
          <p:cNvPr id="246" name="Google Shape;246;g36c0d1679b4_2_205:notes">
            <a:extLst>
              <a:ext uri="{FF2B5EF4-FFF2-40B4-BE49-F238E27FC236}">
                <a16:creationId xmlns:a16="http://schemas.microsoft.com/office/drawing/2014/main" id="{44C3586A-210D-CE96-25D7-1A9E05FC4D1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247" name="Google Shape;247;g36c0d1679b4_2_205:notes">
            <a:extLst>
              <a:ext uri="{FF2B5EF4-FFF2-40B4-BE49-F238E27FC236}">
                <a16:creationId xmlns:a16="http://schemas.microsoft.com/office/drawing/2014/main" id="{07EF2365-23F4-D14C-69E3-F783A2A571F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265543652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a:extLst>
            <a:ext uri="{FF2B5EF4-FFF2-40B4-BE49-F238E27FC236}">
              <a16:creationId xmlns:a16="http://schemas.microsoft.com/office/drawing/2014/main" id="{4AECEFF6-70FC-6D70-2E6A-50C6B7347750}"/>
            </a:ext>
          </a:extLst>
        </p:cNvPr>
        <p:cNvGrpSpPr/>
        <p:nvPr/>
      </p:nvGrpSpPr>
      <p:grpSpPr>
        <a:xfrm>
          <a:off x="0" y="0"/>
          <a:ext cx="0" cy="0"/>
          <a:chOff x="0" y="0"/>
          <a:chExt cx="0" cy="0"/>
        </a:xfrm>
      </p:grpSpPr>
      <p:sp>
        <p:nvSpPr>
          <p:cNvPr id="246" name="Google Shape;246;g36c0d1679b4_2_205:notes">
            <a:extLst>
              <a:ext uri="{FF2B5EF4-FFF2-40B4-BE49-F238E27FC236}">
                <a16:creationId xmlns:a16="http://schemas.microsoft.com/office/drawing/2014/main" id="{7E1864AD-08D6-E7E3-AE2B-AD15F85A4F4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247" name="Google Shape;247;g36c0d1679b4_2_205:notes">
            <a:extLst>
              <a:ext uri="{FF2B5EF4-FFF2-40B4-BE49-F238E27FC236}">
                <a16:creationId xmlns:a16="http://schemas.microsoft.com/office/drawing/2014/main" id="{DFB66658-A368-5D1B-6E2D-C4AD75EEB1A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16070712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97B5C9F4-49CA-C5F6-CAD6-15104076C928}"/>
            </a:ext>
          </a:extLst>
        </p:cNvPr>
        <p:cNvGrpSpPr/>
        <p:nvPr/>
      </p:nvGrpSpPr>
      <p:grpSpPr>
        <a:xfrm>
          <a:off x="0" y="0"/>
          <a:ext cx="0" cy="0"/>
          <a:chOff x="0" y="0"/>
          <a:chExt cx="0" cy="0"/>
        </a:xfrm>
      </p:grpSpPr>
      <p:sp>
        <p:nvSpPr>
          <p:cNvPr id="272" name="Google Shape;272;g36c0d1679b4_2_223:notes">
            <a:extLst>
              <a:ext uri="{FF2B5EF4-FFF2-40B4-BE49-F238E27FC236}">
                <a16:creationId xmlns:a16="http://schemas.microsoft.com/office/drawing/2014/main" id="{3AF5E0E8-56A1-1FB9-C1CE-D44A24A65E0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273" name="Google Shape;273;g36c0d1679b4_2_223:notes">
            <a:extLst>
              <a:ext uri="{FF2B5EF4-FFF2-40B4-BE49-F238E27FC236}">
                <a16:creationId xmlns:a16="http://schemas.microsoft.com/office/drawing/2014/main" id="{13AAADCB-F2C4-05C2-8A8C-547AE3800B8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429348275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a:extLst>
            <a:ext uri="{FF2B5EF4-FFF2-40B4-BE49-F238E27FC236}">
              <a16:creationId xmlns:a16="http://schemas.microsoft.com/office/drawing/2014/main" id="{EE6FEBE8-5113-CE5D-C5A7-CA7A976360DE}"/>
            </a:ext>
          </a:extLst>
        </p:cNvPr>
        <p:cNvGrpSpPr/>
        <p:nvPr/>
      </p:nvGrpSpPr>
      <p:grpSpPr>
        <a:xfrm>
          <a:off x="0" y="0"/>
          <a:ext cx="0" cy="0"/>
          <a:chOff x="0" y="0"/>
          <a:chExt cx="0" cy="0"/>
        </a:xfrm>
      </p:grpSpPr>
      <p:sp>
        <p:nvSpPr>
          <p:cNvPr id="246" name="Google Shape;246;g36c0d1679b4_2_205:notes">
            <a:extLst>
              <a:ext uri="{FF2B5EF4-FFF2-40B4-BE49-F238E27FC236}">
                <a16:creationId xmlns:a16="http://schemas.microsoft.com/office/drawing/2014/main" id="{6D4010D0-287E-CCAF-CA28-7B3F68DB732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247" name="Google Shape;247;g36c0d1679b4_2_205:notes">
            <a:extLst>
              <a:ext uri="{FF2B5EF4-FFF2-40B4-BE49-F238E27FC236}">
                <a16:creationId xmlns:a16="http://schemas.microsoft.com/office/drawing/2014/main" id="{0200FD4F-6641-556F-F9BC-493C939ABE1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231863776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a:extLst>
            <a:ext uri="{FF2B5EF4-FFF2-40B4-BE49-F238E27FC236}">
              <a16:creationId xmlns:a16="http://schemas.microsoft.com/office/drawing/2014/main" id="{F01470D3-199B-3F82-9E1C-8BD448E3F1EB}"/>
            </a:ext>
          </a:extLst>
        </p:cNvPr>
        <p:cNvGrpSpPr/>
        <p:nvPr/>
      </p:nvGrpSpPr>
      <p:grpSpPr>
        <a:xfrm>
          <a:off x="0" y="0"/>
          <a:ext cx="0" cy="0"/>
          <a:chOff x="0" y="0"/>
          <a:chExt cx="0" cy="0"/>
        </a:xfrm>
      </p:grpSpPr>
      <p:sp>
        <p:nvSpPr>
          <p:cNvPr id="246" name="Google Shape;246;g36c0d1679b4_2_205:notes">
            <a:extLst>
              <a:ext uri="{FF2B5EF4-FFF2-40B4-BE49-F238E27FC236}">
                <a16:creationId xmlns:a16="http://schemas.microsoft.com/office/drawing/2014/main" id="{C1F249A5-01F4-A4BA-197E-C02637C653F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247" name="Google Shape;247;g36c0d1679b4_2_205:notes">
            <a:extLst>
              <a:ext uri="{FF2B5EF4-FFF2-40B4-BE49-F238E27FC236}">
                <a16:creationId xmlns:a16="http://schemas.microsoft.com/office/drawing/2014/main" id="{928FEECA-54B3-847A-B9FB-4D5E617B977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254235429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a:extLst>
            <a:ext uri="{FF2B5EF4-FFF2-40B4-BE49-F238E27FC236}">
              <a16:creationId xmlns:a16="http://schemas.microsoft.com/office/drawing/2014/main" id="{7CC4A2E0-42FD-0EA7-7DE3-DC437478958B}"/>
            </a:ext>
          </a:extLst>
        </p:cNvPr>
        <p:cNvGrpSpPr/>
        <p:nvPr/>
      </p:nvGrpSpPr>
      <p:grpSpPr>
        <a:xfrm>
          <a:off x="0" y="0"/>
          <a:ext cx="0" cy="0"/>
          <a:chOff x="0" y="0"/>
          <a:chExt cx="0" cy="0"/>
        </a:xfrm>
      </p:grpSpPr>
      <p:sp>
        <p:nvSpPr>
          <p:cNvPr id="246" name="Google Shape;246;g36c0d1679b4_2_205:notes">
            <a:extLst>
              <a:ext uri="{FF2B5EF4-FFF2-40B4-BE49-F238E27FC236}">
                <a16:creationId xmlns:a16="http://schemas.microsoft.com/office/drawing/2014/main" id="{3C7976C6-13D9-B787-33AE-272E7141005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247" name="Google Shape;247;g36c0d1679b4_2_205:notes">
            <a:extLst>
              <a:ext uri="{FF2B5EF4-FFF2-40B4-BE49-F238E27FC236}">
                <a16:creationId xmlns:a16="http://schemas.microsoft.com/office/drawing/2014/main" id="{F4807541-CB7C-BE4E-DE70-662EE085B05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211537531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a:extLst>
            <a:ext uri="{FF2B5EF4-FFF2-40B4-BE49-F238E27FC236}">
              <a16:creationId xmlns:a16="http://schemas.microsoft.com/office/drawing/2014/main" id="{AF3CBE38-2C5F-84F2-FAD4-0CECCA9E412E}"/>
            </a:ext>
          </a:extLst>
        </p:cNvPr>
        <p:cNvGrpSpPr/>
        <p:nvPr/>
      </p:nvGrpSpPr>
      <p:grpSpPr>
        <a:xfrm>
          <a:off x="0" y="0"/>
          <a:ext cx="0" cy="0"/>
          <a:chOff x="0" y="0"/>
          <a:chExt cx="0" cy="0"/>
        </a:xfrm>
      </p:grpSpPr>
      <p:sp>
        <p:nvSpPr>
          <p:cNvPr id="246" name="Google Shape;246;g36c0d1679b4_2_205:notes">
            <a:extLst>
              <a:ext uri="{FF2B5EF4-FFF2-40B4-BE49-F238E27FC236}">
                <a16:creationId xmlns:a16="http://schemas.microsoft.com/office/drawing/2014/main" id="{2AECF24E-8A56-5FFE-DFAD-D193316C089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247" name="Google Shape;247;g36c0d1679b4_2_205:notes">
            <a:extLst>
              <a:ext uri="{FF2B5EF4-FFF2-40B4-BE49-F238E27FC236}">
                <a16:creationId xmlns:a16="http://schemas.microsoft.com/office/drawing/2014/main" id="{BD31B627-10CA-F581-94D5-2F0D8617AAB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109949974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a:extLst>
            <a:ext uri="{FF2B5EF4-FFF2-40B4-BE49-F238E27FC236}">
              <a16:creationId xmlns:a16="http://schemas.microsoft.com/office/drawing/2014/main" id="{008FC7AC-CD97-F9CD-93A3-3A7ABF3D686C}"/>
            </a:ext>
          </a:extLst>
        </p:cNvPr>
        <p:cNvGrpSpPr/>
        <p:nvPr/>
      </p:nvGrpSpPr>
      <p:grpSpPr>
        <a:xfrm>
          <a:off x="0" y="0"/>
          <a:ext cx="0" cy="0"/>
          <a:chOff x="0" y="0"/>
          <a:chExt cx="0" cy="0"/>
        </a:xfrm>
      </p:grpSpPr>
      <p:sp>
        <p:nvSpPr>
          <p:cNvPr id="246" name="Google Shape;246;g36c0d1679b4_2_205:notes">
            <a:extLst>
              <a:ext uri="{FF2B5EF4-FFF2-40B4-BE49-F238E27FC236}">
                <a16:creationId xmlns:a16="http://schemas.microsoft.com/office/drawing/2014/main" id="{FACE02BF-E762-1E0F-8BFA-1486127F5AF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247" name="Google Shape;247;g36c0d1679b4_2_205:notes">
            <a:extLst>
              <a:ext uri="{FF2B5EF4-FFF2-40B4-BE49-F238E27FC236}">
                <a16:creationId xmlns:a16="http://schemas.microsoft.com/office/drawing/2014/main" id="{8EF26304-3309-CA43-E7B6-6CA68077373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351993216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a:extLst>
            <a:ext uri="{FF2B5EF4-FFF2-40B4-BE49-F238E27FC236}">
              <a16:creationId xmlns:a16="http://schemas.microsoft.com/office/drawing/2014/main" id="{58768AC0-5E4B-AFF6-5D47-CD07F891ECF3}"/>
            </a:ext>
          </a:extLst>
        </p:cNvPr>
        <p:cNvGrpSpPr/>
        <p:nvPr/>
      </p:nvGrpSpPr>
      <p:grpSpPr>
        <a:xfrm>
          <a:off x="0" y="0"/>
          <a:ext cx="0" cy="0"/>
          <a:chOff x="0" y="0"/>
          <a:chExt cx="0" cy="0"/>
        </a:xfrm>
      </p:grpSpPr>
      <p:sp>
        <p:nvSpPr>
          <p:cNvPr id="246" name="Google Shape;246;g36c0d1679b4_2_205:notes">
            <a:extLst>
              <a:ext uri="{FF2B5EF4-FFF2-40B4-BE49-F238E27FC236}">
                <a16:creationId xmlns:a16="http://schemas.microsoft.com/office/drawing/2014/main" id="{999BC496-E5F0-2DC8-F67C-02F8D2B738F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247" name="Google Shape;247;g36c0d1679b4_2_205:notes">
            <a:extLst>
              <a:ext uri="{FF2B5EF4-FFF2-40B4-BE49-F238E27FC236}">
                <a16:creationId xmlns:a16="http://schemas.microsoft.com/office/drawing/2014/main" id="{5717E02B-E341-3E71-13FA-40C72B04878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171274002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a:extLst>
            <a:ext uri="{FF2B5EF4-FFF2-40B4-BE49-F238E27FC236}">
              <a16:creationId xmlns:a16="http://schemas.microsoft.com/office/drawing/2014/main" id="{C7207297-21D4-C10E-3C85-C507685A8DFE}"/>
            </a:ext>
          </a:extLst>
        </p:cNvPr>
        <p:cNvGrpSpPr/>
        <p:nvPr/>
      </p:nvGrpSpPr>
      <p:grpSpPr>
        <a:xfrm>
          <a:off x="0" y="0"/>
          <a:ext cx="0" cy="0"/>
          <a:chOff x="0" y="0"/>
          <a:chExt cx="0" cy="0"/>
        </a:xfrm>
      </p:grpSpPr>
      <p:sp>
        <p:nvSpPr>
          <p:cNvPr id="246" name="Google Shape;246;g36c0d1679b4_2_205:notes">
            <a:extLst>
              <a:ext uri="{FF2B5EF4-FFF2-40B4-BE49-F238E27FC236}">
                <a16:creationId xmlns:a16="http://schemas.microsoft.com/office/drawing/2014/main" id="{1A6233E1-4BC7-634F-0E3C-C36BED3DBC3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247" name="Google Shape;247;g36c0d1679b4_2_205:notes">
            <a:extLst>
              <a:ext uri="{FF2B5EF4-FFF2-40B4-BE49-F238E27FC236}">
                <a16:creationId xmlns:a16="http://schemas.microsoft.com/office/drawing/2014/main" id="{D2EF9CF3-AA6E-D624-3A79-3A2AED9336B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251274918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a:extLst>
            <a:ext uri="{FF2B5EF4-FFF2-40B4-BE49-F238E27FC236}">
              <a16:creationId xmlns:a16="http://schemas.microsoft.com/office/drawing/2014/main" id="{9D37628B-0346-583F-DEC8-1F8B700A0AAD}"/>
            </a:ext>
          </a:extLst>
        </p:cNvPr>
        <p:cNvGrpSpPr/>
        <p:nvPr/>
      </p:nvGrpSpPr>
      <p:grpSpPr>
        <a:xfrm>
          <a:off x="0" y="0"/>
          <a:ext cx="0" cy="0"/>
          <a:chOff x="0" y="0"/>
          <a:chExt cx="0" cy="0"/>
        </a:xfrm>
      </p:grpSpPr>
      <p:sp>
        <p:nvSpPr>
          <p:cNvPr id="246" name="Google Shape;246;g36c0d1679b4_2_205:notes">
            <a:extLst>
              <a:ext uri="{FF2B5EF4-FFF2-40B4-BE49-F238E27FC236}">
                <a16:creationId xmlns:a16="http://schemas.microsoft.com/office/drawing/2014/main" id="{4CB38E47-ED5D-6A8D-E062-7CB23077B42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247" name="Google Shape;247;g36c0d1679b4_2_205:notes">
            <a:extLst>
              <a:ext uri="{FF2B5EF4-FFF2-40B4-BE49-F238E27FC236}">
                <a16:creationId xmlns:a16="http://schemas.microsoft.com/office/drawing/2014/main" id="{BA94DD9F-2F78-B92E-84C9-8B243666480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11777697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a:extLst>
            <a:ext uri="{FF2B5EF4-FFF2-40B4-BE49-F238E27FC236}">
              <a16:creationId xmlns:a16="http://schemas.microsoft.com/office/drawing/2014/main" id="{D93BD594-8ED2-9779-25E6-0F6A8695AF1D}"/>
            </a:ext>
          </a:extLst>
        </p:cNvPr>
        <p:cNvGrpSpPr/>
        <p:nvPr/>
      </p:nvGrpSpPr>
      <p:grpSpPr>
        <a:xfrm>
          <a:off x="0" y="0"/>
          <a:ext cx="0" cy="0"/>
          <a:chOff x="0" y="0"/>
          <a:chExt cx="0" cy="0"/>
        </a:xfrm>
      </p:grpSpPr>
      <p:sp>
        <p:nvSpPr>
          <p:cNvPr id="246" name="Google Shape;246;g36c0d1679b4_2_205:notes">
            <a:extLst>
              <a:ext uri="{FF2B5EF4-FFF2-40B4-BE49-F238E27FC236}">
                <a16:creationId xmlns:a16="http://schemas.microsoft.com/office/drawing/2014/main" id="{7CDED07C-8A2F-86BA-4A37-AC476D7717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247" name="Google Shape;247;g36c0d1679b4_2_205:notes">
            <a:extLst>
              <a:ext uri="{FF2B5EF4-FFF2-40B4-BE49-F238E27FC236}">
                <a16:creationId xmlns:a16="http://schemas.microsoft.com/office/drawing/2014/main" id="{613A7292-04FB-CF33-7A22-DFCC26A8F8E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155398565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a:extLst>
            <a:ext uri="{FF2B5EF4-FFF2-40B4-BE49-F238E27FC236}">
              <a16:creationId xmlns:a16="http://schemas.microsoft.com/office/drawing/2014/main" id="{B934395E-4A14-F106-4449-570D1D9D0CCA}"/>
            </a:ext>
          </a:extLst>
        </p:cNvPr>
        <p:cNvGrpSpPr/>
        <p:nvPr/>
      </p:nvGrpSpPr>
      <p:grpSpPr>
        <a:xfrm>
          <a:off x="0" y="0"/>
          <a:ext cx="0" cy="0"/>
          <a:chOff x="0" y="0"/>
          <a:chExt cx="0" cy="0"/>
        </a:xfrm>
      </p:grpSpPr>
      <p:sp>
        <p:nvSpPr>
          <p:cNvPr id="246" name="Google Shape;246;g36c0d1679b4_2_205:notes">
            <a:extLst>
              <a:ext uri="{FF2B5EF4-FFF2-40B4-BE49-F238E27FC236}">
                <a16:creationId xmlns:a16="http://schemas.microsoft.com/office/drawing/2014/main" id="{EAFC559E-CFBB-D80A-0E6B-F35CC9FF19E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247" name="Google Shape;247;g36c0d1679b4_2_205:notes">
            <a:extLst>
              <a:ext uri="{FF2B5EF4-FFF2-40B4-BE49-F238E27FC236}">
                <a16:creationId xmlns:a16="http://schemas.microsoft.com/office/drawing/2014/main" id="{9EE9E6ED-170A-2E34-D2D3-93F1451C3CF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408561018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a:extLst>
            <a:ext uri="{FF2B5EF4-FFF2-40B4-BE49-F238E27FC236}">
              <a16:creationId xmlns:a16="http://schemas.microsoft.com/office/drawing/2014/main" id="{A0D84725-B2F1-5290-2E74-A91C40F48D8A}"/>
            </a:ext>
          </a:extLst>
        </p:cNvPr>
        <p:cNvGrpSpPr/>
        <p:nvPr/>
      </p:nvGrpSpPr>
      <p:grpSpPr>
        <a:xfrm>
          <a:off x="0" y="0"/>
          <a:ext cx="0" cy="0"/>
          <a:chOff x="0" y="0"/>
          <a:chExt cx="0" cy="0"/>
        </a:xfrm>
      </p:grpSpPr>
      <p:sp>
        <p:nvSpPr>
          <p:cNvPr id="246" name="Google Shape;246;g36c0d1679b4_2_205:notes">
            <a:extLst>
              <a:ext uri="{FF2B5EF4-FFF2-40B4-BE49-F238E27FC236}">
                <a16:creationId xmlns:a16="http://schemas.microsoft.com/office/drawing/2014/main" id="{7C7D4DF1-6FD4-775E-02EB-BA21BF8130D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247" name="Google Shape;247;g36c0d1679b4_2_205:notes">
            <a:extLst>
              <a:ext uri="{FF2B5EF4-FFF2-40B4-BE49-F238E27FC236}">
                <a16:creationId xmlns:a16="http://schemas.microsoft.com/office/drawing/2014/main" id="{8956E1B7-6BE8-EE22-BFCB-82FD6AB70E0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135432486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a:extLst>
            <a:ext uri="{FF2B5EF4-FFF2-40B4-BE49-F238E27FC236}">
              <a16:creationId xmlns:a16="http://schemas.microsoft.com/office/drawing/2014/main" id="{7D1C20D9-4269-8504-8604-17837CB0ABA7}"/>
            </a:ext>
          </a:extLst>
        </p:cNvPr>
        <p:cNvGrpSpPr/>
        <p:nvPr/>
      </p:nvGrpSpPr>
      <p:grpSpPr>
        <a:xfrm>
          <a:off x="0" y="0"/>
          <a:ext cx="0" cy="0"/>
          <a:chOff x="0" y="0"/>
          <a:chExt cx="0" cy="0"/>
        </a:xfrm>
      </p:grpSpPr>
      <p:sp>
        <p:nvSpPr>
          <p:cNvPr id="302" name="Google Shape;302;g36c0d1679b4_2_241:notes">
            <a:extLst>
              <a:ext uri="{FF2B5EF4-FFF2-40B4-BE49-F238E27FC236}">
                <a16:creationId xmlns:a16="http://schemas.microsoft.com/office/drawing/2014/main" id="{AB4544FB-985D-3021-161A-BF5D467BF21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303" name="Google Shape;303;g36c0d1679b4_2_241:notes">
            <a:extLst>
              <a:ext uri="{FF2B5EF4-FFF2-40B4-BE49-F238E27FC236}">
                <a16:creationId xmlns:a16="http://schemas.microsoft.com/office/drawing/2014/main" id="{819C2013-BEB2-9297-229C-A85AB66BC32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92938851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a:extLst>
            <a:ext uri="{FF2B5EF4-FFF2-40B4-BE49-F238E27FC236}">
              <a16:creationId xmlns:a16="http://schemas.microsoft.com/office/drawing/2014/main" id="{C210F77A-206B-5923-4B1F-393F091D52C1}"/>
            </a:ext>
          </a:extLst>
        </p:cNvPr>
        <p:cNvGrpSpPr/>
        <p:nvPr/>
      </p:nvGrpSpPr>
      <p:grpSpPr>
        <a:xfrm>
          <a:off x="0" y="0"/>
          <a:ext cx="0" cy="0"/>
          <a:chOff x="0" y="0"/>
          <a:chExt cx="0" cy="0"/>
        </a:xfrm>
      </p:grpSpPr>
      <p:sp>
        <p:nvSpPr>
          <p:cNvPr id="302" name="Google Shape;302;g36c0d1679b4_2_241:notes">
            <a:extLst>
              <a:ext uri="{FF2B5EF4-FFF2-40B4-BE49-F238E27FC236}">
                <a16:creationId xmlns:a16="http://schemas.microsoft.com/office/drawing/2014/main" id="{5233180C-3246-DB88-DBD4-1B8EC2B245A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303" name="Google Shape;303;g36c0d1679b4_2_241:notes">
            <a:extLst>
              <a:ext uri="{FF2B5EF4-FFF2-40B4-BE49-F238E27FC236}">
                <a16:creationId xmlns:a16="http://schemas.microsoft.com/office/drawing/2014/main" id="{29FB3306-8862-74D6-4607-C5AAED7E46F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429322377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a:extLst>
            <a:ext uri="{FF2B5EF4-FFF2-40B4-BE49-F238E27FC236}">
              <a16:creationId xmlns:a16="http://schemas.microsoft.com/office/drawing/2014/main" id="{82DF7FD5-5328-E6E0-B61D-6863534AF5A3}"/>
            </a:ext>
          </a:extLst>
        </p:cNvPr>
        <p:cNvGrpSpPr/>
        <p:nvPr/>
      </p:nvGrpSpPr>
      <p:grpSpPr>
        <a:xfrm>
          <a:off x="0" y="0"/>
          <a:ext cx="0" cy="0"/>
          <a:chOff x="0" y="0"/>
          <a:chExt cx="0" cy="0"/>
        </a:xfrm>
      </p:grpSpPr>
      <p:sp>
        <p:nvSpPr>
          <p:cNvPr id="302" name="Google Shape;302;g36c0d1679b4_2_241:notes">
            <a:extLst>
              <a:ext uri="{FF2B5EF4-FFF2-40B4-BE49-F238E27FC236}">
                <a16:creationId xmlns:a16="http://schemas.microsoft.com/office/drawing/2014/main" id="{0CEC220B-3CAC-967D-3A4E-E66467D70D3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303" name="Google Shape;303;g36c0d1679b4_2_241:notes">
            <a:extLst>
              <a:ext uri="{FF2B5EF4-FFF2-40B4-BE49-F238E27FC236}">
                <a16:creationId xmlns:a16="http://schemas.microsoft.com/office/drawing/2014/main" id="{82971098-42C0-1F83-CCDB-692FB3F6F0C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86369957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a:extLst>
            <a:ext uri="{FF2B5EF4-FFF2-40B4-BE49-F238E27FC236}">
              <a16:creationId xmlns:a16="http://schemas.microsoft.com/office/drawing/2014/main" id="{51DB1553-1F6F-C39C-F7DC-5044CFA2C420}"/>
            </a:ext>
          </a:extLst>
        </p:cNvPr>
        <p:cNvGrpSpPr/>
        <p:nvPr/>
      </p:nvGrpSpPr>
      <p:grpSpPr>
        <a:xfrm>
          <a:off x="0" y="0"/>
          <a:ext cx="0" cy="0"/>
          <a:chOff x="0" y="0"/>
          <a:chExt cx="0" cy="0"/>
        </a:xfrm>
      </p:grpSpPr>
      <p:sp>
        <p:nvSpPr>
          <p:cNvPr id="302" name="Google Shape;302;g36c0d1679b4_2_241:notes">
            <a:extLst>
              <a:ext uri="{FF2B5EF4-FFF2-40B4-BE49-F238E27FC236}">
                <a16:creationId xmlns:a16="http://schemas.microsoft.com/office/drawing/2014/main" id="{7D2290A2-9121-1517-E521-4F8AFE1A72C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303" name="Google Shape;303;g36c0d1679b4_2_241:notes">
            <a:extLst>
              <a:ext uri="{FF2B5EF4-FFF2-40B4-BE49-F238E27FC236}">
                <a16:creationId xmlns:a16="http://schemas.microsoft.com/office/drawing/2014/main" id="{FA9EF9CB-31E3-2898-8886-887546687D9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5023785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a:extLst>
            <a:ext uri="{FF2B5EF4-FFF2-40B4-BE49-F238E27FC236}">
              <a16:creationId xmlns:a16="http://schemas.microsoft.com/office/drawing/2014/main" id="{90B1E26C-6718-5A33-E8EE-1814FCFBCA12}"/>
            </a:ext>
          </a:extLst>
        </p:cNvPr>
        <p:cNvGrpSpPr/>
        <p:nvPr/>
      </p:nvGrpSpPr>
      <p:grpSpPr>
        <a:xfrm>
          <a:off x="0" y="0"/>
          <a:ext cx="0" cy="0"/>
          <a:chOff x="0" y="0"/>
          <a:chExt cx="0" cy="0"/>
        </a:xfrm>
      </p:grpSpPr>
      <p:sp>
        <p:nvSpPr>
          <p:cNvPr id="302" name="Google Shape;302;g36c0d1679b4_2_241:notes">
            <a:extLst>
              <a:ext uri="{FF2B5EF4-FFF2-40B4-BE49-F238E27FC236}">
                <a16:creationId xmlns:a16="http://schemas.microsoft.com/office/drawing/2014/main" id="{3EFB59EC-9011-8EA6-82DF-1F826164A99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303" name="Google Shape;303;g36c0d1679b4_2_241:notes">
            <a:extLst>
              <a:ext uri="{FF2B5EF4-FFF2-40B4-BE49-F238E27FC236}">
                <a16:creationId xmlns:a16="http://schemas.microsoft.com/office/drawing/2014/main" id="{04F11927-031A-9D79-F65C-1BFB21DB544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408890663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a:extLst>
            <a:ext uri="{FF2B5EF4-FFF2-40B4-BE49-F238E27FC236}">
              <a16:creationId xmlns:a16="http://schemas.microsoft.com/office/drawing/2014/main" id="{7175EAAB-30C2-ED84-3233-352236DD86E9}"/>
            </a:ext>
          </a:extLst>
        </p:cNvPr>
        <p:cNvGrpSpPr/>
        <p:nvPr/>
      </p:nvGrpSpPr>
      <p:grpSpPr>
        <a:xfrm>
          <a:off x="0" y="0"/>
          <a:ext cx="0" cy="0"/>
          <a:chOff x="0" y="0"/>
          <a:chExt cx="0" cy="0"/>
        </a:xfrm>
      </p:grpSpPr>
      <p:sp>
        <p:nvSpPr>
          <p:cNvPr id="302" name="Google Shape;302;g36c0d1679b4_2_241:notes">
            <a:extLst>
              <a:ext uri="{FF2B5EF4-FFF2-40B4-BE49-F238E27FC236}">
                <a16:creationId xmlns:a16="http://schemas.microsoft.com/office/drawing/2014/main" id="{EF583A1A-EB79-65C3-1C76-4E749F79940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303" name="Google Shape;303;g36c0d1679b4_2_241:notes">
            <a:extLst>
              <a:ext uri="{FF2B5EF4-FFF2-40B4-BE49-F238E27FC236}">
                <a16:creationId xmlns:a16="http://schemas.microsoft.com/office/drawing/2014/main" id="{1345FAC0-D47A-FBE1-7A0B-BF95F7C6BB8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21150507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a:extLst>
            <a:ext uri="{FF2B5EF4-FFF2-40B4-BE49-F238E27FC236}">
              <a16:creationId xmlns:a16="http://schemas.microsoft.com/office/drawing/2014/main" id="{6477EE4D-D87F-0A97-B18F-E8B5F3D2CD60}"/>
            </a:ext>
          </a:extLst>
        </p:cNvPr>
        <p:cNvGrpSpPr/>
        <p:nvPr/>
      </p:nvGrpSpPr>
      <p:grpSpPr>
        <a:xfrm>
          <a:off x="0" y="0"/>
          <a:ext cx="0" cy="0"/>
          <a:chOff x="0" y="0"/>
          <a:chExt cx="0" cy="0"/>
        </a:xfrm>
      </p:grpSpPr>
      <p:sp>
        <p:nvSpPr>
          <p:cNvPr id="302" name="Google Shape;302;g36c0d1679b4_2_241:notes">
            <a:extLst>
              <a:ext uri="{FF2B5EF4-FFF2-40B4-BE49-F238E27FC236}">
                <a16:creationId xmlns:a16="http://schemas.microsoft.com/office/drawing/2014/main" id="{F11C1B08-67AE-8561-E9C1-78BD5AEC83A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303" name="Google Shape;303;g36c0d1679b4_2_241:notes">
            <a:extLst>
              <a:ext uri="{FF2B5EF4-FFF2-40B4-BE49-F238E27FC236}">
                <a16:creationId xmlns:a16="http://schemas.microsoft.com/office/drawing/2014/main" id="{92A85854-FE82-F85C-4DC3-655D1B63032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75382565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a:extLst>
            <a:ext uri="{FF2B5EF4-FFF2-40B4-BE49-F238E27FC236}">
              <a16:creationId xmlns:a16="http://schemas.microsoft.com/office/drawing/2014/main" id="{27184324-47BB-CD5D-D4DF-AFAC68715566}"/>
            </a:ext>
          </a:extLst>
        </p:cNvPr>
        <p:cNvGrpSpPr/>
        <p:nvPr/>
      </p:nvGrpSpPr>
      <p:grpSpPr>
        <a:xfrm>
          <a:off x="0" y="0"/>
          <a:ext cx="0" cy="0"/>
          <a:chOff x="0" y="0"/>
          <a:chExt cx="0" cy="0"/>
        </a:xfrm>
      </p:grpSpPr>
      <p:sp>
        <p:nvSpPr>
          <p:cNvPr id="302" name="Google Shape;302;g36c0d1679b4_2_241:notes">
            <a:extLst>
              <a:ext uri="{FF2B5EF4-FFF2-40B4-BE49-F238E27FC236}">
                <a16:creationId xmlns:a16="http://schemas.microsoft.com/office/drawing/2014/main" id="{F6CF9563-B76C-0050-47D6-3ABBA656B9C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303" name="Google Shape;303;g36c0d1679b4_2_241:notes">
            <a:extLst>
              <a:ext uri="{FF2B5EF4-FFF2-40B4-BE49-F238E27FC236}">
                <a16:creationId xmlns:a16="http://schemas.microsoft.com/office/drawing/2014/main" id="{8FABBD5B-F41D-9279-7A04-B178C92212D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81778915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a:extLst>
            <a:ext uri="{FF2B5EF4-FFF2-40B4-BE49-F238E27FC236}">
              <a16:creationId xmlns:a16="http://schemas.microsoft.com/office/drawing/2014/main" id="{82DF8FE7-53E3-4CE9-D5BA-874E070D24BF}"/>
            </a:ext>
          </a:extLst>
        </p:cNvPr>
        <p:cNvGrpSpPr/>
        <p:nvPr/>
      </p:nvGrpSpPr>
      <p:grpSpPr>
        <a:xfrm>
          <a:off x="0" y="0"/>
          <a:ext cx="0" cy="0"/>
          <a:chOff x="0" y="0"/>
          <a:chExt cx="0" cy="0"/>
        </a:xfrm>
      </p:grpSpPr>
      <p:sp>
        <p:nvSpPr>
          <p:cNvPr id="302" name="Google Shape;302;g36c0d1679b4_2_241:notes">
            <a:extLst>
              <a:ext uri="{FF2B5EF4-FFF2-40B4-BE49-F238E27FC236}">
                <a16:creationId xmlns:a16="http://schemas.microsoft.com/office/drawing/2014/main" id="{8F3269F1-9428-9B19-6AFF-5B2B2092F43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303" name="Google Shape;303;g36c0d1679b4_2_241:notes">
            <a:extLst>
              <a:ext uri="{FF2B5EF4-FFF2-40B4-BE49-F238E27FC236}">
                <a16:creationId xmlns:a16="http://schemas.microsoft.com/office/drawing/2014/main" id="{4629D475-B915-F5C1-0E3A-1FAAB957F4E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35042875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a:extLst>
            <a:ext uri="{FF2B5EF4-FFF2-40B4-BE49-F238E27FC236}">
              <a16:creationId xmlns:a16="http://schemas.microsoft.com/office/drawing/2014/main" id="{004D06A9-3F1E-D296-1871-05BEF7626205}"/>
            </a:ext>
          </a:extLst>
        </p:cNvPr>
        <p:cNvGrpSpPr/>
        <p:nvPr/>
      </p:nvGrpSpPr>
      <p:grpSpPr>
        <a:xfrm>
          <a:off x="0" y="0"/>
          <a:ext cx="0" cy="0"/>
          <a:chOff x="0" y="0"/>
          <a:chExt cx="0" cy="0"/>
        </a:xfrm>
      </p:grpSpPr>
      <p:sp>
        <p:nvSpPr>
          <p:cNvPr id="302" name="Google Shape;302;g36c0d1679b4_2_241:notes">
            <a:extLst>
              <a:ext uri="{FF2B5EF4-FFF2-40B4-BE49-F238E27FC236}">
                <a16:creationId xmlns:a16="http://schemas.microsoft.com/office/drawing/2014/main" id="{0FE1D010-49EC-1030-8E53-DE86E91288D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303" name="Google Shape;303;g36c0d1679b4_2_241:notes">
            <a:extLst>
              <a:ext uri="{FF2B5EF4-FFF2-40B4-BE49-F238E27FC236}">
                <a16:creationId xmlns:a16="http://schemas.microsoft.com/office/drawing/2014/main" id="{8F5BAC02-B30D-3FB5-7C16-8517C8F9C17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87268558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a:extLst>
            <a:ext uri="{FF2B5EF4-FFF2-40B4-BE49-F238E27FC236}">
              <a16:creationId xmlns:a16="http://schemas.microsoft.com/office/drawing/2014/main" id="{0A7905AC-41AB-6079-6261-D6F2A154C4D9}"/>
            </a:ext>
          </a:extLst>
        </p:cNvPr>
        <p:cNvGrpSpPr/>
        <p:nvPr/>
      </p:nvGrpSpPr>
      <p:grpSpPr>
        <a:xfrm>
          <a:off x="0" y="0"/>
          <a:ext cx="0" cy="0"/>
          <a:chOff x="0" y="0"/>
          <a:chExt cx="0" cy="0"/>
        </a:xfrm>
      </p:grpSpPr>
      <p:sp>
        <p:nvSpPr>
          <p:cNvPr id="302" name="Google Shape;302;g36c0d1679b4_2_241:notes">
            <a:extLst>
              <a:ext uri="{FF2B5EF4-FFF2-40B4-BE49-F238E27FC236}">
                <a16:creationId xmlns:a16="http://schemas.microsoft.com/office/drawing/2014/main" id="{6EF56545-EA31-3CA4-2BC6-C889D0065AB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303" name="Google Shape;303;g36c0d1679b4_2_241:notes">
            <a:extLst>
              <a:ext uri="{FF2B5EF4-FFF2-40B4-BE49-F238E27FC236}">
                <a16:creationId xmlns:a16="http://schemas.microsoft.com/office/drawing/2014/main" id="{7B2B7FFF-5B90-BB94-4D11-817091FF2D9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59518012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a:extLst>
            <a:ext uri="{FF2B5EF4-FFF2-40B4-BE49-F238E27FC236}">
              <a16:creationId xmlns:a16="http://schemas.microsoft.com/office/drawing/2014/main" id="{CA82D30D-0399-9646-B4F6-E0421C4F8A48}"/>
            </a:ext>
          </a:extLst>
        </p:cNvPr>
        <p:cNvGrpSpPr/>
        <p:nvPr/>
      </p:nvGrpSpPr>
      <p:grpSpPr>
        <a:xfrm>
          <a:off x="0" y="0"/>
          <a:ext cx="0" cy="0"/>
          <a:chOff x="0" y="0"/>
          <a:chExt cx="0" cy="0"/>
        </a:xfrm>
      </p:grpSpPr>
      <p:sp>
        <p:nvSpPr>
          <p:cNvPr id="302" name="Google Shape;302;g36c0d1679b4_2_241:notes">
            <a:extLst>
              <a:ext uri="{FF2B5EF4-FFF2-40B4-BE49-F238E27FC236}">
                <a16:creationId xmlns:a16="http://schemas.microsoft.com/office/drawing/2014/main" id="{51D7D7E8-16B8-42E0-C0FD-89B37783D03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303" name="Google Shape;303;g36c0d1679b4_2_241:notes">
            <a:extLst>
              <a:ext uri="{FF2B5EF4-FFF2-40B4-BE49-F238E27FC236}">
                <a16:creationId xmlns:a16="http://schemas.microsoft.com/office/drawing/2014/main" id="{8C5AF324-D771-34D5-7008-81301720AF2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82209879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a:extLst>
            <a:ext uri="{FF2B5EF4-FFF2-40B4-BE49-F238E27FC236}">
              <a16:creationId xmlns:a16="http://schemas.microsoft.com/office/drawing/2014/main" id="{FC8BE358-F897-5DBD-0645-13EB6138B479}"/>
            </a:ext>
          </a:extLst>
        </p:cNvPr>
        <p:cNvGrpSpPr/>
        <p:nvPr/>
      </p:nvGrpSpPr>
      <p:grpSpPr>
        <a:xfrm>
          <a:off x="0" y="0"/>
          <a:ext cx="0" cy="0"/>
          <a:chOff x="0" y="0"/>
          <a:chExt cx="0" cy="0"/>
        </a:xfrm>
      </p:grpSpPr>
      <p:sp>
        <p:nvSpPr>
          <p:cNvPr id="302" name="Google Shape;302;g36c0d1679b4_2_241:notes">
            <a:extLst>
              <a:ext uri="{FF2B5EF4-FFF2-40B4-BE49-F238E27FC236}">
                <a16:creationId xmlns:a16="http://schemas.microsoft.com/office/drawing/2014/main" id="{B38820C3-FB38-6504-2E6C-6892F6D8C06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303" name="Google Shape;303;g36c0d1679b4_2_241:notes">
            <a:extLst>
              <a:ext uri="{FF2B5EF4-FFF2-40B4-BE49-F238E27FC236}">
                <a16:creationId xmlns:a16="http://schemas.microsoft.com/office/drawing/2014/main" id="{E7C21171-0079-61B4-1325-E84C5B01B4D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61795141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a:extLst>
            <a:ext uri="{FF2B5EF4-FFF2-40B4-BE49-F238E27FC236}">
              <a16:creationId xmlns:a16="http://schemas.microsoft.com/office/drawing/2014/main" id="{164EBCD4-9C0C-4C36-0695-D90A7BD90A47}"/>
            </a:ext>
          </a:extLst>
        </p:cNvPr>
        <p:cNvGrpSpPr/>
        <p:nvPr/>
      </p:nvGrpSpPr>
      <p:grpSpPr>
        <a:xfrm>
          <a:off x="0" y="0"/>
          <a:ext cx="0" cy="0"/>
          <a:chOff x="0" y="0"/>
          <a:chExt cx="0" cy="0"/>
        </a:xfrm>
      </p:grpSpPr>
      <p:sp>
        <p:nvSpPr>
          <p:cNvPr id="302" name="Google Shape;302;g36c0d1679b4_2_241:notes">
            <a:extLst>
              <a:ext uri="{FF2B5EF4-FFF2-40B4-BE49-F238E27FC236}">
                <a16:creationId xmlns:a16="http://schemas.microsoft.com/office/drawing/2014/main" id="{D1BEB17E-2052-D5F0-94C6-B4E0E2C8FB9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303" name="Google Shape;303;g36c0d1679b4_2_241:notes">
            <a:extLst>
              <a:ext uri="{FF2B5EF4-FFF2-40B4-BE49-F238E27FC236}">
                <a16:creationId xmlns:a16="http://schemas.microsoft.com/office/drawing/2014/main" id="{390CD907-61B6-4820-86B4-1BC155403A9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73862753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a:extLst>
            <a:ext uri="{FF2B5EF4-FFF2-40B4-BE49-F238E27FC236}">
              <a16:creationId xmlns:a16="http://schemas.microsoft.com/office/drawing/2014/main" id="{F1A13259-F995-1470-80DA-900907010455}"/>
            </a:ext>
          </a:extLst>
        </p:cNvPr>
        <p:cNvGrpSpPr/>
        <p:nvPr/>
      </p:nvGrpSpPr>
      <p:grpSpPr>
        <a:xfrm>
          <a:off x="0" y="0"/>
          <a:ext cx="0" cy="0"/>
          <a:chOff x="0" y="0"/>
          <a:chExt cx="0" cy="0"/>
        </a:xfrm>
      </p:grpSpPr>
      <p:sp>
        <p:nvSpPr>
          <p:cNvPr id="302" name="Google Shape;302;g36c0d1679b4_2_241:notes">
            <a:extLst>
              <a:ext uri="{FF2B5EF4-FFF2-40B4-BE49-F238E27FC236}">
                <a16:creationId xmlns:a16="http://schemas.microsoft.com/office/drawing/2014/main" id="{85426BCF-CAC4-731C-BB55-C65B9B73AE6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303" name="Google Shape;303;g36c0d1679b4_2_241:notes">
            <a:extLst>
              <a:ext uri="{FF2B5EF4-FFF2-40B4-BE49-F238E27FC236}">
                <a16:creationId xmlns:a16="http://schemas.microsoft.com/office/drawing/2014/main" id="{1861E62F-D7FE-B3CC-B62B-CF457B587DE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63634567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a:extLst>
            <a:ext uri="{FF2B5EF4-FFF2-40B4-BE49-F238E27FC236}">
              <a16:creationId xmlns:a16="http://schemas.microsoft.com/office/drawing/2014/main" id="{2838EF63-AA52-9684-6ACA-F150F68801DD}"/>
            </a:ext>
          </a:extLst>
        </p:cNvPr>
        <p:cNvGrpSpPr/>
        <p:nvPr/>
      </p:nvGrpSpPr>
      <p:grpSpPr>
        <a:xfrm>
          <a:off x="0" y="0"/>
          <a:ext cx="0" cy="0"/>
          <a:chOff x="0" y="0"/>
          <a:chExt cx="0" cy="0"/>
        </a:xfrm>
      </p:grpSpPr>
      <p:sp>
        <p:nvSpPr>
          <p:cNvPr id="302" name="Google Shape;302;g36c0d1679b4_2_241:notes">
            <a:extLst>
              <a:ext uri="{FF2B5EF4-FFF2-40B4-BE49-F238E27FC236}">
                <a16:creationId xmlns:a16="http://schemas.microsoft.com/office/drawing/2014/main" id="{F2D84B73-7348-DE3A-00D0-8AB31A81544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303" name="Google Shape;303;g36c0d1679b4_2_241:notes">
            <a:extLst>
              <a:ext uri="{FF2B5EF4-FFF2-40B4-BE49-F238E27FC236}">
                <a16:creationId xmlns:a16="http://schemas.microsoft.com/office/drawing/2014/main" id="{25BFDD45-3741-E82C-843B-7867EF9BF64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47592639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a:extLst>
            <a:ext uri="{FF2B5EF4-FFF2-40B4-BE49-F238E27FC236}">
              <a16:creationId xmlns:a16="http://schemas.microsoft.com/office/drawing/2014/main" id="{036E0C3A-2277-C8F0-C2C7-7C44A4DD4945}"/>
            </a:ext>
          </a:extLst>
        </p:cNvPr>
        <p:cNvGrpSpPr/>
        <p:nvPr/>
      </p:nvGrpSpPr>
      <p:grpSpPr>
        <a:xfrm>
          <a:off x="0" y="0"/>
          <a:ext cx="0" cy="0"/>
          <a:chOff x="0" y="0"/>
          <a:chExt cx="0" cy="0"/>
        </a:xfrm>
      </p:grpSpPr>
      <p:sp>
        <p:nvSpPr>
          <p:cNvPr id="302" name="Google Shape;302;g36c0d1679b4_2_241:notes">
            <a:extLst>
              <a:ext uri="{FF2B5EF4-FFF2-40B4-BE49-F238E27FC236}">
                <a16:creationId xmlns:a16="http://schemas.microsoft.com/office/drawing/2014/main" id="{B23326B5-F221-A1D0-4B12-9C929341560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303" name="Google Shape;303;g36c0d1679b4_2_241:notes">
            <a:extLst>
              <a:ext uri="{FF2B5EF4-FFF2-40B4-BE49-F238E27FC236}">
                <a16:creationId xmlns:a16="http://schemas.microsoft.com/office/drawing/2014/main" id="{B21F1B34-30F2-17FD-85F1-4B7D6BFB90A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424409056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p:cNvGrpSpPr/>
        <p:nvPr/>
      </p:nvGrpSpPr>
      <p:grpSpPr>
        <a:xfrm>
          <a:off x="0" y="0"/>
          <a:ext cx="0" cy="0"/>
          <a:chOff x="0" y="0"/>
          <a:chExt cx="0" cy="0"/>
        </a:xfrm>
      </p:grpSpPr>
      <p:sp>
        <p:nvSpPr>
          <p:cNvPr id="318" name="Google Shape;318;g36d9b317133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319" name="Google Shape;319;g36d9b317133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p:cNvGrpSpPr/>
        <p:nvPr/>
      </p:nvGrpSpPr>
      <p:grpSpPr>
        <a:xfrm>
          <a:off x="0" y="0"/>
          <a:ext cx="0" cy="0"/>
          <a:chOff x="0" y="0"/>
          <a:chExt cx="0" cy="0"/>
        </a:xfrm>
      </p:grpSpPr>
      <p:sp>
        <p:nvSpPr>
          <p:cNvPr id="324" name="Google Shape;324;g36c0d1679b4_2_2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325" name="Google Shape;325;g36c0d1679b4_2_25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g36c0d1679b4_0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332" name="Google Shape;332;g36c0d1679b4_0_3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a:extLst>
            <a:ext uri="{FF2B5EF4-FFF2-40B4-BE49-F238E27FC236}">
              <a16:creationId xmlns:a16="http://schemas.microsoft.com/office/drawing/2014/main" id="{BE569EDA-D669-86AE-2DCA-786B453B5482}"/>
            </a:ext>
          </a:extLst>
        </p:cNvPr>
        <p:cNvGrpSpPr/>
        <p:nvPr/>
      </p:nvGrpSpPr>
      <p:grpSpPr>
        <a:xfrm>
          <a:off x="0" y="0"/>
          <a:ext cx="0" cy="0"/>
          <a:chOff x="0" y="0"/>
          <a:chExt cx="0" cy="0"/>
        </a:xfrm>
      </p:grpSpPr>
      <p:sp>
        <p:nvSpPr>
          <p:cNvPr id="302" name="Google Shape;302;g36c0d1679b4_2_241:notes">
            <a:extLst>
              <a:ext uri="{FF2B5EF4-FFF2-40B4-BE49-F238E27FC236}">
                <a16:creationId xmlns:a16="http://schemas.microsoft.com/office/drawing/2014/main" id="{2CC8DE20-2C79-BFC3-3933-D9C8A99104B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303" name="Google Shape;303;g36c0d1679b4_2_241:notes">
            <a:extLst>
              <a:ext uri="{FF2B5EF4-FFF2-40B4-BE49-F238E27FC236}">
                <a16:creationId xmlns:a16="http://schemas.microsoft.com/office/drawing/2014/main" id="{0201CE0D-E396-6822-AC9F-ABDEDA24710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5296413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g36c0d1679b4_2_18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39" name="Google Shape;339;g36c0d1679b4_2_18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340" name="Google Shape;340;g36c0d1679b4_2_18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 sz="1200" b="0" i="0" u="none" strike="noStrike" cap="none">
                <a:solidFill>
                  <a:schemeClr val="dk1"/>
                </a:solidFill>
                <a:latin typeface="Calibri"/>
                <a:ea typeface="Calibri"/>
                <a:cs typeface="Calibri"/>
                <a:sym typeface="Calibri"/>
              </a:rPr>
              <a:t>52</a:t>
            </a:fld>
            <a:endParaRPr sz="1200" b="0" i="0" u="none" strike="noStrike" cap="none">
              <a:solidFill>
                <a:schemeClr val="dk1"/>
              </a:solidFill>
              <a:latin typeface="Calibri"/>
              <a:ea typeface="Calibri"/>
              <a:cs typeface="Calibri"/>
              <a:sym typeface="Calibri"/>
            </a:endParaRPr>
          </a:p>
        </p:txBody>
      </p:sp>
      <p:sp>
        <p:nvSpPr>
          <p:cNvPr id="341" name="Google Shape;341;g36c0d1679b4_2_184:notes"/>
          <p:cNvSpPr txBox="1">
            <a:spLocks noGrp="1"/>
          </p:cNvSpPr>
          <p:nvPr>
            <p:ph type="ftr" idx="11"/>
          </p:nvPr>
        </p:nvSpPr>
        <p:spPr>
          <a:xfrm>
            <a:off x="0" y="8685213"/>
            <a:ext cx="2971800" cy="4587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 Proprietary content. ©Great Learning. All Rights Reserved. Unauthorized use or distribution prohibited</a:t>
            </a:r>
            <a:endParaRPr sz="1400" b="0" i="0" u="none" strike="noStrike" cap="non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59"/>
        <p:cNvGrpSpPr/>
        <p:nvPr/>
      </p:nvGrpSpPr>
      <p:grpSpPr>
        <a:xfrm>
          <a:off x="0" y="0"/>
          <a:ext cx="0" cy="0"/>
          <a:chOff x="0" y="0"/>
          <a:chExt cx="0" cy="0"/>
        </a:xfrm>
      </p:grpSpPr>
      <p:sp>
        <p:nvSpPr>
          <p:cNvPr id="60" name="Google Shape;60;p14"/>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61" name="Google Shape;61;p14"/>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lvl1pPr marL="457200" lvl="0" indent="-323850" algn="l">
              <a:lnSpc>
                <a:spcPct val="115000"/>
              </a:lnSpc>
              <a:spcBef>
                <a:spcPts val="0"/>
              </a:spcBef>
              <a:spcAft>
                <a:spcPts val="0"/>
              </a:spcAft>
              <a:buSzPts val="1500"/>
              <a:buFont typeface="Nunito"/>
              <a:buChar char="●"/>
              <a:defRPr>
                <a:latin typeface="Nunito"/>
                <a:ea typeface="Nunito"/>
                <a:cs typeface="Nunito"/>
                <a:sym typeface="Nunito"/>
              </a:defRPr>
            </a:lvl1pPr>
            <a:lvl2pPr marL="914400" lvl="1" indent="-311150" algn="l">
              <a:lnSpc>
                <a:spcPct val="115000"/>
              </a:lnSpc>
              <a:spcBef>
                <a:spcPts val="1600"/>
              </a:spcBef>
              <a:spcAft>
                <a:spcPts val="0"/>
              </a:spcAft>
              <a:buSzPts val="1300"/>
              <a:buFont typeface="Nunito"/>
              <a:buChar char="○"/>
              <a:defRPr>
                <a:latin typeface="Nunito"/>
                <a:ea typeface="Nunito"/>
                <a:cs typeface="Nunito"/>
                <a:sym typeface="Nunito"/>
              </a:defRPr>
            </a:lvl2pPr>
            <a:lvl3pPr marL="1371600" lvl="2" indent="-304800" algn="l">
              <a:lnSpc>
                <a:spcPct val="115000"/>
              </a:lnSpc>
              <a:spcBef>
                <a:spcPts val="1600"/>
              </a:spcBef>
              <a:spcAft>
                <a:spcPts val="0"/>
              </a:spcAft>
              <a:buSzPts val="1200"/>
              <a:buFont typeface="Nunito"/>
              <a:buChar char="■"/>
              <a:defRPr>
                <a:latin typeface="Nunito"/>
                <a:ea typeface="Nunito"/>
                <a:cs typeface="Nunito"/>
                <a:sym typeface="Nunito"/>
              </a:defRPr>
            </a:lvl3pPr>
            <a:lvl4pPr marL="1828800" lvl="3" indent="-298450" algn="l">
              <a:lnSpc>
                <a:spcPct val="115000"/>
              </a:lnSpc>
              <a:spcBef>
                <a:spcPts val="1600"/>
              </a:spcBef>
              <a:spcAft>
                <a:spcPts val="0"/>
              </a:spcAft>
              <a:buSzPts val="1100"/>
              <a:buFont typeface="Nunito"/>
              <a:buChar char="●"/>
              <a:defRPr>
                <a:latin typeface="Nunito"/>
                <a:ea typeface="Nunito"/>
                <a:cs typeface="Nunito"/>
                <a:sym typeface="Nunito"/>
              </a:defRPr>
            </a:lvl4pPr>
            <a:lvl5pPr marL="2286000" lvl="4" indent="-292100" algn="l">
              <a:lnSpc>
                <a:spcPct val="115000"/>
              </a:lnSpc>
              <a:spcBef>
                <a:spcPts val="1600"/>
              </a:spcBef>
              <a:spcAft>
                <a:spcPts val="0"/>
              </a:spcAft>
              <a:buSzPts val="1000"/>
              <a:buFont typeface="Nunito"/>
              <a:buChar char="○"/>
              <a:defRPr>
                <a:latin typeface="Nunito"/>
                <a:ea typeface="Nunito"/>
                <a:cs typeface="Nunito"/>
                <a:sym typeface="Nunito"/>
              </a:defRPr>
            </a:lvl5pPr>
            <a:lvl6pPr marL="2743200" lvl="5" indent="-285750" algn="l">
              <a:lnSpc>
                <a:spcPct val="115000"/>
              </a:lnSpc>
              <a:spcBef>
                <a:spcPts val="1600"/>
              </a:spcBef>
              <a:spcAft>
                <a:spcPts val="0"/>
              </a:spcAft>
              <a:buSzPts val="900"/>
              <a:buFont typeface="Nunito"/>
              <a:buChar char="■"/>
              <a:defRPr>
                <a:latin typeface="Nunito"/>
                <a:ea typeface="Nunito"/>
                <a:cs typeface="Nunito"/>
                <a:sym typeface="Nunito"/>
              </a:defRPr>
            </a:lvl6pPr>
            <a:lvl7pPr marL="3200400" lvl="6" indent="-279400" algn="l">
              <a:lnSpc>
                <a:spcPct val="115000"/>
              </a:lnSpc>
              <a:spcBef>
                <a:spcPts val="1600"/>
              </a:spcBef>
              <a:spcAft>
                <a:spcPts val="0"/>
              </a:spcAft>
              <a:buSzPts val="800"/>
              <a:buFont typeface="Nunito"/>
              <a:buChar char="●"/>
              <a:defRPr>
                <a:latin typeface="Nunito"/>
                <a:ea typeface="Nunito"/>
                <a:cs typeface="Nunito"/>
                <a:sym typeface="Nunito"/>
              </a:defRPr>
            </a:lvl7pPr>
            <a:lvl8pPr marL="3657600" lvl="7" indent="-273050" algn="l">
              <a:lnSpc>
                <a:spcPct val="115000"/>
              </a:lnSpc>
              <a:spcBef>
                <a:spcPts val="1600"/>
              </a:spcBef>
              <a:spcAft>
                <a:spcPts val="0"/>
              </a:spcAft>
              <a:buSzPts val="700"/>
              <a:buFont typeface="Nunito"/>
              <a:buChar char="○"/>
              <a:defRPr>
                <a:latin typeface="Nunito"/>
                <a:ea typeface="Nunito"/>
                <a:cs typeface="Nunito"/>
                <a:sym typeface="Nunito"/>
              </a:defRPr>
            </a:lvl8pPr>
            <a:lvl9pPr marL="4114800" lvl="8" indent="-266700" algn="l">
              <a:lnSpc>
                <a:spcPct val="115000"/>
              </a:lnSpc>
              <a:spcBef>
                <a:spcPts val="1600"/>
              </a:spcBef>
              <a:spcAft>
                <a:spcPts val="1600"/>
              </a:spcAft>
              <a:buSzPts val="600"/>
              <a:buFont typeface="Nunito"/>
              <a:buChar char="■"/>
              <a:defRPr>
                <a:latin typeface="Nunito"/>
                <a:ea typeface="Nunito"/>
                <a:cs typeface="Nunito"/>
                <a:sym typeface="Nunito"/>
              </a:defRPr>
            </a:lvl9pPr>
          </a:lstStyle>
          <a:p>
            <a:endParaRPr/>
          </a:p>
        </p:txBody>
      </p:sp>
      <p:sp>
        <p:nvSpPr>
          <p:cNvPr id="62" name="Google Shape;62;p14"/>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63"/>
        <p:cNvGrpSpPr/>
        <p:nvPr/>
      </p:nvGrpSpPr>
      <p:grpSpPr>
        <a:xfrm>
          <a:off x="0" y="0"/>
          <a:ext cx="0" cy="0"/>
          <a:chOff x="0" y="0"/>
          <a:chExt cx="0" cy="0"/>
        </a:xfrm>
      </p:grpSpPr>
      <p:sp>
        <p:nvSpPr>
          <p:cNvPr id="64" name="Google Shape;64;p15"/>
          <p:cNvSpPr txBox="1">
            <a:spLocks noGrp="1"/>
          </p:cNvSpPr>
          <p:nvPr>
            <p:ph type="ctrTitle"/>
          </p:nvPr>
        </p:nvSpPr>
        <p:spPr>
          <a:xfrm>
            <a:off x="2210208" y="744575"/>
            <a:ext cx="6622200" cy="20526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1pPr>
            <a:lvl2pPr lvl="1"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2pPr>
            <a:lvl3pPr lvl="2"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3pPr>
            <a:lvl4pPr lvl="3"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4pPr>
            <a:lvl5pPr lvl="4"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5pPr>
            <a:lvl6pPr lvl="5"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6pPr>
            <a:lvl7pPr lvl="6"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7pPr>
            <a:lvl8pPr lvl="7"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8pPr>
            <a:lvl9pPr lvl="8"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9pPr>
          </a:lstStyle>
          <a:p>
            <a:endParaRPr/>
          </a:p>
        </p:txBody>
      </p:sp>
      <p:sp>
        <p:nvSpPr>
          <p:cNvPr id="65" name="Google Shape;65;p15"/>
          <p:cNvSpPr txBox="1">
            <a:spLocks noGrp="1"/>
          </p:cNvSpPr>
          <p:nvPr>
            <p:ph type="subTitle" idx="1"/>
          </p:nvPr>
        </p:nvSpPr>
        <p:spPr>
          <a:xfrm>
            <a:off x="2210202" y="2834125"/>
            <a:ext cx="6622200" cy="792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rgbClr val="434343"/>
              </a:buClr>
              <a:buSzPts val="2600"/>
              <a:buFont typeface="Nunito SemiBold"/>
              <a:buNone/>
              <a:defRPr sz="2600" b="1">
                <a:solidFill>
                  <a:srgbClr val="434343"/>
                </a:solidFill>
                <a:latin typeface="Nunito SemiBold"/>
                <a:ea typeface="Nunito SemiBold"/>
                <a:cs typeface="Nunito SemiBold"/>
                <a:sym typeface="Nunito SemiBold"/>
              </a:defRPr>
            </a:lvl1pPr>
            <a:lvl2pPr lvl="1" algn="l">
              <a:lnSpc>
                <a:spcPct val="100000"/>
              </a:lnSpc>
              <a:spcBef>
                <a:spcPts val="0"/>
              </a:spcBef>
              <a:spcAft>
                <a:spcPts val="0"/>
              </a:spcAft>
              <a:buClr>
                <a:srgbClr val="434343"/>
              </a:buClr>
              <a:buSzPts val="2600"/>
              <a:buFont typeface="Nunito SemiBold"/>
              <a:buNone/>
              <a:defRPr sz="2600" b="1">
                <a:solidFill>
                  <a:srgbClr val="434343"/>
                </a:solidFill>
                <a:latin typeface="Nunito SemiBold"/>
                <a:ea typeface="Nunito SemiBold"/>
                <a:cs typeface="Nunito SemiBold"/>
                <a:sym typeface="Nunito SemiBold"/>
              </a:defRPr>
            </a:lvl2pPr>
            <a:lvl3pPr lvl="2" algn="l">
              <a:lnSpc>
                <a:spcPct val="100000"/>
              </a:lnSpc>
              <a:spcBef>
                <a:spcPts val="0"/>
              </a:spcBef>
              <a:spcAft>
                <a:spcPts val="0"/>
              </a:spcAft>
              <a:buClr>
                <a:srgbClr val="434343"/>
              </a:buClr>
              <a:buSzPts val="2600"/>
              <a:buFont typeface="Nunito SemiBold"/>
              <a:buNone/>
              <a:defRPr sz="2600" b="1">
                <a:solidFill>
                  <a:srgbClr val="434343"/>
                </a:solidFill>
                <a:latin typeface="Nunito SemiBold"/>
                <a:ea typeface="Nunito SemiBold"/>
                <a:cs typeface="Nunito SemiBold"/>
                <a:sym typeface="Nunito SemiBold"/>
              </a:defRPr>
            </a:lvl3pPr>
            <a:lvl4pPr lvl="3" algn="l">
              <a:lnSpc>
                <a:spcPct val="100000"/>
              </a:lnSpc>
              <a:spcBef>
                <a:spcPts val="0"/>
              </a:spcBef>
              <a:spcAft>
                <a:spcPts val="0"/>
              </a:spcAft>
              <a:buClr>
                <a:srgbClr val="434343"/>
              </a:buClr>
              <a:buSzPts val="2600"/>
              <a:buFont typeface="Nunito SemiBold"/>
              <a:buNone/>
              <a:defRPr sz="2600" b="1">
                <a:solidFill>
                  <a:srgbClr val="434343"/>
                </a:solidFill>
                <a:latin typeface="Nunito SemiBold"/>
                <a:ea typeface="Nunito SemiBold"/>
                <a:cs typeface="Nunito SemiBold"/>
                <a:sym typeface="Nunito SemiBold"/>
              </a:defRPr>
            </a:lvl4pPr>
            <a:lvl5pPr lvl="4" algn="l">
              <a:lnSpc>
                <a:spcPct val="100000"/>
              </a:lnSpc>
              <a:spcBef>
                <a:spcPts val="0"/>
              </a:spcBef>
              <a:spcAft>
                <a:spcPts val="0"/>
              </a:spcAft>
              <a:buClr>
                <a:srgbClr val="434343"/>
              </a:buClr>
              <a:buSzPts val="2600"/>
              <a:buFont typeface="Nunito SemiBold"/>
              <a:buNone/>
              <a:defRPr sz="2600" b="1">
                <a:solidFill>
                  <a:srgbClr val="434343"/>
                </a:solidFill>
                <a:latin typeface="Nunito SemiBold"/>
                <a:ea typeface="Nunito SemiBold"/>
                <a:cs typeface="Nunito SemiBold"/>
                <a:sym typeface="Nunito SemiBold"/>
              </a:defRPr>
            </a:lvl5pPr>
            <a:lvl6pPr lvl="5" algn="l">
              <a:lnSpc>
                <a:spcPct val="100000"/>
              </a:lnSpc>
              <a:spcBef>
                <a:spcPts val="0"/>
              </a:spcBef>
              <a:spcAft>
                <a:spcPts val="0"/>
              </a:spcAft>
              <a:buClr>
                <a:srgbClr val="434343"/>
              </a:buClr>
              <a:buSzPts val="2600"/>
              <a:buFont typeface="Nunito SemiBold"/>
              <a:buNone/>
              <a:defRPr sz="2600" b="1">
                <a:solidFill>
                  <a:srgbClr val="434343"/>
                </a:solidFill>
                <a:latin typeface="Nunito SemiBold"/>
                <a:ea typeface="Nunito SemiBold"/>
                <a:cs typeface="Nunito SemiBold"/>
                <a:sym typeface="Nunito SemiBold"/>
              </a:defRPr>
            </a:lvl6pPr>
            <a:lvl7pPr lvl="6" algn="l">
              <a:lnSpc>
                <a:spcPct val="100000"/>
              </a:lnSpc>
              <a:spcBef>
                <a:spcPts val="0"/>
              </a:spcBef>
              <a:spcAft>
                <a:spcPts val="0"/>
              </a:spcAft>
              <a:buClr>
                <a:srgbClr val="434343"/>
              </a:buClr>
              <a:buSzPts val="2600"/>
              <a:buFont typeface="Nunito SemiBold"/>
              <a:buNone/>
              <a:defRPr sz="2600" b="1">
                <a:solidFill>
                  <a:srgbClr val="434343"/>
                </a:solidFill>
                <a:latin typeface="Nunito SemiBold"/>
                <a:ea typeface="Nunito SemiBold"/>
                <a:cs typeface="Nunito SemiBold"/>
                <a:sym typeface="Nunito SemiBold"/>
              </a:defRPr>
            </a:lvl7pPr>
            <a:lvl8pPr lvl="7" algn="l">
              <a:lnSpc>
                <a:spcPct val="100000"/>
              </a:lnSpc>
              <a:spcBef>
                <a:spcPts val="0"/>
              </a:spcBef>
              <a:spcAft>
                <a:spcPts val="0"/>
              </a:spcAft>
              <a:buClr>
                <a:srgbClr val="434343"/>
              </a:buClr>
              <a:buSzPts val="2600"/>
              <a:buFont typeface="Nunito SemiBold"/>
              <a:buNone/>
              <a:defRPr sz="2600" b="1">
                <a:solidFill>
                  <a:srgbClr val="434343"/>
                </a:solidFill>
                <a:latin typeface="Nunito SemiBold"/>
                <a:ea typeface="Nunito SemiBold"/>
                <a:cs typeface="Nunito SemiBold"/>
                <a:sym typeface="Nunito SemiBold"/>
              </a:defRPr>
            </a:lvl8pPr>
            <a:lvl9pPr lvl="8" algn="l">
              <a:lnSpc>
                <a:spcPct val="100000"/>
              </a:lnSpc>
              <a:spcBef>
                <a:spcPts val="0"/>
              </a:spcBef>
              <a:spcAft>
                <a:spcPts val="0"/>
              </a:spcAft>
              <a:buClr>
                <a:srgbClr val="434343"/>
              </a:buClr>
              <a:buSzPts val="2600"/>
              <a:buFont typeface="Nunito SemiBold"/>
              <a:buNone/>
              <a:defRPr sz="2600" b="1">
                <a:solidFill>
                  <a:srgbClr val="434343"/>
                </a:solidFill>
                <a:latin typeface="Nunito SemiBold"/>
                <a:ea typeface="Nunito SemiBold"/>
                <a:cs typeface="Nunito SemiBold"/>
                <a:sym typeface="Nunito SemiBold"/>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66"/>
        <p:cNvGrpSpPr/>
        <p:nvPr/>
      </p:nvGrpSpPr>
      <p:grpSpPr>
        <a:xfrm>
          <a:off x="0" y="0"/>
          <a:ext cx="0" cy="0"/>
          <a:chOff x="0" y="0"/>
          <a:chExt cx="0" cy="0"/>
        </a:xfrm>
      </p:grpSpPr>
      <p:sp>
        <p:nvSpPr>
          <p:cNvPr id="67" name="Google Shape;67;p16"/>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rgbClr val="0E39A9"/>
              </a:buClr>
              <a:buSzPts val="3600"/>
              <a:buNone/>
              <a:defRPr sz="3600">
                <a:solidFill>
                  <a:srgbClr val="0E39A9"/>
                </a:solidFill>
              </a:defRPr>
            </a:lvl1pPr>
            <a:lvl2pPr lvl="1" algn="l">
              <a:lnSpc>
                <a:spcPct val="100000"/>
              </a:lnSpc>
              <a:spcBef>
                <a:spcPts val="0"/>
              </a:spcBef>
              <a:spcAft>
                <a:spcPts val="0"/>
              </a:spcAft>
              <a:buClr>
                <a:srgbClr val="0E39A9"/>
              </a:buClr>
              <a:buSzPts val="3600"/>
              <a:buNone/>
              <a:defRPr sz="3600">
                <a:solidFill>
                  <a:srgbClr val="0E39A9"/>
                </a:solidFill>
              </a:defRPr>
            </a:lvl2pPr>
            <a:lvl3pPr lvl="2" algn="l">
              <a:lnSpc>
                <a:spcPct val="100000"/>
              </a:lnSpc>
              <a:spcBef>
                <a:spcPts val="0"/>
              </a:spcBef>
              <a:spcAft>
                <a:spcPts val="0"/>
              </a:spcAft>
              <a:buClr>
                <a:srgbClr val="0E39A9"/>
              </a:buClr>
              <a:buSzPts val="3600"/>
              <a:buNone/>
              <a:defRPr sz="3600">
                <a:solidFill>
                  <a:srgbClr val="0E39A9"/>
                </a:solidFill>
              </a:defRPr>
            </a:lvl3pPr>
            <a:lvl4pPr lvl="3" algn="l">
              <a:lnSpc>
                <a:spcPct val="100000"/>
              </a:lnSpc>
              <a:spcBef>
                <a:spcPts val="0"/>
              </a:spcBef>
              <a:spcAft>
                <a:spcPts val="0"/>
              </a:spcAft>
              <a:buClr>
                <a:srgbClr val="0E39A9"/>
              </a:buClr>
              <a:buSzPts val="3600"/>
              <a:buNone/>
              <a:defRPr sz="3600">
                <a:solidFill>
                  <a:srgbClr val="0E39A9"/>
                </a:solidFill>
              </a:defRPr>
            </a:lvl4pPr>
            <a:lvl5pPr lvl="4" algn="l">
              <a:lnSpc>
                <a:spcPct val="100000"/>
              </a:lnSpc>
              <a:spcBef>
                <a:spcPts val="0"/>
              </a:spcBef>
              <a:spcAft>
                <a:spcPts val="0"/>
              </a:spcAft>
              <a:buClr>
                <a:srgbClr val="0E39A9"/>
              </a:buClr>
              <a:buSzPts val="3600"/>
              <a:buNone/>
              <a:defRPr sz="3600">
                <a:solidFill>
                  <a:srgbClr val="0E39A9"/>
                </a:solidFill>
              </a:defRPr>
            </a:lvl5pPr>
            <a:lvl6pPr lvl="5" algn="l">
              <a:lnSpc>
                <a:spcPct val="100000"/>
              </a:lnSpc>
              <a:spcBef>
                <a:spcPts val="0"/>
              </a:spcBef>
              <a:spcAft>
                <a:spcPts val="0"/>
              </a:spcAft>
              <a:buClr>
                <a:srgbClr val="0E39A9"/>
              </a:buClr>
              <a:buSzPts val="3600"/>
              <a:buNone/>
              <a:defRPr sz="3600">
                <a:solidFill>
                  <a:srgbClr val="0E39A9"/>
                </a:solidFill>
              </a:defRPr>
            </a:lvl6pPr>
            <a:lvl7pPr lvl="6" algn="l">
              <a:lnSpc>
                <a:spcPct val="100000"/>
              </a:lnSpc>
              <a:spcBef>
                <a:spcPts val="0"/>
              </a:spcBef>
              <a:spcAft>
                <a:spcPts val="0"/>
              </a:spcAft>
              <a:buClr>
                <a:srgbClr val="0E39A9"/>
              </a:buClr>
              <a:buSzPts val="3600"/>
              <a:buNone/>
              <a:defRPr sz="3600">
                <a:solidFill>
                  <a:srgbClr val="0E39A9"/>
                </a:solidFill>
              </a:defRPr>
            </a:lvl7pPr>
            <a:lvl8pPr lvl="7" algn="l">
              <a:lnSpc>
                <a:spcPct val="100000"/>
              </a:lnSpc>
              <a:spcBef>
                <a:spcPts val="0"/>
              </a:spcBef>
              <a:spcAft>
                <a:spcPts val="0"/>
              </a:spcAft>
              <a:buClr>
                <a:srgbClr val="0E39A9"/>
              </a:buClr>
              <a:buSzPts val="3600"/>
              <a:buNone/>
              <a:defRPr sz="3600">
                <a:solidFill>
                  <a:srgbClr val="0E39A9"/>
                </a:solidFill>
              </a:defRPr>
            </a:lvl8pPr>
            <a:lvl9pPr lvl="8" algn="l">
              <a:lnSpc>
                <a:spcPct val="100000"/>
              </a:lnSpc>
              <a:spcBef>
                <a:spcPts val="0"/>
              </a:spcBef>
              <a:spcAft>
                <a:spcPts val="0"/>
              </a:spcAft>
              <a:buClr>
                <a:srgbClr val="0E39A9"/>
              </a:buClr>
              <a:buSzPts val="3600"/>
              <a:buNone/>
              <a:defRPr sz="3600">
                <a:solidFill>
                  <a:srgbClr val="0E39A9"/>
                </a:solidFill>
              </a:defRPr>
            </a:lvl9pPr>
          </a:lstStyle>
          <a:p>
            <a:endParaRPr/>
          </a:p>
        </p:txBody>
      </p:sp>
      <p:sp>
        <p:nvSpPr>
          <p:cNvPr id="68" name="Google Shape;68;p16"/>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able">
  <p:cSld name="CUSTOM">
    <p:spTree>
      <p:nvGrpSpPr>
        <p:cNvPr id="1" name="Shape 69"/>
        <p:cNvGrpSpPr/>
        <p:nvPr/>
      </p:nvGrpSpPr>
      <p:grpSpPr>
        <a:xfrm>
          <a:off x="0" y="0"/>
          <a:ext cx="0" cy="0"/>
          <a:chOff x="0" y="0"/>
          <a:chExt cx="0" cy="0"/>
        </a:xfrm>
      </p:grpSpPr>
      <p:sp>
        <p:nvSpPr>
          <p:cNvPr id="70" name="Google Shape;70;p17"/>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graphicFrame>
        <p:nvGraphicFramePr>
          <p:cNvPr id="71" name="Google Shape;71;p17"/>
          <p:cNvGraphicFramePr/>
          <p:nvPr/>
        </p:nvGraphicFramePr>
        <p:xfrm>
          <a:off x="201942" y="833662"/>
          <a:ext cx="3000000" cy="3000000"/>
        </p:xfrm>
        <a:graphic>
          <a:graphicData uri="http://schemas.openxmlformats.org/drawingml/2006/table">
            <a:tbl>
              <a:tblPr firstRow="1" bandRow="1">
                <a:noFill/>
                <a:tableStyleId>{11B3D4AF-D05D-46CC-AD48-3D6A0D768892}</a:tableStyleId>
              </a:tblPr>
              <a:tblGrid>
                <a:gridCol w="883125">
                  <a:extLst>
                    <a:ext uri="{9D8B030D-6E8A-4147-A177-3AD203B41FA5}">
                      <a16:colId xmlns:a16="http://schemas.microsoft.com/office/drawing/2014/main" val="20000"/>
                    </a:ext>
                  </a:extLst>
                </a:gridCol>
                <a:gridCol w="3886050">
                  <a:extLst>
                    <a:ext uri="{9D8B030D-6E8A-4147-A177-3AD203B41FA5}">
                      <a16:colId xmlns:a16="http://schemas.microsoft.com/office/drawing/2014/main" val="20001"/>
                    </a:ext>
                  </a:extLst>
                </a:gridCol>
                <a:gridCol w="3886050">
                  <a:extLst>
                    <a:ext uri="{9D8B030D-6E8A-4147-A177-3AD203B41FA5}">
                      <a16:colId xmlns:a16="http://schemas.microsoft.com/office/drawing/2014/main" val="20002"/>
                    </a:ext>
                  </a:extLst>
                </a:gridCol>
              </a:tblGrid>
              <a:tr h="673575">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Nunito"/>
                          <a:ea typeface="Nunito"/>
                          <a:cs typeface="Nunito"/>
                          <a:sym typeface="Nunito"/>
                        </a:rPr>
                        <a:t>Cluster</a:t>
                      </a:r>
                      <a:endParaRPr sz="14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Nunito"/>
                          <a:ea typeface="Nunito"/>
                          <a:cs typeface="Nunito"/>
                          <a:sym typeface="Nunito"/>
                        </a:rPr>
                        <a:t>Cluster Profile </a:t>
                      </a:r>
                      <a:endParaRPr sz="14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Nunito"/>
                          <a:ea typeface="Nunito"/>
                          <a:cs typeface="Nunito"/>
                          <a:sym typeface="Nunito"/>
                        </a:rPr>
                        <a:t>Business Insights for Marketing Team</a:t>
                      </a:r>
                      <a:endParaRPr sz="14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0"/>
                  </a:ext>
                </a:extLst>
              </a:tr>
              <a:tr h="75332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1</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High value customers who have many credit cards and prefer to engage online</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Engage Online – Set up priority calling in lines – Upsell and Cross sell premium products</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1"/>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2</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baseline="30000">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2"/>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3</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3"/>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4"/>
                  </a:ext>
                </a:extLst>
              </a:tr>
            </a:tbl>
          </a:graphicData>
        </a:graphic>
      </p:graphicFrame>
      <p:sp>
        <p:nvSpPr>
          <p:cNvPr id="72" name="Google Shape;72;p17"/>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73"/>
        <p:cNvGrpSpPr/>
        <p:nvPr/>
      </p:nvGrpSpPr>
      <p:grpSpPr>
        <a:xfrm>
          <a:off x="0" y="0"/>
          <a:ext cx="0" cy="0"/>
          <a:chOff x="0" y="0"/>
          <a:chExt cx="0" cy="0"/>
        </a:xfrm>
      </p:grpSpPr>
      <p:sp>
        <p:nvSpPr>
          <p:cNvPr id="74" name="Google Shape;74;p18"/>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75" name="Google Shape;75;p18"/>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76" name="Google Shape;76;p18"/>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77" name="Google Shape;77;p18"/>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8"/>
        <p:cNvGrpSpPr/>
        <p:nvPr/>
      </p:nvGrpSpPr>
      <p:grpSpPr>
        <a:xfrm>
          <a:off x="0" y="0"/>
          <a:ext cx="0" cy="0"/>
          <a:chOff x="0" y="0"/>
          <a:chExt cx="0" cy="0"/>
        </a:xfrm>
      </p:grpSpPr>
      <p:sp>
        <p:nvSpPr>
          <p:cNvPr id="79" name="Google Shape;79;p19"/>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80" name="Google Shape;80;p19"/>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81"/>
        <p:cNvGrpSpPr/>
        <p:nvPr/>
      </p:nvGrpSpPr>
      <p:grpSpPr>
        <a:xfrm>
          <a:off x="0" y="0"/>
          <a:ext cx="0" cy="0"/>
          <a:chOff x="0" y="0"/>
          <a:chExt cx="0" cy="0"/>
        </a:xfrm>
      </p:grpSpPr>
      <p:sp>
        <p:nvSpPr>
          <p:cNvPr id="82" name="Google Shape;82;p20"/>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83" name="Google Shape;83;p20"/>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84"/>
        <p:cNvGrpSpPr/>
        <p:nvPr/>
      </p:nvGrpSpPr>
      <p:grpSpPr>
        <a:xfrm>
          <a:off x="0" y="0"/>
          <a:ext cx="0" cy="0"/>
          <a:chOff x="0" y="0"/>
          <a:chExt cx="0" cy="0"/>
        </a:xfrm>
      </p:grpSpPr>
      <p:sp>
        <p:nvSpPr>
          <p:cNvPr id="85" name="Google Shape;85;p21"/>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6" name="Google Shape;86;p21"/>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87" name="Google Shape;87;p21"/>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88" name="Google Shape;88;p21"/>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Autofit/>
          </a:bodyPr>
          <a:lstStyle>
            <a:lvl1pPr marL="457200" lvl="0" indent="-323850" algn="l">
              <a:lnSpc>
                <a:spcPct val="115000"/>
              </a:lnSpc>
              <a:spcBef>
                <a:spcPts val="0"/>
              </a:spcBef>
              <a:spcAft>
                <a:spcPts val="0"/>
              </a:spcAft>
              <a:buSzPts val="1500"/>
              <a:buChar char="●"/>
              <a:defRPr/>
            </a:lvl1pPr>
            <a:lvl2pPr marL="914400" lvl="1" indent="-311150" algn="l">
              <a:lnSpc>
                <a:spcPct val="115000"/>
              </a:lnSpc>
              <a:spcBef>
                <a:spcPts val="1600"/>
              </a:spcBef>
              <a:spcAft>
                <a:spcPts val="0"/>
              </a:spcAft>
              <a:buSzPts val="1300"/>
              <a:buChar char="○"/>
              <a:defRPr/>
            </a:lvl2pPr>
            <a:lvl3pPr marL="1371600" lvl="2" indent="-304800" algn="l">
              <a:lnSpc>
                <a:spcPct val="115000"/>
              </a:lnSpc>
              <a:spcBef>
                <a:spcPts val="1600"/>
              </a:spcBef>
              <a:spcAft>
                <a:spcPts val="0"/>
              </a:spcAft>
              <a:buSzPts val="1200"/>
              <a:buChar char="■"/>
              <a:defRPr/>
            </a:lvl3pPr>
            <a:lvl4pPr marL="1828800" lvl="3" indent="-298450" algn="l">
              <a:lnSpc>
                <a:spcPct val="115000"/>
              </a:lnSpc>
              <a:spcBef>
                <a:spcPts val="1600"/>
              </a:spcBef>
              <a:spcAft>
                <a:spcPts val="0"/>
              </a:spcAft>
              <a:buSzPts val="1100"/>
              <a:buChar char="●"/>
              <a:defRPr/>
            </a:lvl4pPr>
            <a:lvl5pPr marL="2286000" lvl="4" indent="-292100" algn="l">
              <a:lnSpc>
                <a:spcPct val="115000"/>
              </a:lnSpc>
              <a:spcBef>
                <a:spcPts val="1600"/>
              </a:spcBef>
              <a:spcAft>
                <a:spcPts val="0"/>
              </a:spcAft>
              <a:buSzPts val="1000"/>
              <a:buChar char="○"/>
              <a:defRPr/>
            </a:lvl5pPr>
            <a:lvl6pPr marL="2743200" lvl="5" indent="-285750" algn="l">
              <a:lnSpc>
                <a:spcPct val="115000"/>
              </a:lnSpc>
              <a:spcBef>
                <a:spcPts val="1600"/>
              </a:spcBef>
              <a:spcAft>
                <a:spcPts val="0"/>
              </a:spcAft>
              <a:buSzPts val="900"/>
              <a:buChar char="■"/>
              <a:defRPr/>
            </a:lvl6pPr>
            <a:lvl7pPr marL="3200400" lvl="6" indent="-279400" algn="l">
              <a:lnSpc>
                <a:spcPct val="115000"/>
              </a:lnSpc>
              <a:spcBef>
                <a:spcPts val="1600"/>
              </a:spcBef>
              <a:spcAft>
                <a:spcPts val="0"/>
              </a:spcAft>
              <a:buSzPts val="800"/>
              <a:buChar char="●"/>
              <a:defRPr/>
            </a:lvl7pPr>
            <a:lvl8pPr marL="3657600" lvl="7" indent="-273050" algn="l">
              <a:lnSpc>
                <a:spcPct val="115000"/>
              </a:lnSpc>
              <a:spcBef>
                <a:spcPts val="1600"/>
              </a:spcBef>
              <a:spcAft>
                <a:spcPts val="0"/>
              </a:spcAft>
              <a:buSzPts val="700"/>
              <a:buChar char="○"/>
              <a:defRPr/>
            </a:lvl8pPr>
            <a:lvl9pPr marL="4114800" lvl="8" indent="-266700" algn="l">
              <a:lnSpc>
                <a:spcPct val="115000"/>
              </a:lnSpc>
              <a:spcBef>
                <a:spcPts val="1600"/>
              </a:spcBef>
              <a:spcAft>
                <a:spcPts val="1600"/>
              </a:spcAft>
              <a:buSzPts val="600"/>
              <a:buChar char="■"/>
              <a:defRPr/>
            </a:lvl9pPr>
          </a:lstStyle>
          <a:p>
            <a:endParaRPr/>
          </a:p>
        </p:txBody>
      </p:sp>
      <p:sp>
        <p:nvSpPr>
          <p:cNvPr id="89" name="Google Shape;89;p21"/>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0"/>
        <p:cNvGrpSpPr/>
        <p:nvPr/>
      </p:nvGrpSpPr>
      <p:grpSpPr>
        <a:xfrm>
          <a:off x="0" y="0"/>
          <a:ext cx="0" cy="0"/>
          <a:chOff x="0" y="0"/>
          <a:chExt cx="0" cy="0"/>
        </a:xfrm>
      </p:grpSpPr>
      <p:sp>
        <p:nvSpPr>
          <p:cNvPr id="91" name="Google Shape;91;p22"/>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1">
  <p:cSld name="BLANK_1">
    <p:spTree>
      <p:nvGrpSpPr>
        <p:cNvPr id="1" name="Shape 92"/>
        <p:cNvGrpSpPr/>
        <p:nvPr/>
      </p:nvGrpSpPr>
      <p:grpSpPr>
        <a:xfrm>
          <a:off x="0" y="0"/>
          <a:ext cx="0" cy="0"/>
          <a:chOff x="0" y="0"/>
          <a:chExt cx="0" cy="0"/>
        </a:xfrm>
      </p:grpSpPr>
      <p:sp>
        <p:nvSpPr>
          <p:cNvPr id="93" name="Google Shape;93;p23"/>
          <p:cNvSpPr/>
          <p:nvPr/>
        </p:nvSpPr>
        <p:spPr>
          <a:xfrm>
            <a:off x="1" y="-335"/>
            <a:ext cx="9144600" cy="5143800"/>
          </a:xfrm>
          <a:prstGeom prst="rect">
            <a:avLst/>
          </a:prstGeom>
          <a:solidFill>
            <a:srgbClr val="0E39A9"/>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pic>
        <p:nvPicPr>
          <p:cNvPr id="94" name="Google Shape;94;p23" descr="A close up of a logo&#10;&#10;Description automatically generated"/>
          <p:cNvPicPr preferRelativeResize="0"/>
          <p:nvPr/>
        </p:nvPicPr>
        <p:blipFill rotWithShape="1">
          <a:blip r:embed="rId2">
            <a:alphaModFix/>
          </a:blip>
          <a:srcRect l="42816" t="18358" r="37295" b="19150"/>
          <a:stretch/>
        </p:blipFill>
        <p:spPr>
          <a:xfrm>
            <a:off x="6052536" y="514443"/>
            <a:ext cx="2095112" cy="3703320"/>
          </a:xfrm>
          <a:prstGeom prst="rect">
            <a:avLst/>
          </a:prstGeom>
          <a:noFill/>
          <a:ln>
            <a:noFill/>
          </a:ln>
        </p:spPr>
      </p:pic>
      <p:sp>
        <p:nvSpPr>
          <p:cNvPr id="95" name="Google Shape;95;p23"/>
          <p:cNvSpPr txBox="1">
            <a:spLocks noGrp="1"/>
          </p:cNvSpPr>
          <p:nvPr>
            <p:ph type="title"/>
          </p:nvPr>
        </p:nvSpPr>
        <p:spPr>
          <a:xfrm>
            <a:off x="70129" y="6703219"/>
            <a:ext cx="15008700" cy="697800"/>
          </a:xfrm>
          <a:prstGeom prst="rect">
            <a:avLst/>
          </a:prstGeom>
          <a:noFill/>
          <a:ln>
            <a:noFill/>
          </a:ln>
        </p:spPr>
        <p:txBody>
          <a:bodyPr spcFirstLastPara="1" wrap="square" lIns="0" tIns="12850" rIns="0" bIns="0" anchor="t" anchorCtr="0">
            <a:noAutofit/>
          </a:bodyPr>
          <a:lstStyle>
            <a:lvl1pPr marR="0" lvl="0" algn="l">
              <a:lnSpc>
                <a:spcPct val="100000"/>
              </a:lnSpc>
              <a:spcBef>
                <a:spcPts val="0"/>
              </a:spcBef>
              <a:spcAft>
                <a:spcPts val="0"/>
              </a:spcAft>
              <a:buSzPts val="2200"/>
              <a:buNone/>
              <a:defRPr sz="2400" b="0" i="0" u="none" strike="noStrike" cap="none">
                <a:solidFill>
                  <a:srgbClr val="000000"/>
                </a:solidFill>
                <a:latin typeface="Arial"/>
                <a:ea typeface="Arial"/>
                <a:cs typeface="Arial"/>
                <a:sym typeface="Arial"/>
              </a:defRPr>
            </a:lvl1pPr>
            <a:lvl2pPr marR="0" lvl="1"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9pPr>
          </a:lstStyle>
          <a:p>
            <a:endParaRPr/>
          </a:p>
        </p:txBody>
      </p:sp>
      <p:sp>
        <p:nvSpPr>
          <p:cNvPr id="96" name="Google Shape;96;p23"/>
          <p:cNvSpPr txBox="1"/>
          <p:nvPr/>
        </p:nvSpPr>
        <p:spPr>
          <a:xfrm>
            <a:off x="334565" y="1676232"/>
            <a:ext cx="4372800" cy="1790700"/>
          </a:xfrm>
          <a:prstGeom prst="rect">
            <a:avLst/>
          </a:prstGeom>
          <a:noFill/>
          <a:ln>
            <a:noFill/>
          </a:ln>
        </p:spPr>
        <p:txBody>
          <a:bodyPr spcFirstLastPara="1" wrap="square" lIns="68575" tIns="34275" rIns="68575" bIns="34275" anchor="ctr" anchorCtr="0">
            <a:noAutofit/>
          </a:bodyPr>
          <a:lstStyle/>
          <a:p>
            <a:pPr marL="0" marR="0" lvl="0" indent="0" algn="l" rtl="0">
              <a:lnSpc>
                <a:spcPct val="90000"/>
              </a:lnSpc>
              <a:spcBef>
                <a:spcPts val="0"/>
              </a:spcBef>
              <a:spcAft>
                <a:spcPts val="0"/>
              </a:spcAft>
              <a:buClr>
                <a:schemeClr val="dk1"/>
              </a:buClr>
              <a:buSzPts val="4500"/>
              <a:buFont typeface="Calibri"/>
              <a:buNone/>
            </a:pPr>
            <a:r>
              <a:rPr lang="en" sz="3300" b="0" i="0" u="none" strike="noStrike" cap="none">
                <a:solidFill>
                  <a:schemeClr val="lt1"/>
                </a:solidFill>
                <a:latin typeface="Nunito ExtraBold"/>
                <a:ea typeface="Nunito ExtraBold"/>
                <a:cs typeface="Nunito ExtraBold"/>
                <a:sym typeface="Nunito ExtraBold"/>
              </a:rPr>
              <a:t>Happy Learning !</a:t>
            </a:r>
            <a:endParaRPr sz="3300" b="0" i="0" u="none" strike="noStrike" cap="none">
              <a:solidFill>
                <a:schemeClr val="lt1"/>
              </a:solidFill>
              <a:latin typeface="Nunito ExtraBold"/>
              <a:ea typeface="Nunito ExtraBold"/>
              <a:cs typeface="Nunito ExtraBold"/>
              <a:sym typeface="Nunito ExtraBold"/>
            </a:endParaRPr>
          </a:p>
        </p:txBody>
      </p:sp>
      <p:pic>
        <p:nvPicPr>
          <p:cNvPr id="97" name="Google Shape;97;p23"/>
          <p:cNvPicPr preferRelativeResize="0"/>
          <p:nvPr/>
        </p:nvPicPr>
        <p:blipFill rotWithShape="1">
          <a:blip r:embed="rId3">
            <a:alphaModFix/>
          </a:blip>
          <a:srcRect/>
          <a:stretch/>
        </p:blipFill>
        <p:spPr>
          <a:xfrm>
            <a:off x="295874" y="683275"/>
            <a:ext cx="3757725" cy="825875"/>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98"/>
        <p:cNvGrpSpPr/>
        <p:nvPr/>
      </p:nvGrpSpPr>
      <p:grpSpPr>
        <a:xfrm>
          <a:off x="0" y="0"/>
          <a:ext cx="0" cy="0"/>
          <a:chOff x="0" y="0"/>
          <a:chExt cx="0" cy="0"/>
        </a:xfrm>
      </p:grpSpPr>
      <p:sp>
        <p:nvSpPr>
          <p:cNvPr id="99" name="Google Shape;99;p24"/>
          <p:cNvSpPr txBox="1">
            <a:spLocks noGrp="1"/>
          </p:cNvSpPr>
          <p:nvPr>
            <p:ph type="title"/>
          </p:nvPr>
        </p:nvSpPr>
        <p:spPr>
          <a:xfrm>
            <a:off x="0" y="0"/>
            <a:ext cx="3000000" cy="2250000"/>
          </a:xfrm>
          <a:prstGeom prst="rect">
            <a:avLst/>
          </a:prstGeom>
          <a:noFill/>
          <a:ln>
            <a:noFill/>
          </a:ln>
        </p:spPr>
        <p:txBody>
          <a:bodyPr spcFirstLastPara="1" wrap="square" lIns="91425" tIns="45700" rIns="91425" bIns="45700" anchor="t" anchorCtr="0">
            <a:noAutofit/>
          </a:bodyPr>
          <a:lstStyle>
            <a:lvl1pPr marR="0" lvl="0" algn="l">
              <a:lnSpc>
                <a:spcPct val="100000"/>
              </a:lnSpc>
              <a:spcBef>
                <a:spcPts val="0"/>
              </a:spcBef>
              <a:spcAft>
                <a:spcPts val="0"/>
              </a:spcAft>
              <a:buClr>
                <a:schemeClr val="dk1"/>
              </a:buClr>
              <a:buSzPts val="3000"/>
              <a:buFont typeface="Arial"/>
              <a:buNone/>
              <a:defRPr sz="3000" b="1" i="0" u="none" strike="noStrike" cap="none">
                <a:solidFill>
                  <a:schemeClr val="dk1"/>
                </a:solidFill>
                <a:latin typeface="Arial"/>
                <a:ea typeface="Arial"/>
                <a:cs typeface="Arial"/>
                <a:sym typeface="Arial"/>
              </a:defRPr>
            </a:lvl1pPr>
            <a:lvl2pPr lvl="1" algn="l">
              <a:lnSpc>
                <a:spcPct val="100000"/>
              </a:lnSpc>
              <a:spcBef>
                <a:spcPts val="0"/>
              </a:spcBef>
              <a:spcAft>
                <a:spcPts val="0"/>
              </a:spcAft>
              <a:buSzPts val="2500"/>
              <a:buNone/>
              <a:defRPr sz="1800"/>
            </a:lvl2pPr>
            <a:lvl3pPr lvl="2" algn="l">
              <a:lnSpc>
                <a:spcPct val="100000"/>
              </a:lnSpc>
              <a:spcBef>
                <a:spcPts val="0"/>
              </a:spcBef>
              <a:spcAft>
                <a:spcPts val="0"/>
              </a:spcAft>
              <a:buSzPts val="2500"/>
              <a:buNone/>
              <a:defRPr sz="1800"/>
            </a:lvl3pPr>
            <a:lvl4pPr lvl="3" algn="l">
              <a:lnSpc>
                <a:spcPct val="100000"/>
              </a:lnSpc>
              <a:spcBef>
                <a:spcPts val="0"/>
              </a:spcBef>
              <a:spcAft>
                <a:spcPts val="0"/>
              </a:spcAft>
              <a:buSzPts val="2500"/>
              <a:buNone/>
              <a:defRPr sz="1800"/>
            </a:lvl4pPr>
            <a:lvl5pPr lvl="4" algn="l">
              <a:lnSpc>
                <a:spcPct val="100000"/>
              </a:lnSpc>
              <a:spcBef>
                <a:spcPts val="0"/>
              </a:spcBef>
              <a:spcAft>
                <a:spcPts val="0"/>
              </a:spcAft>
              <a:buSzPts val="2500"/>
              <a:buNone/>
              <a:defRPr sz="1800"/>
            </a:lvl5pPr>
            <a:lvl6pPr lvl="5" algn="l">
              <a:lnSpc>
                <a:spcPct val="100000"/>
              </a:lnSpc>
              <a:spcBef>
                <a:spcPts val="0"/>
              </a:spcBef>
              <a:spcAft>
                <a:spcPts val="0"/>
              </a:spcAft>
              <a:buSzPts val="2500"/>
              <a:buNone/>
              <a:defRPr sz="1800"/>
            </a:lvl6pPr>
            <a:lvl7pPr lvl="6" algn="l">
              <a:lnSpc>
                <a:spcPct val="100000"/>
              </a:lnSpc>
              <a:spcBef>
                <a:spcPts val="0"/>
              </a:spcBef>
              <a:spcAft>
                <a:spcPts val="0"/>
              </a:spcAft>
              <a:buSzPts val="2500"/>
              <a:buNone/>
              <a:defRPr sz="1800"/>
            </a:lvl7pPr>
            <a:lvl8pPr lvl="7" algn="l">
              <a:lnSpc>
                <a:spcPct val="100000"/>
              </a:lnSpc>
              <a:spcBef>
                <a:spcPts val="0"/>
              </a:spcBef>
              <a:spcAft>
                <a:spcPts val="0"/>
              </a:spcAft>
              <a:buSzPts val="2500"/>
              <a:buNone/>
              <a:defRPr sz="1800"/>
            </a:lvl8pPr>
            <a:lvl9pPr lvl="8" algn="l">
              <a:lnSpc>
                <a:spcPct val="100000"/>
              </a:lnSpc>
              <a:spcBef>
                <a:spcPts val="0"/>
              </a:spcBef>
              <a:spcAft>
                <a:spcPts val="0"/>
              </a:spcAft>
              <a:buSzPts val="2500"/>
              <a:buNone/>
              <a:defRPr sz="1800"/>
            </a:lvl9pPr>
          </a:lstStyle>
          <a:p>
            <a:endParaRPr/>
          </a:p>
        </p:txBody>
      </p:sp>
      <p:sp>
        <p:nvSpPr>
          <p:cNvPr id="100" name="Google Shape;100;p24"/>
          <p:cNvSpPr txBox="1">
            <a:spLocks noGrp="1"/>
          </p:cNvSpPr>
          <p:nvPr>
            <p:ph type="body" idx="1"/>
          </p:nvPr>
        </p:nvSpPr>
        <p:spPr>
          <a:xfrm>
            <a:off x="457200" y="1021842"/>
            <a:ext cx="8229600" cy="3394500"/>
          </a:xfrm>
          <a:prstGeom prst="rect">
            <a:avLst/>
          </a:prstGeom>
          <a:noFill/>
          <a:ln>
            <a:noFill/>
          </a:ln>
        </p:spPr>
        <p:txBody>
          <a:bodyPr spcFirstLastPara="1" wrap="square" lIns="91425" tIns="45700" rIns="91425" bIns="45700" anchor="t" anchorCtr="0">
            <a:normAutofit/>
          </a:bodyPr>
          <a:lstStyle>
            <a:lvl1pPr marL="457200" lvl="0" indent="-342900" algn="l">
              <a:lnSpc>
                <a:spcPct val="115000"/>
              </a:lnSpc>
              <a:spcBef>
                <a:spcPts val="360"/>
              </a:spcBef>
              <a:spcAft>
                <a:spcPts val="0"/>
              </a:spcAft>
              <a:buClr>
                <a:schemeClr val="dk1"/>
              </a:buClr>
              <a:buSzPts val="1800"/>
              <a:buChar char="●"/>
              <a:defRPr/>
            </a:lvl1pPr>
            <a:lvl2pPr marL="914400" lvl="1" indent="-342900" algn="l">
              <a:lnSpc>
                <a:spcPct val="115000"/>
              </a:lnSpc>
              <a:spcBef>
                <a:spcPts val="1600"/>
              </a:spcBef>
              <a:spcAft>
                <a:spcPts val="0"/>
              </a:spcAft>
              <a:buClr>
                <a:schemeClr val="dk1"/>
              </a:buClr>
              <a:buSzPts val="1800"/>
              <a:buChar char="○"/>
              <a:defRPr/>
            </a:lvl2pPr>
            <a:lvl3pPr marL="1371600" lvl="2" indent="-342900" algn="l">
              <a:lnSpc>
                <a:spcPct val="115000"/>
              </a:lnSpc>
              <a:spcBef>
                <a:spcPts val="1600"/>
              </a:spcBef>
              <a:spcAft>
                <a:spcPts val="0"/>
              </a:spcAft>
              <a:buClr>
                <a:schemeClr val="dk1"/>
              </a:buClr>
              <a:buSzPts val="1800"/>
              <a:buChar char="■"/>
              <a:defRPr/>
            </a:lvl3pPr>
            <a:lvl4pPr marL="1828800" lvl="3" indent="-342900" algn="l">
              <a:lnSpc>
                <a:spcPct val="115000"/>
              </a:lnSpc>
              <a:spcBef>
                <a:spcPts val="1600"/>
              </a:spcBef>
              <a:spcAft>
                <a:spcPts val="0"/>
              </a:spcAft>
              <a:buClr>
                <a:schemeClr val="dk1"/>
              </a:buClr>
              <a:buSzPts val="1800"/>
              <a:buChar char="●"/>
              <a:defRPr/>
            </a:lvl4pPr>
            <a:lvl5pPr marL="2286000" lvl="4" indent="-342900" algn="l">
              <a:lnSpc>
                <a:spcPct val="115000"/>
              </a:lnSpc>
              <a:spcBef>
                <a:spcPts val="1600"/>
              </a:spcBef>
              <a:spcAft>
                <a:spcPts val="0"/>
              </a:spcAft>
              <a:buClr>
                <a:schemeClr val="dk1"/>
              </a:buClr>
              <a:buSzPts val="1800"/>
              <a:buChar char="○"/>
              <a:defRPr/>
            </a:lvl5pPr>
            <a:lvl6pPr marL="2743200" lvl="5" indent="-342900" algn="l">
              <a:lnSpc>
                <a:spcPct val="115000"/>
              </a:lnSpc>
              <a:spcBef>
                <a:spcPts val="1600"/>
              </a:spcBef>
              <a:spcAft>
                <a:spcPts val="0"/>
              </a:spcAft>
              <a:buClr>
                <a:schemeClr val="dk1"/>
              </a:buClr>
              <a:buSzPts val="1800"/>
              <a:buChar char="■"/>
              <a:defRPr/>
            </a:lvl6pPr>
            <a:lvl7pPr marL="3200400" lvl="6" indent="-342900" algn="l">
              <a:lnSpc>
                <a:spcPct val="115000"/>
              </a:lnSpc>
              <a:spcBef>
                <a:spcPts val="1600"/>
              </a:spcBef>
              <a:spcAft>
                <a:spcPts val="0"/>
              </a:spcAft>
              <a:buClr>
                <a:schemeClr val="dk1"/>
              </a:buClr>
              <a:buSzPts val="1800"/>
              <a:buChar char="●"/>
              <a:defRPr/>
            </a:lvl7pPr>
            <a:lvl8pPr marL="3657600" lvl="7" indent="-342900" algn="l">
              <a:lnSpc>
                <a:spcPct val="115000"/>
              </a:lnSpc>
              <a:spcBef>
                <a:spcPts val="1600"/>
              </a:spcBef>
              <a:spcAft>
                <a:spcPts val="0"/>
              </a:spcAft>
              <a:buClr>
                <a:schemeClr val="dk1"/>
              </a:buClr>
              <a:buSzPts val="1800"/>
              <a:buChar char="○"/>
              <a:defRPr/>
            </a:lvl8pPr>
            <a:lvl9pPr marL="4114800" lvl="8" indent="-342900" algn="l">
              <a:lnSpc>
                <a:spcPct val="115000"/>
              </a:lnSpc>
              <a:spcBef>
                <a:spcPts val="1600"/>
              </a:spcBef>
              <a:spcAft>
                <a:spcPts val="1600"/>
              </a:spcAft>
              <a:buClr>
                <a:schemeClr val="dk1"/>
              </a:buClr>
              <a:buSzPts val="1800"/>
              <a:buChar char="■"/>
              <a:defRPr/>
            </a:lvl9pPr>
          </a:lstStyle>
          <a:p>
            <a:endParaRPr/>
          </a:p>
        </p:txBody>
      </p:sp>
      <p:sp>
        <p:nvSpPr>
          <p:cNvPr id="101" name="Google Shape;101;p24"/>
          <p:cNvSpPr txBox="1">
            <a:spLocks noGrp="1"/>
          </p:cNvSpPr>
          <p:nvPr>
            <p:ph type="dt" idx="10"/>
          </p:nvPr>
        </p:nvSpPr>
        <p:spPr>
          <a:xfrm>
            <a:off x="0" y="0"/>
            <a:ext cx="3000000" cy="22500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02" name="Google Shape;102;p24"/>
          <p:cNvSpPr txBox="1">
            <a:spLocks noGrp="1"/>
          </p:cNvSpPr>
          <p:nvPr>
            <p:ph type="ftr" idx="11"/>
          </p:nvPr>
        </p:nvSpPr>
        <p:spPr>
          <a:xfrm>
            <a:off x="0" y="0"/>
            <a:ext cx="3000000" cy="22500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03" name="Google Shape;103;p24"/>
          <p:cNvSpPr txBox="1">
            <a:spLocks noGrp="1"/>
          </p:cNvSpPr>
          <p:nvPr>
            <p:ph type="sldNum" idx="12"/>
          </p:nvPr>
        </p:nvSpPr>
        <p:spPr>
          <a:xfrm>
            <a:off x="0" y="0"/>
            <a:ext cx="3000000" cy="2250000"/>
          </a:xfrm>
          <a:prstGeom prst="rect">
            <a:avLst/>
          </a:prstGeom>
          <a:noFill/>
          <a:ln>
            <a:noFill/>
          </a:ln>
        </p:spPr>
        <p:txBody>
          <a:bodyPr spcFirstLastPara="1" wrap="square" lIns="91425" tIns="45700" rIns="91425" bIns="45700" anchor="t" anchorCtr="0">
            <a:noAutofit/>
          </a:bodyPr>
          <a:lstStyle>
            <a:lvl1pPr marL="0" marR="0" lvl="0" indent="0" algn="l">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1pPr>
            <a:lvl2pPr marL="0" marR="0" lvl="1" indent="0" algn="l">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2pPr>
            <a:lvl3pPr marL="0" marR="0" lvl="2" indent="0" algn="l">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3pPr>
            <a:lvl4pPr marL="0" marR="0" lvl="3" indent="0" algn="l">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4pPr>
            <a:lvl5pPr marL="0" marR="0" lvl="4" indent="0" algn="l">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5pPr>
            <a:lvl6pPr marL="0" marR="0" lvl="5" indent="0" algn="l">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6pPr>
            <a:lvl7pPr marL="0" marR="0" lvl="6" indent="0" algn="l">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7pPr>
            <a:lvl8pPr marL="0" marR="0" lvl="7" indent="0" algn="l">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8pPr>
            <a:lvl9pPr marL="0" marR="0" lvl="8" indent="0" algn="l">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104"/>
        <p:cNvGrpSpPr/>
        <p:nvPr/>
      </p:nvGrpSpPr>
      <p:grpSpPr>
        <a:xfrm>
          <a:off x="0" y="0"/>
          <a:ext cx="0" cy="0"/>
          <a:chOff x="0" y="0"/>
          <a:chExt cx="0" cy="0"/>
        </a:xfrm>
      </p:grpSpPr>
      <p:sp>
        <p:nvSpPr>
          <p:cNvPr id="105" name="Google Shape;105;p25"/>
          <p:cNvSpPr txBox="1">
            <a:spLocks noGrp="1"/>
          </p:cNvSpPr>
          <p:nvPr>
            <p:ph type="dt" idx="10"/>
          </p:nvPr>
        </p:nvSpPr>
        <p:spPr>
          <a:xfrm>
            <a:off x="457200" y="4857749"/>
            <a:ext cx="2133600" cy="2058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06" name="Google Shape;106;p25"/>
          <p:cNvSpPr txBox="1">
            <a:spLocks noGrp="1"/>
          </p:cNvSpPr>
          <p:nvPr>
            <p:ph type="ftr" idx="11"/>
          </p:nvPr>
        </p:nvSpPr>
        <p:spPr>
          <a:xfrm>
            <a:off x="2640596" y="4857749"/>
            <a:ext cx="5507700" cy="2058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07" name="Google Shape;107;p25"/>
          <p:cNvSpPr txBox="1">
            <a:spLocks noGrp="1"/>
          </p:cNvSpPr>
          <p:nvPr>
            <p:ph type="sldNum" idx="12"/>
          </p:nvPr>
        </p:nvSpPr>
        <p:spPr>
          <a:xfrm>
            <a:off x="8204396" y="4857749"/>
            <a:ext cx="733800" cy="205800"/>
          </a:xfrm>
          <a:prstGeom prst="rect">
            <a:avLst/>
          </a:prstGeom>
          <a:noFill/>
          <a:ln>
            <a:noFill/>
          </a:ln>
        </p:spPr>
        <p:txBody>
          <a:bodyPr spcFirstLastPara="1" wrap="square" lIns="91425" tIns="45700" rIns="91425" bIns="45700" anchor="t" anchorCtr="0">
            <a:noAutofit/>
          </a:bodyPr>
          <a:lstStyle>
            <a:lvl1pPr marL="0" marR="0" lvl="0" indent="0" algn="l">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1pPr>
            <a:lvl2pPr marL="0" marR="0" lvl="1" indent="0" algn="l">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2pPr>
            <a:lvl3pPr marL="0" marR="0" lvl="2" indent="0" algn="l">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3pPr>
            <a:lvl4pPr marL="0" marR="0" lvl="3" indent="0" algn="l">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4pPr>
            <a:lvl5pPr marL="0" marR="0" lvl="4" indent="0" algn="l">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5pPr>
            <a:lvl6pPr marL="0" marR="0" lvl="5" indent="0" algn="l">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6pPr>
            <a:lvl7pPr marL="0" marR="0" lvl="6" indent="0" algn="l">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7pPr>
            <a:lvl8pPr marL="0" marR="0" lvl="7" indent="0" algn="l">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8pPr>
            <a:lvl9pPr marL="0" marR="0" lvl="8" indent="0" algn="l">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transition spd="med">
    <p:fade thruBlk="1"/>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Content 1">
  <p:cSld name="Title and Content">
    <p:spTree>
      <p:nvGrpSpPr>
        <p:cNvPr id="1" name="Shape 108"/>
        <p:cNvGrpSpPr/>
        <p:nvPr/>
      </p:nvGrpSpPr>
      <p:grpSpPr>
        <a:xfrm>
          <a:off x="0" y="0"/>
          <a:ext cx="0" cy="0"/>
          <a:chOff x="0" y="0"/>
          <a:chExt cx="0" cy="0"/>
        </a:xfrm>
      </p:grpSpPr>
      <p:sp>
        <p:nvSpPr>
          <p:cNvPr id="109" name="Google Shape;109;p26"/>
          <p:cNvSpPr txBox="1">
            <a:spLocks noGrp="1"/>
          </p:cNvSpPr>
          <p:nvPr>
            <p:ph type="title"/>
          </p:nvPr>
        </p:nvSpPr>
        <p:spPr>
          <a:xfrm>
            <a:off x="569519" y="142741"/>
            <a:ext cx="8004900" cy="9348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2200"/>
              <a:buNone/>
              <a:defRPr sz="3000" b="0" i="0">
                <a:solidFill>
                  <a:schemeClr val="dk1"/>
                </a:solidFill>
                <a:latin typeface="Calibri"/>
                <a:ea typeface="Calibri"/>
                <a:cs typeface="Calibri"/>
                <a:sym typeface="Calibri"/>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110" name="Google Shape;110;p26"/>
          <p:cNvSpPr txBox="1">
            <a:spLocks noGrp="1"/>
          </p:cNvSpPr>
          <p:nvPr>
            <p:ph type="body" idx="1"/>
          </p:nvPr>
        </p:nvSpPr>
        <p:spPr>
          <a:xfrm>
            <a:off x="1412081" y="930269"/>
            <a:ext cx="6319800" cy="2363100"/>
          </a:xfrm>
          <a:prstGeom prst="rect">
            <a:avLst/>
          </a:prstGeom>
          <a:noFill/>
          <a:ln>
            <a:noFill/>
          </a:ln>
        </p:spPr>
        <p:txBody>
          <a:bodyPr spcFirstLastPara="1" wrap="square" lIns="0" tIns="0" rIns="0" bIns="0" anchor="t" anchorCtr="0">
            <a:spAutoFit/>
          </a:bodyPr>
          <a:lstStyle>
            <a:lvl1pPr marL="457200" lvl="0" indent="-228600" algn="l">
              <a:lnSpc>
                <a:spcPct val="115000"/>
              </a:lnSpc>
              <a:spcBef>
                <a:spcPts val="0"/>
              </a:spcBef>
              <a:spcAft>
                <a:spcPts val="0"/>
              </a:spcAft>
              <a:buSzPts val="1500"/>
              <a:buNone/>
              <a:defRPr sz="1900" b="0" i="0">
                <a:solidFill>
                  <a:schemeClr val="dk1"/>
                </a:solidFill>
                <a:latin typeface="Calibri"/>
                <a:ea typeface="Calibri"/>
                <a:cs typeface="Calibri"/>
                <a:sym typeface="Calibri"/>
              </a:defRPr>
            </a:lvl1pPr>
            <a:lvl2pPr marL="914400" lvl="1" indent="-228600" algn="l">
              <a:lnSpc>
                <a:spcPct val="115000"/>
              </a:lnSpc>
              <a:spcBef>
                <a:spcPts val="1600"/>
              </a:spcBef>
              <a:spcAft>
                <a:spcPts val="0"/>
              </a:spcAft>
              <a:buSzPts val="1300"/>
              <a:buNone/>
              <a:defRPr/>
            </a:lvl2pPr>
            <a:lvl3pPr marL="1371600" lvl="2" indent="-228600" algn="l">
              <a:lnSpc>
                <a:spcPct val="115000"/>
              </a:lnSpc>
              <a:spcBef>
                <a:spcPts val="1600"/>
              </a:spcBef>
              <a:spcAft>
                <a:spcPts val="0"/>
              </a:spcAft>
              <a:buSzPts val="1200"/>
              <a:buNone/>
              <a:defRPr/>
            </a:lvl3pPr>
            <a:lvl4pPr marL="1828800" lvl="3" indent="-228600" algn="l">
              <a:lnSpc>
                <a:spcPct val="115000"/>
              </a:lnSpc>
              <a:spcBef>
                <a:spcPts val="1600"/>
              </a:spcBef>
              <a:spcAft>
                <a:spcPts val="0"/>
              </a:spcAft>
              <a:buSzPts val="1100"/>
              <a:buNone/>
              <a:defRPr/>
            </a:lvl4pPr>
            <a:lvl5pPr marL="2286000" lvl="4" indent="-228600" algn="l">
              <a:lnSpc>
                <a:spcPct val="115000"/>
              </a:lnSpc>
              <a:spcBef>
                <a:spcPts val="1600"/>
              </a:spcBef>
              <a:spcAft>
                <a:spcPts val="0"/>
              </a:spcAft>
              <a:buSzPts val="1000"/>
              <a:buNone/>
              <a:defRPr/>
            </a:lvl5pPr>
            <a:lvl6pPr marL="2743200" lvl="5" indent="-228600" algn="l">
              <a:lnSpc>
                <a:spcPct val="115000"/>
              </a:lnSpc>
              <a:spcBef>
                <a:spcPts val="1600"/>
              </a:spcBef>
              <a:spcAft>
                <a:spcPts val="0"/>
              </a:spcAft>
              <a:buSzPts val="900"/>
              <a:buNone/>
              <a:defRPr/>
            </a:lvl6pPr>
            <a:lvl7pPr marL="3200400" lvl="6" indent="-228600" algn="l">
              <a:lnSpc>
                <a:spcPct val="115000"/>
              </a:lnSpc>
              <a:spcBef>
                <a:spcPts val="1600"/>
              </a:spcBef>
              <a:spcAft>
                <a:spcPts val="0"/>
              </a:spcAft>
              <a:buSzPts val="800"/>
              <a:buNone/>
              <a:defRPr/>
            </a:lvl7pPr>
            <a:lvl8pPr marL="3657600" lvl="7" indent="-228600" algn="l">
              <a:lnSpc>
                <a:spcPct val="115000"/>
              </a:lnSpc>
              <a:spcBef>
                <a:spcPts val="1600"/>
              </a:spcBef>
              <a:spcAft>
                <a:spcPts val="0"/>
              </a:spcAft>
              <a:buSzPts val="700"/>
              <a:buNone/>
              <a:defRPr/>
            </a:lvl8pPr>
            <a:lvl9pPr marL="4114800" lvl="8" indent="-228600" algn="l">
              <a:lnSpc>
                <a:spcPct val="115000"/>
              </a:lnSpc>
              <a:spcBef>
                <a:spcPts val="1600"/>
              </a:spcBef>
              <a:spcAft>
                <a:spcPts val="1600"/>
              </a:spcAft>
              <a:buSzPts val="600"/>
              <a:buNone/>
              <a:defRPr/>
            </a:lvl9pPr>
          </a:lstStyle>
          <a:p>
            <a:endParaRPr/>
          </a:p>
        </p:txBody>
      </p:sp>
      <p:sp>
        <p:nvSpPr>
          <p:cNvPr id="111" name="Google Shape;111;p26"/>
          <p:cNvSpPr txBox="1">
            <a:spLocks noGrp="1"/>
          </p:cNvSpPr>
          <p:nvPr>
            <p:ph type="ftr" idx="11"/>
          </p:nvPr>
        </p:nvSpPr>
        <p:spPr>
          <a:xfrm>
            <a:off x="1574006" y="4988871"/>
            <a:ext cx="5565000" cy="15180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1100" b="0" i="0" u="none" strike="noStrike" cap="none">
                <a:solidFill>
                  <a:srgbClr val="7E7E7E"/>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12" name="Google Shape;112;p26"/>
          <p:cNvSpPr txBox="1">
            <a:spLocks noGrp="1"/>
          </p:cNvSpPr>
          <p:nvPr>
            <p:ph type="dt" idx="10"/>
          </p:nvPr>
        </p:nvSpPr>
        <p:spPr>
          <a:xfrm>
            <a:off x="457200" y="4783455"/>
            <a:ext cx="2103000" cy="25710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13" name="Google Shape;113;p26"/>
          <p:cNvSpPr txBox="1">
            <a:spLocks noGrp="1"/>
          </p:cNvSpPr>
          <p:nvPr>
            <p:ph type="sldNum" idx="12"/>
          </p:nvPr>
        </p:nvSpPr>
        <p:spPr>
          <a:xfrm>
            <a:off x="6583680" y="4783455"/>
            <a:ext cx="2103000" cy="1230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1pPr>
            <a:lvl2pPr marL="0" marR="0" lvl="1"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2pPr>
            <a:lvl3pPr marL="0" marR="0" lvl="2"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3pPr>
            <a:lvl4pPr marL="0" marR="0" lvl="3"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4pPr>
            <a:lvl5pPr marL="0" marR="0" lvl="4"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5pPr>
            <a:lvl6pPr marL="0" marR="0" lvl="5"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6pPr>
            <a:lvl7pPr marL="0" marR="0" lvl="6"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7pPr>
            <a:lvl8pPr marL="0" marR="0" lvl="7"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8pPr>
            <a:lvl9pPr marL="0" marR="0" lvl="8"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en"/>
              <a:t>‹#›</a:t>
            </a:fld>
            <a:endParaRPr>
              <a:solidFill>
                <a:srgbClr val="434343"/>
              </a:solidFil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Only 1">
  <p:cSld name="Title Only_1">
    <p:spTree>
      <p:nvGrpSpPr>
        <p:cNvPr id="1" name="Shape 114"/>
        <p:cNvGrpSpPr/>
        <p:nvPr/>
      </p:nvGrpSpPr>
      <p:grpSpPr>
        <a:xfrm>
          <a:off x="0" y="0"/>
          <a:ext cx="0" cy="0"/>
          <a:chOff x="0" y="0"/>
          <a:chExt cx="0" cy="0"/>
        </a:xfrm>
      </p:grpSpPr>
      <p:sp>
        <p:nvSpPr>
          <p:cNvPr id="115" name="Google Shape;115;p27"/>
          <p:cNvSpPr txBox="1">
            <a:spLocks noGrp="1"/>
          </p:cNvSpPr>
          <p:nvPr>
            <p:ph type="title"/>
          </p:nvPr>
        </p:nvSpPr>
        <p:spPr>
          <a:xfrm>
            <a:off x="3932967" y="348900"/>
            <a:ext cx="1278000" cy="5214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2200"/>
              <a:buNone/>
              <a:defRPr sz="3300" b="0" i="0">
                <a:solidFill>
                  <a:schemeClr val="dk1"/>
                </a:solidFill>
                <a:latin typeface="Calibri"/>
                <a:ea typeface="Calibri"/>
                <a:cs typeface="Calibri"/>
                <a:sym typeface="Calibri"/>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116" name="Google Shape;116;p27"/>
          <p:cNvSpPr txBox="1">
            <a:spLocks noGrp="1"/>
          </p:cNvSpPr>
          <p:nvPr>
            <p:ph type="ftr" idx="11"/>
          </p:nvPr>
        </p:nvSpPr>
        <p:spPr>
          <a:xfrm>
            <a:off x="1712499" y="5010073"/>
            <a:ext cx="5564400" cy="15180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1100" b="0" i="0" u="none" strike="noStrike" cap="none">
                <a:solidFill>
                  <a:srgbClr val="7E7E7E"/>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17" name="Google Shape;117;p27"/>
          <p:cNvSpPr txBox="1">
            <a:spLocks noGrp="1"/>
          </p:cNvSpPr>
          <p:nvPr>
            <p:ph type="dt" idx="10"/>
          </p:nvPr>
        </p:nvSpPr>
        <p:spPr>
          <a:xfrm>
            <a:off x="457200" y="4783455"/>
            <a:ext cx="2103000" cy="25710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18" name="Google Shape;118;p27"/>
          <p:cNvSpPr txBox="1">
            <a:spLocks noGrp="1"/>
          </p:cNvSpPr>
          <p:nvPr>
            <p:ph type="sldNum" idx="12"/>
          </p:nvPr>
        </p:nvSpPr>
        <p:spPr>
          <a:xfrm>
            <a:off x="6583680" y="4783455"/>
            <a:ext cx="2103000" cy="1230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1pPr>
            <a:lvl2pPr marL="0" marR="0" lvl="1"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2pPr>
            <a:lvl3pPr marL="0" marR="0" lvl="2"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3pPr>
            <a:lvl4pPr marL="0" marR="0" lvl="3"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4pPr>
            <a:lvl5pPr marL="0" marR="0" lvl="4"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5pPr>
            <a:lvl6pPr marL="0" marR="0" lvl="5"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6pPr>
            <a:lvl7pPr marL="0" marR="0" lvl="6"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7pPr>
            <a:lvl8pPr marL="0" marR="0" lvl="7"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8pPr>
            <a:lvl9pPr marL="0" marR="0" lvl="8"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en"/>
              <a:t>‹#›</a:t>
            </a:fld>
            <a:endParaRPr>
              <a:solidFill>
                <a:srgbClr val="434343"/>
              </a:solidFil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Only 2">
  <p:cSld name="Title Only_2">
    <p:spTree>
      <p:nvGrpSpPr>
        <p:cNvPr id="1" name="Shape 119"/>
        <p:cNvGrpSpPr/>
        <p:nvPr/>
      </p:nvGrpSpPr>
      <p:grpSpPr>
        <a:xfrm>
          <a:off x="0" y="0"/>
          <a:ext cx="0" cy="0"/>
          <a:chOff x="0" y="0"/>
          <a:chExt cx="0" cy="0"/>
        </a:xfrm>
      </p:grpSpPr>
      <p:sp>
        <p:nvSpPr>
          <p:cNvPr id="120" name="Google Shape;120;p28"/>
          <p:cNvSpPr txBox="1">
            <a:spLocks noGrp="1"/>
          </p:cNvSpPr>
          <p:nvPr>
            <p:ph type="title"/>
          </p:nvPr>
        </p:nvSpPr>
        <p:spPr>
          <a:xfrm>
            <a:off x="3932967" y="348900"/>
            <a:ext cx="1278000" cy="5214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2200"/>
              <a:buNone/>
              <a:defRPr sz="3300" b="0" i="0">
                <a:solidFill>
                  <a:schemeClr val="dk1"/>
                </a:solidFill>
                <a:latin typeface="Calibri"/>
                <a:ea typeface="Calibri"/>
                <a:cs typeface="Calibri"/>
                <a:sym typeface="Calibri"/>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121" name="Google Shape;121;p28"/>
          <p:cNvSpPr txBox="1">
            <a:spLocks noGrp="1"/>
          </p:cNvSpPr>
          <p:nvPr>
            <p:ph type="ftr" idx="11"/>
          </p:nvPr>
        </p:nvSpPr>
        <p:spPr>
          <a:xfrm>
            <a:off x="1712499" y="5010073"/>
            <a:ext cx="5564400" cy="15180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1100" b="0" i="0" u="none" strike="noStrike" cap="none">
                <a:solidFill>
                  <a:srgbClr val="7E7E7E"/>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22" name="Google Shape;122;p28"/>
          <p:cNvSpPr txBox="1">
            <a:spLocks noGrp="1"/>
          </p:cNvSpPr>
          <p:nvPr>
            <p:ph type="dt" idx="10"/>
          </p:nvPr>
        </p:nvSpPr>
        <p:spPr>
          <a:xfrm>
            <a:off x="457200" y="4783455"/>
            <a:ext cx="2103000" cy="25710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23" name="Google Shape;123;p28"/>
          <p:cNvSpPr txBox="1">
            <a:spLocks noGrp="1"/>
          </p:cNvSpPr>
          <p:nvPr>
            <p:ph type="sldNum" idx="12"/>
          </p:nvPr>
        </p:nvSpPr>
        <p:spPr>
          <a:xfrm>
            <a:off x="6583680" y="4783455"/>
            <a:ext cx="2103000" cy="1230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1pPr>
            <a:lvl2pPr marL="0" marR="0" lvl="1"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2pPr>
            <a:lvl3pPr marL="0" marR="0" lvl="2"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3pPr>
            <a:lvl4pPr marL="0" marR="0" lvl="3"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4pPr>
            <a:lvl5pPr marL="0" marR="0" lvl="4"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5pPr>
            <a:lvl6pPr marL="0" marR="0" lvl="5"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6pPr>
            <a:lvl7pPr marL="0" marR="0" lvl="6"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7pPr>
            <a:lvl8pPr marL="0" marR="0" lvl="7"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8pPr>
            <a:lvl9pPr marL="0" marR="0" lvl="8"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en"/>
              <a:t>‹#›</a:t>
            </a:fld>
            <a:endParaRPr>
              <a:solidFill>
                <a:srgbClr val="434343"/>
              </a:solidFil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3">
  <p:cSld name="Title Only_3">
    <p:spTree>
      <p:nvGrpSpPr>
        <p:cNvPr id="1" name="Shape 124"/>
        <p:cNvGrpSpPr/>
        <p:nvPr/>
      </p:nvGrpSpPr>
      <p:grpSpPr>
        <a:xfrm>
          <a:off x="0" y="0"/>
          <a:ext cx="0" cy="0"/>
          <a:chOff x="0" y="0"/>
          <a:chExt cx="0" cy="0"/>
        </a:xfrm>
      </p:grpSpPr>
      <p:sp>
        <p:nvSpPr>
          <p:cNvPr id="125" name="Google Shape;125;p29"/>
          <p:cNvSpPr txBox="1">
            <a:spLocks noGrp="1"/>
          </p:cNvSpPr>
          <p:nvPr>
            <p:ph type="title"/>
          </p:nvPr>
        </p:nvSpPr>
        <p:spPr>
          <a:xfrm>
            <a:off x="390424" y="497078"/>
            <a:ext cx="8363100" cy="4527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2200"/>
              <a:buNone/>
              <a:defRPr sz="2800" b="0" i="0">
                <a:solidFill>
                  <a:schemeClr val="dk1"/>
                </a:solidFill>
                <a:latin typeface="Arial"/>
                <a:ea typeface="Arial"/>
                <a:cs typeface="Arial"/>
                <a:sym typeface="Arial"/>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126" name="Google Shape;126;p29"/>
          <p:cNvSpPr txBox="1">
            <a:spLocks noGrp="1"/>
          </p:cNvSpPr>
          <p:nvPr>
            <p:ph type="ftr" idx="11"/>
          </p:nvPr>
        </p:nvSpPr>
        <p:spPr>
          <a:xfrm>
            <a:off x="2879178" y="4948409"/>
            <a:ext cx="3503400" cy="11100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600" b="0" i="0" u="none" strike="noStrike" cap="none">
                <a:solidFill>
                  <a:srgbClr val="7D7D7D"/>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27" name="Google Shape;127;p29"/>
          <p:cNvSpPr txBox="1">
            <a:spLocks noGrp="1"/>
          </p:cNvSpPr>
          <p:nvPr>
            <p:ph type="dt" idx="10"/>
          </p:nvPr>
        </p:nvSpPr>
        <p:spPr>
          <a:xfrm>
            <a:off x="457200" y="4783455"/>
            <a:ext cx="2103000" cy="25710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28" name="Google Shape;128;p29"/>
          <p:cNvSpPr txBox="1">
            <a:spLocks noGrp="1"/>
          </p:cNvSpPr>
          <p:nvPr>
            <p:ph type="sldNum" idx="12"/>
          </p:nvPr>
        </p:nvSpPr>
        <p:spPr>
          <a:xfrm>
            <a:off x="6583680" y="4783455"/>
            <a:ext cx="2103000" cy="1230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1pPr>
            <a:lvl2pPr marL="0" marR="0" lvl="1"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2pPr>
            <a:lvl3pPr marL="0" marR="0" lvl="2"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3pPr>
            <a:lvl4pPr marL="0" marR="0" lvl="3"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4pPr>
            <a:lvl5pPr marL="0" marR="0" lvl="4"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5pPr>
            <a:lvl6pPr marL="0" marR="0" lvl="5"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6pPr>
            <a:lvl7pPr marL="0" marR="0" lvl="6"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7pPr>
            <a:lvl8pPr marL="0" marR="0" lvl="7"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8pPr>
            <a:lvl9pPr marL="0" marR="0" lvl="8"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en"/>
              <a:t>‹#›</a:t>
            </a:fld>
            <a:endParaRPr>
              <a:solidFill>
                <a:srgbClr val="434343"/>
              </a:solidFil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Slide">
  <p:cSld name="OBJECT_1">
    <p:spTree>
      <p:nvGrpSpPr>
        <p:cNvPr id="1" name="Shape 129"/>
        <p:cNvGrpSpPr/>
        <p:nvPr/>
      </p:nvGrpSpPr>
      <p:grpSpPr>
        <a:xfrm>
          <a:off x="0" y="0"/>
          <a:ext cx="0" cy="0"/>
          <a:chOff x="0" y="0"/>
          <a:chExt cx="0" cy="0"/>
        </a:xfrm>
      </p:grpSpPr>
      <p:sp>
        <p:nvSpPr>
          <p:cNvPr id="130" name="Google Shape;130;p30"/>
          <p:cNvSpPr txBox="1">
            <a:spLocks noGrp="1"/>
          </p:cNvSpPr>
          <p:nvPr>
            <p:ph type="ctrTitle"/>
          </p:nvPr>
        </p:nvSpPr>
        <p:spPr>
          <a:xfrm>
            <a:off x="2938259" y="1851799"/>
            <a:ext cx="3267600" cy="8184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2200"/>
              <a:buNone/>
              <a:defRPr sz="5200" b="0" i="0">
                <a:solidFill>
                  <a:srgbClr val="365F91"/>
                </a:solidFill>
                <a:latin typeface="Arial"/>
                <a:ea typeface="Arial"/>
                <a:cs typeface="Arial"/>
                <a:sym typeface="Arial"/>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131" name="Google Shape;131;p30"/>
          <p:cNvSpPr txBox="1">
            <a:spLocks noGrp="1"/>
          </p:cNvSpPr>
          <p:nvPr>
            <p:ph type="subTitle" idx="1"/>
          </p:nvPr>
        </p:nvSpPr>
        <p:spPr>
          <a:xfrm>
            <a:off x="1371600" y="2880360"/>
            <a:ext cx="6400800" cy="1285800"/>
          </a:xfrm>
          <a:prstGeom prst="rect">
            <a:avLst/>
          </a:prstGeom>
          <a:noFill/>
          <a:ln>
            <a:noFill/>
          </a:ln>
        </p:spPr>
        <p:txBody>
          <a:bodyPr spcFirstLastPara="1" wrap="square" lIns="0" tIns="0" rIns="0" bIns="0" anchor="t" anchorCtr="0">
            <a:spAutoFit/>
          </a:bodyPr>
          <a:lstStyle>
            <a:lvl1pPr lvl="0" algn="l">
              <a:lnSpc>
                <a:spcPct val="115000"/>
              </a:lnSpc>
              <a:spcBef>
                <a:spcPts val="0"/>
              </a:spcBef>
              <a:spcAft>
                <a:spcPts val="0"/>
              </a:spcAft>
              <a:buSzPts val="1500"/>
              <a:buNone/>
              <a:defRPr/>
            </a:lvl1pPr>
            <a:lvl2pPr lvl="1" algn="l">
              <a:lnSpc>
                <a:spcPct val="115000"/>
              </a:lnSpc>
              <a:spcBef>
                <a:spcPts val="1600"/>
              </a:spcBef>
              <a:spcAft>
                <a:spcPts val="0"/>
              </a:spcAft>
              <a:buSzPts val="1300"/>
              <a:buNone/>
              <a:defRPr/>
            </a:lvl2pPr>
            <a:lvl3pPr lvl="2" algn="l">
              <a:lnSpc>
                <a:spcPct val="115000"/>
              </a:lnSpc>
              <a:spcBef>
                <a:spcPts val="1600"/>
              </a:spcBef>
              <a:spcAft>
                <a:spcPts val="0"/>
              </a:spcAft>
              <a:buSzPts val="1200"/>
              <a:buNone/>
              <a:defRPr/>
            </a:lvl3pPr>
            <a:lvl4pPr lvl="3" algn="l">
              <a:lnSpc>
                <a:spcPct val="115000"/>
              </a:lnSpc>
              <a:spcBef>
                <a:spcPts val="1600"/>
              </a:spcBef>
              <a:spcAft>
                <a:spcPts val="0"/>
              </a:spcAft>
              <a:buSzPts val="1100"/>
              <a:buNone/>
              <a:defRPr/>
            </a:lvl4pPr>
            <a:lvl5pPr lvl="4" algn="l">
              <a:lnSpc>
                <a:spcPct val="115000"/>
              </a:lnSpc>
              <a:spcBef>
                <a:spcPts val="1600"/>
              </a:spcBef>
              <a:spcAft>
                <a:spcPts val="0"/>
              </a:spcAft>
              <a:buSzPts val="1000"/>
              <a:buNone/>
              <a:defRPr/>
            </a:lvl5pPr>
            <a:lvl6pPr lvl="5" algn="l">
              <a:lnSpc>
                <a:spcPct val="115000"/>
              </a:lnSpc>
              <a:spcBef>
                <a:spcPts val="1600"/>
              </a:spcBef>
              <a:spcAft>
                <a:spcPts val="0"/>
              </a:spcAft>
              <a:buSzPts val="900"/>
              <a:buNone/>
              <a:defRPr/>
            </a:lvl6pPr>
            <a:lvl7pPr lvl="6" algn="l">
              <a:lnSpc>
                <a:spcPct val="115000"/>
              </a:lnSpc>
              <a:spcBef>
                <a:spcPts val="1600"/>
              </a:spcBef>
              <a:spcAft>
                <a:spcPts val="0"/>
              </a:spcAft>
              <a:buSzPts val="800"/>
              <a:buNone/>
              <a:defRPr/>
            </a:lvl7pPr>
            <a:lvl8pPr lvl="7" algn="l">
              <a:lnSpc>
                <a:spcPct val="115000"/>
              </a:lnSpc>
              <a:spcBef>
                <a:spcPts val="1600"/>
              </a:spcBef>
              <a:spcAft>
                <a:spcPts val="0"/>
              </a:spcAft>
              <a:buSzPts val="700"/>
              <a:buNone/>
              <a:defRPr/>
            </a:lvl8pPr>
            <a:lvl9pPr lvl="8" algn="l">
              <a:lnSpc>
                <a:spcPct val="115000"/>
              </a:lnSpc>
              <a:spcBef>
                <a:spcPts val="1600"/>
              </a:spcBef>
              <a:spcAft>
                <a:spcPts val="1600"/>
              </a:spcAft>
              <a:buSzPts val="600"/>
              <a:buNone/>
              <a:defRPr/>
            </a:lvl9pPr>
          </a:lstStyle>
          <a:p>
            <a:endParaRPr/>
          </a:p>
        </p:txBody>
      </p:sp>
      <p:sp>
        <p:nvSpPr>
          <p:cNvPr id="132" name="Google Shape;132;p30"/>
          <p:cNvSpPr txBox="1">
            <a:spLocks noGrp="1"/>
          </p:cNvSpPr>
          <p:nvPr>
            <p:ph type="ftr" idx="11"/>
          </p:nvPr>
        </p:nvSpPr>
        <p:spPr>
          <a:xfrm>
            <a:off x="2879178" y="4948409"/>
            <a:ext cx="3503400" cy="11100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600" b="0" i="0" u="none" strike="noStrike" cap="none">
                <a:solidFill>
                  <a:srgbClr val="7D7D7D"/>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33" name="Google Shape;133;p30"/>
          <p:cNvSpPr txBox="1">
            <a:spLocks noGrp="1"/>
          </p:cNvSpPr>
          <p:nvPr>
            <p:ph type="dt" idx="10"/>
          </p:nvPr>
        </p:nvSpPr>
        <p:spPr>
          <a:xfrm>
            <a:off x="457200" y="4783455"/>
            <a:ext cx="2103000" cy="25710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34" name="Google Shape;134;p30"/>
          <p:cNvSpPr txBox="1">
            <a:spLocks noGrp="1"/>
          </p:cNvSpPr>
          <p:nvPr>
            <p:ph type="sldNum" idx="12"/>
          </p:nvPr>
        </p:nvSpPr>
        <p:spPr>
          <a:xfrm>
            <a:off x="6583680" y="4783455"/>
            <a:ext cx="2103000" cy="1230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1pPr>
            <a:lvl2pPr marL="0" marR="0" lvl="1"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2pPr>
            <a:lvl3pPr marL="0" marR="0" lvl="2"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3pPr>
            <a:lvl4pPr marL="0" marR="0" lvl="3"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4pPr>
            <a:lvl5pPr marL="0" marR="0" lvl="4"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5pPr>
            <a:lvl6pPr marL="0" marR="0" lvl="5"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6pPr>
            <a:lvl7pPr marL="0" marR="0" lvl="6"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7pPr>
            <a:lvl8pPr marL="0" marR="0" lvl="7"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8pPr>
            <a:lvl9pPr marL="0" marR="0" lvl="8"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en"/>
              <a:t>‹#›</a:t>
            </a:fld>
            <a:endParaRPr>
              <a:solidFill>
                <a:srgbClr val="434343"/>
              </a:solidFil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Only 4">
  <p:cSld name="OBJECT_2">
    <p:spTree>
      <p:nvGrpSpPr>
        <p:cNvPr id="1" name="Shape 135"/>
        <p:cNvGrpSpPr/>
        <p:nvPr/>
      </p:nvGrpSpPr>
      <p:grpSpPr>
        <a:xfrm>
          <a:off x="0" y="0"/>
          <a:ext cx="0" cy="0"/>
          <a:chOff x="0" y="0"/>
          <a:chExt cx="0" cy="0"/>
        </a:xfrm>
      </p:grpSpPr>
      <p:sp>
        <p:nvSpPr>
          <p:cNvPr id="136" name="Google Shape;136;p31"/>
          <p:cNvSpPr txBox="1">
            <a:spLocks noGrp="1"/>
          </p:cNvSpPr>
          <p:nvPr>
            <p:ph type="title"/>
          </p:nvPr>
        </p:nvSpPr>
        <p:spPr>
          <a:xfrm>
            <a:off x="3368992" y="2453440"/>
            <a:ext cx="2406000" cy="2247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2200"/>
              <a:buNone/>
              <a:defRPr sz="1400" b="1" i="0">
                <a:solidFill>
                  <a:schemeClr val="dk1"/>
                </a:solidFill>
                <a:latin typeface="Arial"/>
                <a:ea typeface="Arial"/>
                <a:cs typeface="Arial"/>
                <a:sym typeface="Arial"/>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137" name="Google Shape;137;p31"/>
          <p:cNvSpPr txBox="1">
            <a:spLocks noGrp="1"/>
          </p:cNvSpPr>
          <p:nvPr>
            <p:ph type="ftr" idx="11"/>
          </p:nvPr>
        </p:nvSpPr>
        <p:spPr>
          <a:xfrm>
            <a:off x="3108960" y="4783455"/>
            <a:ext cx="2926200" cy="257100"/>
          </a:xfrm>
          <a:prstGeom prst="rect">
            <a:avLst/>
          </a:prstGeom>
          <a:noFill/>
          <a:ln>
            <a:noFill/>
          </a:ln>
        </p:spPr>
        <p:txBody>
          <a:bodyPr spcFirstLastPara="1" wrap="square" lIns="0" tIns="0" rIns="0" bIns="0" anchor="t" anchorCtr="0">
            <a:spAutoFit/>
          </a:bodyPr>
          <a:lstStyle>
            <a:lvl1pPr marR="0" lvl="0" algn="ctr" rtl="0">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38" name="Google Shape;138;p31"/>
          <p:cNvSpPr txBox="1">
            <a:spLocks noGrp="1"/>
          </p:cNvSpPr>
          <p:nvPr>
            <p:ph type="dt" idx="10"/>
          </p:nvPr>
        </p:nvSpPr>
        <p:spPr>
          <a:xfrm>
            <a:off x="457200" y="4783455"/>
            <a:ext cx="2103000" cy="25710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39" name="Google Shape;139;p31"/>
          <p:cNvSpPr txBox="1">
            <a:spLocks noGrp="1"/>
          </p:cNvSpPr>
          <p:nvPr>
            <p:ph type="sldNum" idx="12"/>
          </p:nvPr>
        </p:nvSpPr>
        <p:spPr>
          <a:xfrm>
            <a:off x="50889" y="4980883"/>
            <a:ext cx="216600" cy="123000"/>
          </a:xfrm>
          <a:prstGeom prst="rect">
            <a:avLst/>
          </a:prstGeom>
          <a:noFill/>
          <a:ln>
            <a:noFill/>
          </a:ln>
        </p:spPr>
        <p:txBody>
          <a:bodyPr spcFirstLastPara="1" wrap="square" lIns="0" tIns="0" rIns="0" bIns="0" anchor="t" anchorCtr="0">
            <a:spAutoFit/>
          </a:bodyPr>
          <a:lstStyle>
            <a:lvl1pPr marL="25400" marR="0" lvl="0"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1pPr>
            <a:lvl2pPr marL="25400" marR="0" lvl="1"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2pPr>
            <a:lvl3pPr marL="25400" marR="0" lvl="2"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3pPr>
            <a:lvl4pPr marL="25400" marR="0" lvl="3"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4pPr>
            <a:lvl5pPr marL="25400" marR="0" lvl="4"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5pPr>
            <a:lvl6pPr marL="25400" marR="0" lvl="5"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6pPr>
            <a:lvl7pPr marL="25400" marR="0" lvl="6"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7pPr>
            <a:lvl8pPr marL="25400" marR="0" lvl="7"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8pPr>
            <a:lvl9pPr marL="25400" marR="0" lvl="8"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9pPr>
          </a:lstStyle>
          <a:p>
            <a:pPr marL="25400" lvl="0" indent="0" algn="l" rtl="0">
              <a:spcBef>
                <a:spcPts val="0"/>
              </a:spcBef>
              <a:spcAft>
                <a:spcPts val="0"/>
              </a:spcAft>
              <a:buNone/>
            </a:pPr>
            <a:fld id="{00000000-1234-1234-1234-123412341234}" type="slidenum">
              <a:rPr lang="en"/>
              <a:t>‹#›</a:t>
            </a:fld>
            <a:endParaRPr b="1">
              <a:solidFill>
                <a:srgbClr val="434343"/>
              </a:solidFill>
              <a:latin typeface="Nunito"/>
              <a:ea typeface="Nunito"/>
              <a:cs typeface="Nunito"/>
              <a:sym typeface="Nunito"/>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Blank 2">
  <p:cSld name="Blank">
    <p:spTree>
      <p:nvGrpSpPr>
        <p:cNvPr id="1" name="Shape 140"/>
        <p:cNvGrpSpPr/>
        <p:nvPr/>
      </p:nvGrpSpPr>
      <p:grpSpPr>
        <a:xfrm>
          <a:off x="0" y="0"/>
          <a:ext cx="0" cy="0"/>
          <a:chOff x="0" y="0"/>
          <a:chExt cx="0" cy="0"/>
        </a:xfrm>
      </p:grpSpPr>
      <p:sp>
        <p:nvSpPr>
          <p:cNvPr id="141" name="Google Shape;141;p32"/>
          <p:cNvSpPr txBox="1">
            <a:spLocks noGrp="1"/>
          </p:cNvSpPr>
          <p:nvPr>
            <p:ph type="ftr" idx="11"/>
          </p:nvPr>
        </p:nvSpPr>
        <p:spPr>
          <a:xfrm>
            <a:off x="3108960" y="4783455"/>
            <a:ext cx="2926200" cy="257100"/>
          </a:xfrm>
          <a:prstGeom prst="rect">
            <a:avLst/>
          </a:prstGeom>
          <a:noFill/>
          <a:ln>
            <a:noFill/>
          </a:ln>
        </p:spPr>
        <p:txBody>
          <a:bodyPr spcFirstLastPara="1" wrap="square" lIns="0" tIns="0" rIns="0" bIns="0" anchor="t" anchorCtr="0">
            <a:spAutoFit/>
          </a:bodyPr>
          <a:lstStyle>
            <a:lvl1pPr marR="0" lvl="0" algn="ctr" rtl="0">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42" name="Google Shape;142;p32"/>
          <p:cNvSpPr txBox="1">
            <a:spLocks noGrp="1"/>
          </p:cNvSpPr>
          <p:nvPr>
            <p:ph type="dt" idx="10"/>
          </p:nvPr>
        </p:nvSpPr>
        <p:spPr>
          <a:xfrm>
            <a:off x="457200" y="4783455"/>
            <a:ext cx="2103000" cy="25710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43" name="Google Shape;143;p32"/>
          <p:cNvSpPr txBox="1">
            <a:spLocks noGrp="1"/>
          </p:cNvSpPr>
          <p:nvPr>
            <p:ph type="sldNum" idx="12"/>
          </p:nvPr>
        </p:nvSpPr>
        <p:spPr>
          <a:xfrm>
            <a:off x="50889" y="4980883"/>
            <a:ext cx="216600" cy="123000"/>
          </a:xfrm>
          <a:prstGeom prst="rect">
            <a:avLst/>
          </a:prstGeom>
          <a:noFill/>
          <a:ln>
            <a:noFill/>
          </a:ln>
        </p:spPr>
        <p:txBody>
          <a:bodyPr spcFirstLastPara="1" wrap="square" lIns="0" tIns="0" rIns="0" bIns="0" anchor="t" anchorCtr="0">
            <a:spAutoFit/>
          </a:bodyPr>
          <a:lstStyle>
            <a:lvl1pPr marL="25400" marR="0" lvl="0"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1pPr>
            <a:lvl2pPr marL="25400" marR="0" lvl="1"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2pPr>
            <a:lvl3pPr marL="25400" marR="0" lvl="2"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3pPr>
            <a:lvl4pPr marL="25400" marR="0" lvl="3"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4pPr>
            <a:lvl5pPr marL="25400" marR="0" lvl="4"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5pPr>
            <a:lvl6pPr marL="25400" marR="0" lvl="5"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6pPr>
            <a:lvl7pPr marL="25400" marR="0" lvl="6"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7pPr>
            <a:lvl8pPr marL="25400" marR="0" lvl="7"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8pPr>
            <a:lvl9pPr marL="25400" marR="0" lvl="8"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9pPr>
          </a:lstStyle>
          <a:p>
            <a:pPr marL="25400" lvl="0" indent="0" algn="l" rtl="0">
              <a:spcBef>
                <a:spcPts val="0"/>
              </a:spcBef>
              <a:spcAft>
                <a:spcPts val="0"/>
              </a:spcAft>
              <a:buNone/>
            </a:pPr>
            <a:fld id="{00000000-1234-1234-1234-123412341234}" type="slidenum">
              <a:rPr lang="en"/>
              <a:t>‹#›</a:t>
            </a:fld>
            <a:endParaRPr b="1">
              <a:solidFill>
                <a:srgbClr val="434343"/>
              </a:solidFill>
              <a:latin typeface="Nunito"/>
              <a:ea typeface="Nunito"/>
              <a:cs typeface="Nunito"/>
              <a:sym typeface="Nunito"/>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144"/>
        <p:cNvGrpSpPr/>
        <p:nvPr/>
      </p:nvGrpSpPr>
      <p:grpSpPr>
        <a:xfrm>
          <a:off x="0" y="0"/>
          <a:ext cx="0" cy="0"/>
          <a:chOff x="0" y="0"/>
          <a:chExt cx="0" cy="0"/>
        </a:xfrm>
      </p:grpSpPr>
      <p:sp>
        <p:nvSpPr>
          <p:cNvPr id="145" name="Google Shape;145;p33"/>
          <p:cNvSpPr txBox="1">
            <a:spLocks noGrp="1"/>
          </p:cNvSpPr>
          <p:nvPr>
            <p:ph type="title"/>
          </p:nvPr>
        </p:nvSpPr>
        <p:spPr>
          <a:xfrm>
            <a:off x="3368992" y="2453440"/>
            <a:ext cx="2406000" cy="2247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2200"/>
              <a:buNone/>
              <a:defRPr sz="1400" b="1" i="0">
                <a:solidFill>
                  <a:schemeClr val="dk1"/>
                </a:solidFill>
                <a:latin typeface="Arial"/>
                <a:ea typeface="Arial"/>
                <a:cs typeface="Arial"/>
                <a:sym typeface="Arial"/>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146" name="Google Shape;146;p33"/>
          <p:cNvSpPr txBox="1">
            <a:spLocks noGrp="1"/>
          </p:cNvSpPr>
          <p:nvPr>
            <p:ph type="body" idx="1"/>
          </p:nvPr>
        </p:nvSpPr>
        <p:spPr>
          <a:xfrm>
            <a:off x="457200" y="1183005"/>
            <a:ext cx="3977700" cy="3394800"/>
          </a:xfrm>
          <a:prstGeom prst="rect">
            <a:avLst/>
          </a:prstGeom>
          <a:noFill/>
          <a:ln>
            <a:noFill/>
          </a:ln>
        </p:spPr>
        <p:txBody>
          <a:bodyPr spcFirstLastPara="1" wrap="square" lIns="0" tIns="0" rIns="0" bIns="0" anchor="t" anchorCtr="0">
            <a:spAutoFit/>
          </a:bodyPr>
          <a:lstStyle>
            <a:lvl1pPr marL="457200" lvl="0" indent="-228600" algn="l">
              <a:lnSpc>
                <a:spcPct val="115000"/>
              </a:lnSpc>
              <a:spcBef>
                <a:spcPts val="0"/>
              </a:spcBef>
              <a:spcAft>
                <a:spcPts val="0"/>
              </a:spcAft>
              <a:buSzPts val="1500"/>
              <a:buNone/>
              <a:defRPr/>
            </a:lvl1pPr>
            <a:lvl2pPr marL="914400" lvl="1" indent="-228600" algn="l">
              <a:lnSpc>
                <a:spcPct val="115000"/>
              </a:lnSpc>
              <a:spcBef>
                <a:spcPts val="1600"/>
              </a:spcBef>
              <a:spcAft>
                <a:spcPts val="0"/>
              </a:spcAft>
              <a:buSzPts val="1300"/>
              <a:buNone/>
              <a:defRPr/>
            </a:lvl2pPr>
            <a:lvl3pPr marL="1371600" lvl="2" indent="-228600" algn="l">
              <a:lnSpc>
                <a:spcPct val="115000"/>
              </a:lnSpc>
              <a:spcBef>
                <a:spcPts val="1600"/>
              </a:spcBef>
              <a:spcAft>
                <a:spcPts val="0"/>
              </a:spcAft>
              <a:buSzPts val="1200"/>
              <a:buNone/>
              <a:defRPr/>
            </a:lvl3pPr>
            <a:lvl4pPr marL="1828800" lvl="3" indent="-228600" algn="l">
              <a:lnSpc>
                <a:spcPct val="115000"/>
              </a:lnSpc>
              <a:spcBef>
                <a:spcPts val="1600"/>
              </a:spcBef>
              <a:spcAft>
                <a:spcPts val="0"/>
              </a:spcAft>
              <a:buSzPts val="1100"/>
              <a:buNone/>
              <a:defRPr/>
            </a:lvl4pPr>
            <a:lvl5pPr marL="2286000" lvl="4" indent="-228600" algn="l">
              <a:lnSpc>
                <a:spcPct val="115000"/>
              </a:lnSpc>
              <a:spcBef>
                <a:spcPts val="1600"/>
              </a:spcBef>
              <a:spcAft>
                <a:spcPts val="0"/>
              </a:spcAft>
              <a:buSzPts val="1000"/>
              <a:buNone/>
              <a:defRPr/>
            </a:lvl5pPr>
            <a:lvl6pPr marL="2743200" lvl="5" indent="-228600" algn="l">
              <a:lnSpc>
                <a:spcPct val="115000"/>
              </a:lnSpc>
              <a:spcBef>
                <a:spcPts val="1600"/>
              </a:spcBef>
              <a:spcAft>
                <a:spcPts val="0"/>
              </a:spcAft>
              <a:buSzPts val="900"/>
              <a:buNone/>
              <a:defRPr/>
            </a:lvl6pPr>
            <a:lvl7pPr marL="3200400" lvl="6" indent="-228600" algn="l">
              <a:lnSpc>
                <a:spcPct val="115000"/>
              </a:lnSpc>
              <a:spcBef>
                <a:spcPts val="1600"/>
              </a:spcBef>
              <a:spcAft>
                <a:spcPts val="0"/>
              </a:spcAft>
              <a:buSzPts val="800"/>
              <a:buNone/>
              <a:defRPr/>
            </a:lvl7pPr>
            <a:lvl8pPr marL="3657600" lvl="7" indent="-228600" algn="l">
              <a:lnSpc>
                <a:spcPct val="115000"/>
              </a:lnSpc>
              <a:spcBef>
                <a:spcPts val="1600"/>
              </a:spcBef>
              <a:spcAft>
                <a:spcPts val="0"/>
              </a:spcAft>
              <a:buSzPts val="700"/>
              <a:buNone/>
              <a:defRPr/>
            </a:lvl8pPr>
            <a:lvl9pPr marL="4114800" lvl="8" indent="-228600" algn="l">
              <a:lnSpc>
                <a:spcPct val="115000"/>
              </a:lnSpc>
              <a:spcBef>
                <a:spcPts val="1600"/>
              </a:spcBef>
              <a:spcAft>
                <a:spcPts val="1600"/>
              </a:spcAft>
              <a:buSzPts val="600"/>
              <a:buNone/>
              <a:defRPr/>
            </a:lvl9pPr>
          </a:lstStyle>
          <a:p>
            <a:endParaRPr/>
          </a:p>
        </p:txBody>
      </p:sp>
      <p:sp>
        <p:nvSpPr>
          <p:cNvPr id="147" name="Google Shape;147;p33"/>
          <p:cNvSpPr txBox="1">
            <a:spLocks noGrp="1"/>
          </p:cNvSpPr>
          <p:nvPr>
            <p:ph type="body" idx="2"/>
          </p:nvPr>
        </p:nvSpPr>
        <p:spPr>
          <a:xfrm>
            <a:off x="4709160" y="1183005"/>
            <a:ext cx="3977700" cy="3394800"/>
          </a:xfrm>
          <a:prstGeom prst="rect">
            <a:avLst/>
          </a:prstGeom>
          <a:noFill/>
          <a:ln>
            <a:noFill/>
          </a:ln>
        </p:spPr>
        <p:txBody>
          <a:bodyPr spcFirstLastPara="1" wrap="square" lIns="0" tIns="0" rIns="0" bIns="0" anchor="t" anchorCtr="0">
            <a:spAutoFit/>
          </a:bodyPr>
          <a:lstStyle>
            <a:lvl1pPr marL="457200" lvl="0" indent="-228600" algn="l">
              <a:lnSpc>
                <a:spcPct val="115000"/>
              </a:lnSpc>
              <a:spcBef>
                <a:spcPts val="0"/>
              </a:spcBef>
              <a:spcAft>
                <a:spcPts val="0"/>
              </a:spcAft>
              <a:buSzPts val="1500"/>
              <a:buNone/>
              <a:defRPr/>
            </a:lvl1pPr>
            <a:lvl2pPr marL="914400" lvl="1" indent="-228600" algn="l">
              <a:lnSpc>
                <a:spcPct val="115000"/>
              </a:lnSpc>
              <a:spcBef>
                <a:spcPts val="1600"/>
              </a:spcBef>
              <a:spcAft>
                <a:spcPts val="0"/>
              </a:spcAft>
              <a:buSzPts val="1300"/>
              <a:buNone/>
              <a:defRPr/>
            </a:lvl2pPr>
            <a:lvl3pPr marL="1371600" lvl="2" indent="-228600" algn="l">
              <a:lnSpc>
                <a:spcPct val="115000"/>
              </a:lnSpc>
              <a:spcBef>
                <a:spcPts val="1600"/>
              </a:spcBef>
              <a:spcAft>
                <a:spcPts val="0"/>
              </a:spcAft>
              <a:buSzPts val="1200"/>
              <a:buNone/>
              <a:defRPr/>
            </a:lvl3pPr>
            <a:lvl4pPr marL="1828800" lvl="3" indent="-228600" algn="l">
              <a:lnSpc>
                <a:spcPct val="115000"/>
              </a:lnSpc>
              <a:spcBef>
                <a:spcPts val="1600"/>
              </a:spcBef>
              <a:spcAft>
                <a:spcPts val="0"/>
              </a:spcAft>
              <a:buSzPts val="1100"/>
              <a:buNone/>
              <a:defRPr/>
            </a:lvl4pPr>
            <a:lvl5pPr marL="2286000" lvl="4" indent="-228600" algn="l">
              <a:lnSpc>
                <a:spcPct val="115000"/>
              </a:lnSpc>
              <a:spcBef>
                <a:spcPts val="1600"/>
              </a:spcBef>
              <a:spcAft>
                <a:spcPts val="0"/>
              </a:spcAft>
              <a:buSzPts val="1000"/>
              <a:buNone/>
              <a:defRPr/>
            </a:lvl5pPr>
            <a:lvl6pPr marL="2743200" lvl="5" indent="-228600" algn="l">
              <a:lnSpc>
                <a:spcPct val="115000"/>
              </a:lnSpc>
              <a:spcBef>
                <a:spcPts val="1600"/>
              </a:spcBef>
              <a:spcAft>
                <a:spcPts val="0"/>
              </a:spcAft>
              <a:buSzPts val="900"/>
              <a:buNone/>
              <a:defRPr/>
            </a:lvl6pPr>
            <a:lvl7pPr marL="3200400" lvl="6" indent="-228600" algn="l">
              <a:lnSpc>
                <a:spcPct val="115000"/>
              </a:lnSpc>
              <a:spcBef>
                <a:spcPts val="1600"/>
              </a:spcBef>
              <a:spcAft>
                <a:spcPts val="0"/>
              </a:spcAft>
              <a:buSzPts val="800"/>
              <a:buNone/>
              <a:defRPr/>
            </a:lvl7pPr>
            <a:lvl8pPr marL="3657600" lvl="7" indent="-228600" algn="l">
              <a:lnSpc>
                <a:spcPct val="115000"/>
              </a:lnSpc>
              <a:spcBef>
                <a:spcPts val="1600"/>
              </a:spcBef>
              <a:spcAft>
                <a:spcPts val="0"/>
              </a:spcAft>
              <a:buSzPts val="700"/>
              <a:buNone/>
              <a:defRPr/>
            </a:lvl8pPr>
            <a:lvl9pPr marL="4114800" lvl="8" indent="-228600" algn="l">
              <a:lnSpc>
                <a:spcPct val="115000"/>
              </a:lnSpc>
              <a:spcBef>
                <a:spcPts val="1600"/>
              </a:spcBef>
              <a:spcAft>
                <a:spcPts val="1600"/>
              </a:spcAft>
              <a:buSzPts val="600"/>
              <a:buNone/>
              <a:defRPr/>
            </a:lvl9pPr>
          </a:lstStyle>
          <a:p>
            <a:endParaRPr/>
          </a:p>
        </p:txBody>
      </p:sp>
      <p:sp>
        <p:nvSpPr>
          <p:cNvPr id="148" name="Google Shape;148;p33"/>
          <p:cNvSpPr txBox="1">
            <a:spLocks noGrp="1"/>
          </p:cNvSpPr>
          <p:nvPr>
            <p:ph type="ftr" idx="11"/>
          </p:nvPr>
        </p:nvSpPr>
        <p:spPr>
          <a:xfrm>
            <a:off x="3108960" y="4783455"/>
            <a:ext cx="2926200" cy="257100"/>
          </a:xfrm>
          <a:prstGeom prst="rect">
            <a:avLst/>
          </a:prstGeom>
          <a:noFill/>
          <a:ln>
            <a:noFill/>
          </a:ln>
        </p:spPr>
        <p:txBody>
          <a:bodyPr spcFirstLastPara="1" wrap="square" lIns="0" tIns="0" rIns="0" bIns="0" anchor="t" anchorCtr="0">
            <a:spAutoFit/>
          </a:bodyPr>
          <a:lstStyle>
            <a:lvl1pPr marR="0" lvl="0" algn="ctr" rtl="0">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49" name="Google Shape;149;p33"/>
          <p:cNvSpPr txBox="1">
            <a:spLocks noGrp="1"/>
          </p:cNvSpPr>
          <p:nvPr>
            <p:ph type="dt" idx="10"/>
          </p:nvPr>
        </p:nvSpPr>
        <p:spPr>
          <a:xfrm>
            <a:off x="457200" y="4783455"/>
            <a:ext cx="2103000" cy="25710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50" name="Google Shape;150;p33"/>
          <p:cNvSpPr txBox="1">
            <a:spLocks noGrp="1"/>
          </p:cNvSpPr>
          <p:nvPr>
            <p:ph type="sldNum" idx="12"/>
          </p:nvPr>
        </p:nvSpPr>
        <p:spPr>
          <a:xfrm>
            <a:off x="50889" y="4980883"/>
            <a:ext cx="216600" cy="123000"/>
          </a:xfrm>
          <a:prstGeom prst="rect">
            <a:avLst/>
          </a:prstGeom>
          <a:noFill/>
          <a:ln>
            <a:noFill/>
          </a:ln>
        </p:spPr>
        <p:txBody>
          <a:bodyPr spcFirstLastPara="1" wrap="square" lIns="0" tIns="0" rIns="0" bIns="0" anchor="t" anchorCtr="0">
            <a:spAutoFit/>
          </a:bodyPr>
          <a:lstStyle>
            <a:lvl1pPr marL="25400" marR="0" lvl="0"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1pPr>
            <a:lvl2pPr marL="25400" marR="0" lvl="1"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2pPr>
            <a:lvl3pPr marL="25400" marR="0" lvl="2"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3pPr>
            <a:lvl4pPr marL="25400" marR="0" lvl="3"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4pPr>
            <a:lvl5pPr marL="25400" marR="0" lvl="4"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5pPr>
            <a:lvl6pPr marL="25400" marR="0" lvl="5"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6pPr>
            <a:lvl7pPr marL="25400" marR="0" lvl="6"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7pPr>
            <a:lvl8pPr marL="25400" marR="0" lvl="7"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8pPr>
            <a:lvl9pPr marL="25400" marR="0" lvl="8"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9pPr>
          </a:lstStyle>
          <a:p>
            <a:pPr marL="25400" lvl="0" indent="0" algn="l" rtl="0">
              <a:spcBef>
                <a:spcPts val="0"/>
              </a:spcBef>
              <a:spcAft>
                <a:spcPts val="0"/>
              </a:spcAft>
              <a:buNone/>
            </a:pPr>
            <a:fld id="{00000000-1234-1234-1234-123412341234}" type="slidenum">
              <a:rPr lang="en"/>
              <a:t>‹#›</a:t>
            </a:fld>
            <a:endParaRPr b="1">
              <a:solidFill>
                <a:srgbClr val="434343"/>
              </a:solidFill>
              <a:latin typeface="Nunito"/>
              <a:ea typeface="Nunito"/>
              <a:cs typeface="Nunito"/>
              <a:sym typeface="Nunito"/>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Only 1 1">
  <p:cSld name="OBJECT_1_1">
    <p:spTree>
      <p:nvGrpSpPr>
        <p:cNvPr id="1" name="Shape 151"/>
        <p:cNvGrpSpPr/>
        <p:nvPr/>
      </p:nvGrpSpPr>
      <p:grpSpPr>
        <a:xfrm>
          <a:off x="0" y="0"/>
          <a:ext cx="0" cy="0"/>
          <a:chOff x="0" y="0"/>
          <a:chExt cx="0" cy="0"/>
        </a:xfrm>
      </p:grpSpPr>
      <p:sp>
        <p:nvSpPr>
          <p:cNvPr id="152" name="Google Shape;152;p34"/>
          <p:cNvSpPr txBox="1">
            <a:spLocks noGrp="1"/>
          </p:cNvSpPr>
          <p:nvPr>
            <p:ph type="title"/>
          </p:nvPr>
        </p:nvSpPr>
        <p:spPr>
          <a:xfrm>
            <a:off x="2936867" y="2199322"/>
            <a:ext cx="3275400" cy="6735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2200"/>
              <a:buNone/>
              <a:defRPr sz="4300" b="1" i="0">
                <a:solidFill>
                  <a:schemeClr val="accent2"/>
                </a:solidFill>
                <a:latin typeface="Arial"/>
                <a:ea typeface="Arial"/>
                <a:cs typeface="Arial"/>
                <a:sym typeface="Arial"/>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153" name="Google Shape;153;p34"/>
          <p:cNvSpPr txBox="1">
            <a:spLocks noGrp="1"/>
          </p:cNvSpPr>
          <p:nvPr>
            <p:ph type="ftr" idx="11"/>
          </p:nvPr>
        </p:nvSpPr>
        <p:spPr>
          <a:xfrm>
            <a:off x="708292" y="4920311"/>
            <a:ext cx="6447300" cy="17880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11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54" name="Google Shape;154;p34"/>
          <p:cNvSpPr txBox="1">
            <a:spLocks noGrp="1"/>
          </p:cNvSpPr>
          <p:nvPr>
            <p:ph type="dt" idx="10"/>
          </p:nvPr>
        </p:nvSpPr>
        <p:spPr>
          <a:xfrm>
            <a:off x="457452" y="4783454"/>
            <a:ext cx="2104200" cy="25710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55" name="Google Shape;155;p34"/>
          <p:cNvSpPr txBox="1">
            <a:spLocks noGrp="1"/>
          </p:cNvSpPr>
          <p:nvPr>
            <p:ph type="sldNum" idx="12"/>
          </p:nvPr>
        </p:nvSpPr>
        <p:spPr>
          <a:xfrm>
            <a:off x="7529030" y="4838548"/>
            <a:ext cx="188400" cy="169200"/>
          </a:xfrm>
          <a:prstGeom prst="rect">
            <a:avLst/>
          </a:prstGeom>
          <a:noFill/>
          <a:ln>
            <a:noFill/>
          </a:ln>
        </p:spPr>
        <p:txBody>
          <a:bodyPr spcFirstLastPara="1" wrap="square" lIns="0" tIns="0" rIns="0" bIns="0" anchor="t" anchorCtr="0">
            <a:spAutoFit/>
          </a:bodyPr>
          <a:lstStyle>
            <a:lvl1pPr marL="25400" marR="0" lvl="0" indent="0" algn="l">
              <a:lnSpc>
                <a:spcPct val="100000"/>
              </a:lnSpc>
              <a:spcBef>
                <a:spcPts val="0"/>
              </a:spcBef>
              <a:spcAft>
                <a:spcPts val="0"/>
              </a:spcAft>
              <a:buClr>
                <a:srgbClr val="000000"/>
              </a:buClr>
              <a:buSzPts val="1100"/>
              <a:buFont typeface="Arial"/>
              <a:buNone/>
              <a:defRPr sz="1100" b="0" i="0" u="none" strike="noStrike" cap="none">
                <a:solidFill>
                  <a:srgbClr val="585858"/>
                </a:solidFill>
                <a:latin typeface="Arial"/>
                <a:ea typeface="Arial"/>
                <a:cs typeface="Arial"/>
                <a:sym typeface="Arial"/>
              </a:defRPr>
            </a:lvl1pPr>
            <a:lvl2pPr marL="25400" marR="0" lvl="1" indent="0" algn="l">
              <a:lnSpc>
                <a:spcPct val="100000"/>
              </a:lnSpc>
              <a:spcBef>
                <a:spcPts val="0"/>
              </a:spcBef>
              <a:spcAft>
                <a:spcPts val="0"/>
              </a:spcAft>
              <a:buClr>
                <a:srgbClr val="000000"/>
              </a:buClr>
              <a:buSzPts val="1100"/>
              <a:buFont typeface="Arial"/>
              <a:buNone/>
              <a:defRPr sz="1100" b="0" i="0" u="none" strike="noStrike" cap="none">
                <a:solidFill>
                  <a:srgbClr val="585858"/>
                </a:solidFill>
                <a:latin typeface="Arial"/>
                <a:ea typeface="Arial"/>
                <a:cs typeface="Arial"/>
                <a:sym typeface="Arial"/>
              </a:defRPr>
            </a:lvl2pPr>
            <a:lvl3pPr marL="25400" marR="0" lvl="2" indent="0" algn="l">
              <a:lnSpc>
                <a:spcPct val="100000"/>
              </a:lnSpc>
              <a:spcBef>
                <a:spcPts val="0"/>
              </a:spcBef>
              <a:spcAft>
                <a:spcPts val="0"/>
              </a:spcAft>
              <a:buClr>
                <a:srgbClr val="000000"/>
              </a:buClr>
              <a:buSzPts val="1100"/>
              <a:buFont typeface="Arial"/>
              <a:buNone/>
              <a:defRPr sz="1100" b="0" i="0" u="none" strike="noStrike" cap="none">
                <a:solidFill>
                  <a:srgbClr val="585858"/>
                </a:solidFill>
                <a:latin typeface="Arial"/>
                <a:ea typeface="Arial"/>
                <a:cs typeface="Arial"/>
                <a:sym typeface="Arial"/>
              </a:defRPr>
            </a:lvl3pPr>
            <a:lvl4pPr marL="25400" marR="0" lvl="3" indent="0" algn="l">
              <a:lnSpc>
                <a:spcPct val="100000"/>
              </a:lnSpc>
              <a:spcBef>
                <a:spcPts val="0"/>
              </a:spcBef>
              <a:spcAft>
                <a:spcPts val="0"/>
              </a:spcAft>
              <a:buClr>
                <a:srgbClr val="000000"/>
              </a:buClr>
              <a:buSzPts val="1100"/>
              <a:buFont typeface="Arial"/>
              <a:buNone/>
              <a:defRPr sz="1100" b="0" i="0" u="none" strike="noStrike" cap="none">
                <a:solidFill>
                  <a:srgbClr val="585858"/>
                </a:solidFill>
                <a:latin typeface="Arial"/>
                <a:ea typeface="Arial"/>
                <a:cs typeface="Arial"/>
                <a:sym typeface="Arial"/>
              </a:defRPr>
            </a:lvl4pPr>
            <a:lvl5pPr marL="25400" marR="0" lvl="4" indent="0" algn="l">
              <a:lnSpc>
                <a:spcPct val="100000"/>
              </a:lnSpc>
              <a:spcBef>
                <a:spcPts val="0"/>
              </a:spcBef>
              <a:spcAft>
                <a:spcPts val="0"/>
              </a:spcAft>
              <a:buClr>
                <a:srgbClr val="000000"/>
              </a:buClr>
              <a:buSzPts val="1100"/>
              <a:buFont typeface="Arial"/>
              <a:buNone/>
              <a:defRPr sz="1100" b="0" i="0" u="none" strike="noStrike" cap="none">
                <a:solidFill>
                  <a:srgbClr val="585858"/>
                </a:solidFill>
                <a:latin typeface="Arial"/>
                <a:ea typeface="Arial"/>
                <a:cs typeface="Arial"/>
                <a:sym typeface="Arial"/>
              </a:defRPr>
            </a:lvl5pPr>
            <a:lvl6pPr marL="25400" marR="0" lvl="5" indent="0" algn="l">
              <a:lnSpc>
                <a:spcPct val="100000"/>
              </a:lnSpc>
              <a:spcBef>
                <a:spcPts val="0"/>
              </a:spcBef>
              <a:spcAft>
                <a:spcPts val="0"/>
              </a:spcAft>
              <a:buClr>
                <a:srgbClr val="000000"/>
              </a:buClr>
              <a:buSzPts val="1100"/>
              <a:buFont typeface="Arial"/>
              <a:buNone/>
              <a:defRPr sz="1100" b="0" i="0" u="none" strike="noStrike" cap="none">
                <a:solidFill>
                  <a:srgbClr val="585858"/>
                </a:solidFill>
                <a:latin typeface="Arial"/>
                <a:ea typeface="Arial"/>
                <a:cs typeface="Arial"/>
                <a:sym typeface="Arial"/>
              </a:defRPr>
            </a:lvl6pPr>
            <a:lvl7pPr marL="25400" marR="0" lvl="6" indent="0" algn="l">
              <a:lnSpc>
                <a:spcPct val="100000"/>
              </a:lnSpc>
              <a:spcBef>
                <a:spcPts val="0"/>
              </a:spcBef>
              <a:spcAft>
                <a:spcPts val="0"/>
              </a:spcAft>
              <a:buClr>
                <a:srgbClr val="000000"/>
              </a:buClr>
              <a:buSzPts val="1100"/>
              <a:buFont typeface="Arial"/>
              <a:buNone/>
              <a:defRPr sz="1100" b="0" i="0" u="none" strike="noStrike" cap="none">
                <a:solidFill>
                  <a:srgbClr val="585858"/>
                </a:solidFill>
                <a:latin typeface="Arial"/>
                <a:ea typeface="Arial"/>
                <a:cs typeface="Arial"/>
                <a:sym typeface="Arial"/>
              </a:defRPr>
            </a:lvl7pPr>
            <a:lvl8pPr marL="25400" marR="0" lvl="7" indent="0" algn="l">
              <a:lnSpc>
                <a:spcPct val="100000"/>
              </a:lnSpc>
              <a:spcBef>
                <a:spcPts val="0"/>
              </a:spcBef>
              <a:spcAft>
                <a:spcPts val="0"/>
              </a:spcAft>
              <a:buClr>
                <a:srgbClr val="000000"/>
              </a:buClr>
              <a:buSzPts val="1100"/>
              <a:buFont typeface="Arial"/>
              <a:buNone/>
              <a:defRPr sz="1100" b="0" i="0" u="none" strike="noStrike" cap="none">
                <a:solidFill>
                  <a:srgbClr val="585858"/>
                </a:solidFill>
                <a:latin typeface="Arial"/>
                <a:ea typeface="Arial"/>
                <a:cs typeface="Arial"/>
                <a:sym typeface="Arial"/>
              </a:defRPr>
            </a:lvl8pPr>
            <a:lvl9pPr marL="25400" marR="0" lvl="8" indent="0" algn="l">
              <a:lnSpc>
                <a:spcPct val="100000"/>
              </a:lnSpc>
              <a:spcBef>
                <a:spcPts val="0"/>
              </a:spcBef>
              <a:spcAft>
                <a:spcPts val="0"/>
              </a:spcAft>
              <a:buClr>
                <a:srgbClr val="000000"/>
              </a:buClr>
              <a:buSzPts val="1100"/>
              <a:buFont typeface="Arial"/>
              <a:buNone/>
              <a:defRPr sz="1100" b="0" i="0" u="none" strike="noStrike" cap="none">
                <a:solidFill>
                  <a:srgbClr val="585858"/>
                </a:solidFill>
                <a:latin typeface="Arial"/>
                <a:ea typeface="Arial"/>
                <a:cs typeface="Arial"/>
                <a:sym typeface="Arial"/>
              </a:defRPr>
            </a:lvl9pPr>
          </a:lstStyle>
          <a:p>
            <a:pPr marL="25400" lvl="0" indent="0" algn="l" rtl="0">
              <a:spcBef>
                <a:spcPts val="0"/>
              </a:spcBef>
              <a:spcAft>
                <a:spcPts val="0"/>
              </a:spcAft>
              <a:buNone/>
            </a:pPr>
            <a:fld id="{00000000-1234-1234-1234-123412341234}" type="slidenum">
              <a:rPr lang="en"/>
              <a:t>‹#›</a:t>
            </a:fld>
            <a:endParaRPr sz="800" b="1">
              <a:solidFill>
                <a:srgbClr val="434343"/>
              </a:solidFill>
              <a:latin typeface="Nunito"/>
              <a:ea typeface="Nunito"/>
              <a:cs typeface="Nunito"/>
              <a:sym typeface="Nunito"/>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lank Slide ">
  <p:cSld name="TITLE_AND_BODY_1">
    <p:spTree>
      <p:nvGrpSpPr>
        <p:cNvPr id="1" name="Shape 156"/>
        <p:cNvGrpSpPr/>
        <p:nvPr/>
      </p:nvGrpSpPr>
      <p:grpSpPr>
        <a:xfrm>
          <a:off x="0" y="0"/>
          <a:ext cx="0" cy="0"/>
          <a:chOff x="0" y="0"/>
          <a:chExt cx="0" cy="0"/>
        </a:xfrm>
      </p:grpSpPr>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Blank 2 1">
  <p:cSld name="Blank 2">
    <p:spTree>
      <p:nvGrpSpPr>
        <p:cNvPr id="1" name="Shape 157"/>
        <p:cNvGrpSpPr/>
        <p:nvPr/>
      </p:nvGrpSpPr>
      <p:grpSpPr>
        <a:xfrm>
          <a:off x="0" y="0"/>
          <a:ext cx="0" cy="0"/>
          <a:chOff x="0" y="0"/>
          <a:chExt cx="0" cy="0"/>
        </a:xfrm>
      </p:grpSpPr>
      <p:sp>
        <p:nvSpPr>
          <p:cNvPr id="158" name="Google Shape;158;p36"/>
          <p:cNvSpPr/>
          <p:nvPr/>
        </p:nvSpPr>
        <p:spPr>
          <a:xfrm>
            <a:off x="0" y="0"/>
            <a:ext cx="9144000" cy="5143500"/>
          </a:xfrm>
          <a:prstGeom prst="rect">
            <a:avLst/>
          </a:prstGeom>
          <a:solidFill>
            <a:schemeClr val="lt1"/>
          </a:solidFill>
          <a:ln w="12700" cap="flat" cmpd="sng">
            <a:solidFill>
              <a:schemeClr val="lt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entury Gothic"/>
              <a:ea typeface="Century Gothic"/>
              <a:cs typeface="Century Gothic"/>
              <a:sym typeface="Century Gothic"/>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Blank 1">
  <p:cSld name="BLANK_1">
    <p:spTree>
      <p:nvGrpSpPr>
        <p:cNvPr id="1" name="Shape 168"/>
        <p:cNvGrpSpPr/>
        <p:nvPr/>
      </p:nvGrpSpPr>
      <p:grpSpPr>
        <a:xfrm>
          <a:off x="0" y="0"/>
          <a:ext cx="0" cy="0"/>
          <a:chOff x="0" y="0"/>
          <a:chExt cx="0" cy="0"/>
        </a:xfrm>
      </p:grpSpPr>
      <p:sp>
        <p:nvSpPr>
          <p:cNvPr id="169" name="Google Shape;169;p38"/>
          <p:cNvSpPr/>
          <p:nvPr/>
        </p:nvSpPr>
        <p:spPr>
          <a:xfrm>
            <a:off x="1" y="-335"/>
            <a:ext cx="9144600" cy="5143800"/>
          </a:xfrm>
          <a:prstGeom prst="rect">
            <a:avLst/>
          </a:prstGeom>
          <a:solidFill>
            <a:srgbClr val="0E39A9"/>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pic>
        <p:nvPicPr>
          <p:cNvPr id="170" name="Google Shape;170;p38" descr="A close up of a logo&#10;&#10;Description automatically generated"/>
          <p:cNvPicPr preferRelativeResize="0"/>
          <p:nvPr/>
        </p:nvPicPr>
        <p:blipFill rotWithShape="1">
          <a:blip r:embed="rId2">
            <a:alphaModFix/>
          </a:blip>
          <a:srcRect l="42816" t="18360" r="37295" b="19147"/>
          <a:stretch/>
        </p:blipFill>
        <p:spPr>
          <a:xfrm>
            <a:off x="6052536" y="514443"/>
            <a:ext cx="2095112" cy="3703320"/>
          </a:xfrm>
          <a:prstGeom prst="rect">
            <a:avLst/>
          </a:prstGeom>
          <a:noFill/>
          <a:ln>
            <a:noFill/>
          </a:ln>
        </p:spPr>
      </p:pic>
      <p:sp>
        <p:nvSpPr>
          <p:cNvPr id="171" name="Google Shape;171;p38"/>
          <p:cNvSpPr txBox="1">
            <a:spLocks noGrp="1"/>
          </p:cNvSpPr>
          <p:nvPr>
            <p:ph type="title"/>
          </p:nvPr>
        </p:nvSpPr>
        <p:spPr>
          <a:xfrm>
            <a:off x="70129" y="6703219"/>
            <a:ext cx="15008700" cy="697800"/>
          </a:xfrm>
          <a:prstGeom prst="rect">
            <a:avLst/>
          </a:prstGeom>
          <a:noFill/>
          <a:ln>
            <a:noFill/>
          </a:ln>
        </p:spPr>
        <p:txBody>
          <a:bodyPr spcFirstLastPara="1" wrap="square" lIns="0" tIns="12850" rIns="0" bIns="0" anchor="t" anchorCtr="0">
            <a:noAutofit/>
          </a:bodyPr>
          <a:lstStyle>
            <a:lvl1pPr marR="0" lvl="0" algn="l">
              <a:lnSpc>
                <a:spcPct val="100000"/>
              </a:lnSpc>
              <a:spcBef>
                <a:spcPts val="0"/>
              </a:spcBef>
              <a:spcAft>
                <a:spcPts val="0"/>
              </a:spcAft>
              <a:buSzPts val="2200"/>
              <a:buNone/>
              <a:defRPr sz="2400" b="0" i="0" u="none" strike="noStrike" cap="none">
                <a:solidFill>
                  <a:srgbClr val="000000"/>
                </a:solidFill>
                <a:latin typeface="Arial"/>
                <a:ea typeface="Arial"/>
                <a:cs typeface="Arial"/>
                <a:sym typeface="Arial"/>
              </a:defRPr>
            </a:lvl1pPr>
            <a:lvl2pPr marR="0" lvl="1"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9pPr>
          </a:lstStyle>
          <a:p>
            <a:endParaRPr/>
          </a:p>
        </p:txBody>
      </p:sp>
      <p:sp>
        <p:nvSpPr>
          <p:cNvPr id="172" name="Google Shape;172;p38"/>
          <p:cNvSpPr txBox="1"/>
          <p:nvPr/>
        </p:nvSpPr>
        <p:spPr>
          <a:xfrm>
            <a:off x="334565" y="1676232"/>
            <a:ext cx="4372800" cy="1790700"/>
          </a:xfrm>
          <a:prstGeom prst="rect">
            <a:avLst/>
          </a:prstGeom>
          <a:noFill/>
          <a:ln>
            <a:noFill/>
          </a:ln>
        </p:spPr>
        <p:txBody>
          <a:bodyPr spcFirstLastPara="1" wrap="square" lIns="68575" tIns="34275" rIns="68575" bIns="34275" anchor="ctr" anchorCtr="0">
            <a:noAutofit/>
          </a:bodyPr>
          <a:lstStyle/>
          <a:p>
            <a:pPr marL="0" marR="0" lvl="0" indent="0" algn="l" rtl="0">
              <a:lnSpc>
                <a:spcPct val="90000"/>
              </a:lnSpc>
              <a:spcBef>
                <a:spcPts val="0"/>
              </a:spcBef>
              <a:spcAft>
                <a:spcPts val="0"/>
              </a:spcAft>
              <a:buClr>
                <a:schemeClr val="dk1"/>
              </a:buClr>
              <a:buSzPts val="4500"/>
              <a:buFont typeface="Calibri"/>
              <a:buNone/>
            </a:pPr>
            <a:r>
              <a:rPr lang="en" sz="3300" b="0" i="0" u="none" strike="noStrike" cap="none">
                <a:solidFill>
                  <a:schemeClr val="lt1"/>
                </a:solidFill>
                <a:latin typeface="Nunito ExtraBold"/>
                <a:ea typeface="Nunito ExtraBold"/>
                <a:cs typeface="Nunito ExtraBold"/>
                <a:sym typeface="Nunito ExtraBold"/>
              </a:rPr>
              <a:t>Power Ahead!</a:t>
            </a:r>
            <a:endParaRPr sz="3300" b="0" i="0" u="none" strike="noStrike" cap="none">
              <a:solidFill>
                <a:schemeClr val="lt1"/>
              </a:solidFill>
              <a:latin typeface="Nunito ExtraBold"/>
              <a:ea typeface="Nunito ExtraBold"/>
              <a:cs typeface="Nunito ExtraBold"/>
              <a:sym typeface="Nunito ExtraBold"/>
            </a:endParaRPr>
          </a:p>
        </p:txBody>
      </p:sp>
      <p:pic>
        <p:nvPicPr>
          <p:cNvPr id="173" name="Google Shape;173;p38"/>
          <p:cNvPicPr preferRelativeResize="0"/>
          <p:nvPr/>
        </p:nvPicPr>
        <p:blipFill rotWithShape="1">
          <a:blip r:embed="rId3">
            <a:alphaModFix/>
          </a:blip>
          <a:srcRect/>
          <a:stretch/>
        </p:blipFill>
        <p:spPr>
          <a:xfrm>
            <a:off x="421875" y="769949"/>
            <a:ext cx="3071452" cy="1261275"/>
          </a:xfrm>
          <a:prstGeom prst="rect">
            <a:avLst/>
          </a:prstGeom>
          <a:noFill/>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4"/>
        <p:cNvGrpSpPr/>
        <p:nvPr/>
      </p:nvGrpSpPr>
      <p:grpSpPr>
        <a:xfrm>
          <a:off x="0" y="0"/>
          <a:ext cx="0" cy="0"/>
          <a:chOff x="0" y="0"/>
          <a:chExt cx="0" cy="0"/>
        </a:xfrm>
      </p:grpSpPr>
      <p:sp>
        <p:nvSpPr>
          <p:cNvPr id="175" name="Google Shape;175;p39"/>
          <p:cNvSpPr txBox="1">
            <a:spLocks noGrp="1"/>
          </p:cNvSpPr>
          <p:nvPr>
            <p:ph type="ctrTitle"/>
          </p:nvPr>
        </p:nvSpPr>
        <p:spPr>
          <a:xfrm>
            <a:off x="1260908" y="717750"/>
            <a:ext cx="6622200" cy="20526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1pPr>
            <a:lvl2pPr lvl="1"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2pPr>
            <a:lvl3pPr lvl="2"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3pPr>
            <a:lvl4pPr lvl="3"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4pPr>
            <a:lvl5pPr lvl="4"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5pPr>
            <a:lvl6pPr lvl="5"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6pPr>
            <a:lvl7pPr lvl="6"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7pPr>
            <a:lvl8pPr lvl="7"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8pPr>
            <a:lvl9pPr lvl="8"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9pPr>
          </a:lstStyle>
          <a:p>
            <a:endParaRPr/>
          </a:p>
        </p:txBody>
      </p:sp>
      <p:sp>
        <p:nvSpPr>
          <p:cNvPr id="176" name="Google Shape;176;p39"/>
          <p:cNvSpPr txBox="1">
            <a:spLocks noGrp="1"/>
          </p:cNvSpPr>
          <p:nvPr>
            <p:ph type="subTitle" idx="1"/>
          </p:nvPr>
        </p:nvSpPr>
        <p:spPr>
          <a:xfrm>
            <a:off x="1260902" y="2770350"/>
            <a:ext cx="6622200" cy="792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rgbClr val="434343"/>
              </a:buClr>
              <a:buSzPts val="2600"/>
              <a:buFont typeface="Nunito SemiBold"/>
              <a:buNone/>
              <a:defRPr sz="2600" b="1">
                <a:solidFill>
                  <a:srgbClr val="434343"/>
                </a:solidFill>
                <a:latin typeface="Nunito SemiBold"/>
                <a:ea typeface="Nunito SemiBold"/>
                <a:cs typeface="Nunito SemiBold"/>
                <a:sym typeface="Nunito SemiBold"/>
              </a:defRPr>
            </a:lvl1pPr>
            <a:lvl2pPr lvl="1" algn="l">
              <a:lnSpc>
                <a:spcPct val="100000"/>
              </a:lnSpc>
              <a:spcBef>
                <a:spcPts val="0"/>
              </a:spcBef>
              <a:spcAft>
                <a:spcPts val="0"/>
              </a:spcAft>
              <a:buClr>
                <a:srgbClr val="434343"/>
              </a:buClr>
              <a:buSzPts val="2600"/>
              <a:buFont typeface="Nunito SemiBold"/>
              <a:buNone/>
              <a:defRPr sz="2600" b="1">
                <a:solidFill>
                  <a:srgbClr val="434343"/>
                </a:solidFill>
                <a:latin typeface="Nunito SemiBold"/>
                <a:ea typeface="Nunito SemiBold"/>
                <a:cs typeface="Nunito SemiBold"/>
                <a:sym typeface="Nunito SemiBold"/>
              </a:defRPr>
            </a:lvl2pPr>
            <a:lvl3pPr lvl="2" algn="l">
              <a:lnSpc>
                <a:spcPct val="100000"/>
              </a:lnSpc>
              <a:spcBef>
                <a:spcPts val="0"/>
              </a:spcBef>
              <a:spcAft>
                <a:spcPts val="0"/>
              </a:spcAft>
              <a:buClr>
                <a:srgbClr val="434343"/>
              </a:buClr>
              <a:buSzPts val="2600"/>
              <a:buFont typeface="Nunito SemiBold"/>
              <a:buNone/>
              <a:defRPr sz="2600" b="1">
                <a:solidFill>
                  <a:srgbClr val="434343"/>
                </a:solidFill>
                <a:latin typeface="Nunito SemiBold"/>
                <a:ea typeface="Nunito SemiBold"/>
                <a:cs typeface="Nunito SemiBold"/>
                <a:sym typeface="Nunito SemiBold"/>
              </a:defRPr>
            </a:lvl3pPr>
            <a:lvl4pPr lvl="3" algn="l">
              <a:lnSpc>
                <a:spcPct val="100000"/>
              </a:lnSpc>
              <a:spcBef>
                <a:spcPts val="0"/>
              </a:spcBef>
              <a:spcAft>
                <a:spcPts val="0"/>
              </a:spcAft>
              <a:buClr>
                <a:srgbClr val="434343"/>
              </a:buClr>
              <a:buSzPts val="2600"/>
              <a:buFont typeface="Nunito SemiBold"/>
              <a:buNone/>
              <a:defRPr sz="2600" b="1">
                <a:solidFill>
                  <a:srgbClr val="434343"/>
                </a:solidFill>
                <a:latin typeface="Nunito SemiBold"/>
                <a:ea typeface="Nunito SemiBold"/>
                <a:cs typeface="Nunito SemiBold"/>
                <a:sym typeface="Nunito SemiBold"/>
              </a:defRPr>
            </a:lvl4pPr>
            <a:lvl5pPr lvl="4" algn="l">
              <a:lnSpc>
                <a:spcPct val="100000"/>
              </a:lnSpc>
              <a:spcBef>
                <a:spcPts val="0"/>
              </a:spcBef>
              <a:spcAft>
                <a:spcPts val="0"/>
              </a:spcAft>
              <a:buClr>
                <a:srgbClr val="434343"/>
              </a:buClr>
              <a:buSzPts val="2600"/>
              <a:buFont typeface="Nunito SemiBold"/>
              <a:buNone/>
              <a:defRPr sz="2600" b="1">
                <a:solidFill>
                  <a:srgbClr val="434343"/>
                </a:solidFill>
                <a:latin typeface="Nunito SemiBold"/>
                <a:ea typeface="Nunito SemiBold"/>
                <a:cs typeface="Nunito SemiBold"/>
                <a:sym typeface="Nunito SemiBold"/>
              </a:defRPr>
            </a:lvl5pPr>
            <a:lvl6pPr lvl="5" algn="l">
              <a:lnSpc>
                <a:spcPct val="100000"/>
              </a:lnSpc>
              <a:spcBef>
                <a:spcPts val="0"/>
              </a:spcBef>
              <a:spcAft>
                <a:spcPts val="0"/>
              </a:spcAft>
              <a:buClr>
                <a:srgbClr val="434343"/>
              </a:buClr>
              <a:buSzPts val="2600"/>
              <a:buFont typeface="Nunito SemiBold"/>
              <a:buNone/>
              <a:defRPr sz="2600" b="1">
                <a:solidFill>
                  <a:srgbClr val="434343"/>
                </a:solidFill>
                <a:latin typeface="Nunito SemiBold"/>
                <a:ea typeface="Nunito SemiBold"/>
                <a:cs typeface="Nunito SemiBold"/>
                <a:sym typeface="Nunito SemiBold"/>
              </a:defRPr>
            </a:lvl6pPr>
            <a:lvl7pPr lvl="6" algn="l">
              <a:lnSpc>
                <a:spcPct val="100000"/>
              </a:lnSpc>
              <a:spcBef>
                <a:spcPts val="0"/>
              </a:spcBef>
              <a:spcAft>
                <a:spcPts val="0"/>
              </a:spcAft>
              <a:buClr>
                <a:srgbClr val="434343"/>
              </a:buClr>
              <a:buSzPts val="2600"/>
              <a:buFont typeface="Nunito SemiBold"/>
              <a:buNone/>
              <a:defRPr sz="2600" b="1">
                <a:solidFill>
                  <a:srgbClr val="434343"/>
                </a:solidFill>
                <a:latin typeface="Nunito SemiBold"/>
                <a:ea typeface="Nunito SemiBold"/>
                <a:cs typeface="Nunito SemiBold"/>
                <a:sym typeface="Nunito SemiBold"/>
              </a:defRPr>
            </a:lvl7pPr>
            <a:lvl8pPr lvl="7" algn="l">
              <a:lnSpc>
                <a:spcPct val="100000"/>
              </a:lnSpc>
              <a:spcBef>
                <a:spcPts val="0"/>
              </a:spcBef>
              <a:spcAft>
                <a:spcPts val="0"/>
              </a:spcAft>
              <a:buClr>
                <a:srgbClr val="434343"/>
              </a:buClr>
              <a:buSzPts val="2600"/>
              <a:buFont typeface="Nunito SemiBold"/>
              <a:buNone/>
              <a:defRPr sz="2600" b="1">
                <a:solidFill>
                  <a:srgbClr val="434343"/>
                </a:solidFill>
                <a:latin typeface="Nunito SemiBold"/>
                <a:ea typeface="Nunito SemiBold"/>
                <a:cs typeface="Nunito SemiBold"/>
                <a:sym typeface="Nunito SemiBold"/>
              </a:defRPr>
            </a:lvl8pPr>
            <a:lvl9pPr lvl="8" algn="l">
              <a:lnSpc>
                <a:spcPct val="100000"/>
              </a:lnSpc>
              <a:spcBef>
                <a:spcPts val="0"/>
              </a:spcBef>
              <a:spcAft>
                <a:spcPts val="0"/>
              </a:spcAft>
              <a:buClr>
                <a:srgbClr val="434343"/>
              </a:buClr>
              <a:buSzPts val="2600"/>
              <a:buFont typeface="Nunito SemiBold"/>
              <a:buNone/>
              <a:defRPr sz="2600" b="1">
                <a:solidFill>
                  <a:srgbClr val="434343"/>
                </a:solidFill>
                <a:latin typeface="Nunito SemiBold"/>
                <a:ea typeface="Nunito SemiBold"/>
                <a:cs typeface="Nunito SemiBold"/>
                <a:sym typeface="Nunito SemiBold"/>
              </a:defRPr>
            </a:lvl9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77"/>
        <p:cNvGrpSpPr/>
        <p:nvPr/>
      </p:nvGrpSpPr>
      <p:grpSpPr>
        <a:xfrm>
          <a:off x="0" y="0"/>
          <a:ext cx="0" cy="0"/>
          <a:chOff x="0" y="0"/>
          <a:chExt cx="0" cy="0"/>
        </a:xfrm>
      </p:grpSpPr>
      <p:sp>
        <p:nvSpPr>
          <p:cNvPr id="178" name="Google Shape;178;p40"/>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rgbClr val="0E39A9"/>
              </a:buClr>
              <a:buSzPts val="3600"/>
              <a:buNone/>
              <a:defRPr sz="3600">
                <a:solidFill>
                  <a:srgbClr val="0E39A9"/>
                </a:solidFill>
              </a:defRPr>
            </a:lvl1pPr>
            <a:lvl2pPr lvl="1" algn="l">
              <a:lnSpc>
                <a:spcPct val="100000"/>
              </a:lnSpc>
              <a:spcBef>
                <a:spcPts val="0"/>
              </a:spcBef>
              <a:spcAft>
                <a:spcPts val="0"/>
              </a:spcAft>
              <a:buClr>
                <a:srgbClr val="0E39A9"/>
              </a:buClr>
              <a:buSzPts val="3600"/>
              <a:buNone/>
              <a:defRPr sz="3600">
                <a:solidFill>
                  <a:srgbClr val="0E39A9"/>
                </a:solidFill>
              </a:defRPr>
            </a:lvl2pPr>
            <a:lvl3pPr lvl="2" algn="l">
              <a:lnSpc>
                <a:spcPct val="100000"/>
              </a:lnSpc>
              <a:spcBef>
                <a:spcPts val="0"/>
              </a:spcBef>
              <a:spcAft>
                <a:spcPts val="0"/>
              </a:spcAft>
              <a:buClr>
                <a:srgbClr val="0E39A9"/>
              </a:buClr>
              <a:buSzPts val="3600"/>
              <a:buNone/>
              <a:defRPr sz="3600">
                <a:solidFill>
                  <a:srgbClr val="0E39A9"/>
                </a:solidFill>
              </a:defRPr>
            </a:lvl3pPr>
            <a:lvl4pPr lvl="3" algn="l">
              <a:lnSpc>
                <a:spcPct val="100000"/>
              </a:lnSpc>
              <a:spcBef>
                <a:spcPts val="0"/>
              </a:spcBef>
              <a:spcAft>
                <a:spcPts val="0"/>
              </a:spcAft>
              <a:buClr>
                <a:srgbClr val="0E39A9"/>
              </a:buClr>
              <a:buSzPts val="3600"/>
              <a:buNone/>
              <a:defRPr sz="3600">
                <a:solidFill>
                  <a:srgbClr val="0E39A9"/>
                </a:solidFill>
              </a:defRPr>
            </a:lvl4pPr>
            <a:lvl5pPr lvl="4" algn="l">
              <a:lnSpc>
                <a:spcPct val="100000"/>
              </a:lnSpc>
              <a:spcBef>
                <a:spcPts val="0"/>
              </a:spcBef>
              <a:spcAft>
                <a:spcPts val="0"/>
              </a:spcAft>
              <a:buClr>
                <a:srgbClr val="0E39A9"/>
              </a:buClr>
              <a:buSzPts val="3600"/>
              <a:buNone/>
              <a:defRPr sz="3600">
                <a:solidFill>
                  <a:srgbClr val="0E39A9"/>
                </a:solidFill>
              </a:defRPr>
            </a:lvl5pPr>
            <a:lvl6pPr lvl="5" algn="l">
              <a:lnSpc>
                <a:spcPct val="100000"/>
              </a:lnSpc>
              <a:spcBef>
                <a:spcPts val="0"/>
              </a:spcBef>
              <a:spcAft>
                <a:spcPts val="0"/>
              </a:spcAft>
              <a:buClr>
                <a:srgbClr val="0E39A9"/>
              </a:buClr>
              <a:buSzPts val="3600"/>
              <a:buNone/>
              <a:defRPr sz="3600">
                <a:solidFill>
                  <a:srgbClr val="0E39A9"/>
                </a:solidFill>
              </a:defRPr>
            </a:lvl6pPr>
            <a:lvl7pPr lvl="6" algn="l">
              <a:lnSpc>
                <a:spcPct val="100000"/>
              </a:lnSpc>
              <a:spcBef>
                <a:spcPts val="0"/>
              </a:spcBef>
              <a:spcAft>
                <a:spcPts val="0"/>
              </a:spcAft>
              <a:buClr>
                <a:srgbClr val="0E39A9"/>
              </a:buClr>
              <a:buSzPts val="3600"/>
              <a:buNone/>
              <a:defRPr sz="3600">
                <a:solidFill>
                  <a:srgbClr val="0E39A9"/>
                </a:solidFill>
              </a:defRPr>
            </a:lvl7pPr>
            <a:lvl8pPr lvl="7" algn="l">
              <a:lnSpc>
                <a:spcPct val="100000"/>
              </a:lnSpc>
              <a:spcBef>
                <a:spcPts val="0"/>
              </a:spcBef>
              <a:spcAft>
                <a:spcPts val="0"/>
              </a:spcAft>
              <a:buClr>
                <a:srgbClr val="0E39A9"/>
              </a:buClr>
              <a:buSzPts val="3600"/>
              <a:buNone/>
              <a:defRPr sz="3600">
                <a:solidFill>
                  <a:srgbClr val="0E39A9"/>
                </a:solidFill>
              </a:defRPr>
            </a:lvl8pPr>
            <a:lvl9pPr lvl="8" algn="l">
              <a:lnSpc>
                <a:spcPct val="100000"/>
              </a:lnSpc>
              <a:spcBef>
                <a:spcPts val="0"/>
              </a:spcBef>
              <a:spcAft>
                <a:spcPts val="0"/>
              </a:spcAft>
              <a:buClr>
                <a:srgbClr val="0E39A9"/>
              </a:buClr>
              <a:buSzPts val="3600"/>
              <a:buNone/>
              <a:defRPr sz="3600">
                <a:solidFill>
                  <a:srgbClr val="0E39A9"/>
                </a:solidFill>
              </a:defRPr>
            </a:lvl9pPr>
          </a:lstStyle>
          <a:p>
            <a:endParaRPr/>
          </a:p>
        </p:txBody>
      </p:sp>
      <p:sp>
        <p:nvSpPr>
          <p:cNvPr id="179" name="Google Shape;179;p40"/>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80"/>
        <p:cNvGrpSpPr/>
        <p:nvPr/>
      </p:nvGrpSpPr>
      <p:grpSpPr>
        <a:xfrm>
          <a:off x="0" y="0"/>
          <a:ext cx="0" cy="0"/>
          <a:chOff x="0" y="0"/>
          <a:chExt cx="0" cy="0"/>
        </a:xfrm>
      </p:grpSpPr>
      <p:sp>
        <p:nvSpPr>
          <p:cNvPr id="181" name="Google Shape;181;p41"/>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182" name="Google Shape;182;p41"/>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lvl1pPr marL="457200" lvl="0" indent="-323850" algn="l">
              <a:lnSpc>
                <a:spcPct val="115000"/>
              </a:lnSpc>
              <a:spcBef>
                <a:spcPts val="0"/>
              </a:spcBef>
              <a:spcAft>
                <a:spcPts val="0"/>
              </a:spcAft>
              <a:buSzPts val="1500"/>
              <a:buFont typeface="Nunito"/>
              <a:buChar char="●"/>
              <a:defRPr>
                <a:latin typeface="Nunito"/>
                <a:ea typeface="Nunito"/>
                <a:cs typeface="Nunito"/>
                <a:sym typeface="Nunito"/>
              </a:defRPr>
            </a:lvl1pPr>
            <a:lvl2pPr marL="914400" lvl="1" indent="-311150" algn="l">
              <a:lnSpc>
                <a:spcPct val="115000"/>
              </a:lnSpc>
              <a:spcBef>
                <a:spcPts val="1600"/>
              </a:spcBef>
              <a:spcAft>
                <a:spcPts val="0"/>
              </a:spcAft>
              <a:buSzPts val="1300"/>
              <a:buFont typeface="Nunito"/>
              <a:buChar char="○"/>
              <a:defRPr>
                <a:latin typeface="Nunito"/>
                <a:ea typeface="Nunito"/>
                <a:cs typeface="Nunito"/>
                <a:sym typeface="Nunito"/>
              </a:defRPr>
            </a:lvl2pPr>
            <a:lvl3pPr marL="1371600" lvl="2" indent="-304800" algn="l">
              <a:lnSpc>
                <a:spcPct val="115000"/>
              </a:lnSpc>
              <a:spcBef>
                <a:spcPts val="1600"/>
              </a:spcBef>
              <a:spcAft>
                <a:spcPts val="0"/>
              </a:spcAft>
              <a:buSzPts val="1200"/>
              <a:buFont typeface="Nunito"/>
              <a:buChar char="■"/>
              <a:defRPr>
                <a:latin typeface="Nunito"/>
                <a:ea typeface="Nunito"/>
                <a:cs typeface="Nunito"/>
                <a:sym typeface="Nunito"/>
              </a:defRPr>
            </a:lvl3pPr>
            <a:lvl4pPr marL="1828800" lvl="3" indent="-298450" algn="l">
              <a:lnSpc>
                <a:spcPct val="115000"/>
              </a:lnSpc>
              <a:spcBef>
                <a:spcPts val="1600"/>
              </a:spcBef>
              <a:spcAft>
                <a:spcPts val="0"/>
              </a:spcAft>
              <a:buSzPts val="1100"/>
              <a:buFont typeface="Nunito"/>
              <a:buChar char="●"/>
              <a:defRPr>
                <a:latin typeface="Nunito"/>
                <a:ea typeface="Nunito"/>
                <a:cs typeface="Nunito"/>
                <a:sym typeface="Nunito"/>
              </a:defRPr>
            </a:lvl4pPr>
            <a:lvl5pPr marL="2286000" lvl="4" indent="-292100" algn="l">
              <a:lnSpc>
                <a:spcPct val="115000"/>
              </a:lnSpc>
              <a:spcBef>
                <a:spcPts val="1600"/>
              </a:spcBef>
              <a:spcAft>
                <a:spcPts val="0"/>
              </a:spcAft>
              <a:buSzPts val="1000"/>
              <a:buFont typeface="Nunito"/>
              <a:buChar char="○"/>
              <a:defRPr>
                <a:latin typeface="Nunito"/>
                <a:ea typeface="Nunito"/>
                <a:cs typeface="Nunito"/>
                <a:sym typeface="Nunito"/>
              </a:defRPr>
            </a:lvl5pPr>
            <a:lvl6pPr marL="2743200" lvl="5" indent="-285750" algn="l">
              <a:lnSpc>
                <a:spcPct val="115000"/>
              </a:lnSpc>
              <a:spcBef>
                <a:spcPts val="1600"/>
              </a:spcBef>
              <a:spcAft>
                <a:spcPts val="0"/>
              </a:spcAft>
              <a:buSzPts val="900"/>
              <a:buFont typeface="Nunito"/>
              <a:buChar char="■"/>
              <a:defRPr>
                <a:latin typeface="Nunito"/>
                <a:ea typeface="Nunito"/>
                <a:cs typeface="Nunito"/>
                <a:sym typeface="Nunito"/>
              </a:defRPr>
            </a:lvl6pPr>
            <a:lvl7pPr marL="3200400" lvl="6" indent="-279400" algn="l">
              <a:lnSpc>
                <a:spcPct val="115000"/>
              </a:lnSpc>
              <a:spcBef>
                <a:spcPts val="1600"/>
              </a:spcBef>
              <a:spcAft>
                <a:spcPts val="0"/>
              </a:spcAft>
              <a:buSzPts val="800"/>
              <a:buFont typeface="Nunito"/>
              <a:buChar char="●"/>
              <a:defRPr>
                <a:latin typeface="Nunito"/>
                <a:ea typeface="Nunito"/>
                <a:cs typeface="Nunito"/>
                <a:sym typeface="Nunito"/>
              </a:defRPr>
            </a:lvl7pPr>
            <a:lvl8pPr marL="3657600" lvl="7" indent="-273050" algn="l">
              <a:lnSpc>
                <a:spcPct val="115000"/>
              </a:lnSpc>
              <a:spcBef>
                <a:spcPts val="1600"/>
              </a:spcBef>
              <a:spcAft>
                <a:spcPts val="0"/>
              </a:spcAft>
              <a:buSzPts val="700"/>
              <a:buFont typeface="Nunito"/>
              <a:buChar char="○"/>
              <a:defRPr>
                <a:latin typeface="Nunito"/>
                <a:ea typeface="Nunito"/>
                <a:cs typeface="Nunito"/>
                <a:sym typeface="Nunito"/>
              </a:defRPr>
            </a:lvl8pPr>
            <a:lvl9pPr marL="4114800" lvl="8" indent="-266700" algn="l">
              <a:lnSpc>
                <a:spcPct val="115000"/>
              </a:lnSpc>
              <a:spcBef>
                <a:spcPts val="1600"/>
              </a:spcBef>
              <a:spcAft>
                <a:spcPts val="1600"/>
              </a:spcAft>
              <a:buSzPts val="600"/>
              <a:buFont typeface="Nunito"/>
              <a:buChar char="■"/>
              <a:defRPr>
                <a:latin typeface="Nunito"/>
                <a:ea typeface="Nunito"/>
                <a:cs typeface="Nunito"/>
                <a:sym typeface="Nunito"/>
              </a:defRPr>
            </a:lvl9pPr>
          </a:lstStyle>
          <a:p>
            <a:endParaRPr/>
          </a:p>
        </p:txBody>
      </p:sp>
      <p:sp>
        <p:nvSpPr>
          <p:cNvPr id="183" name="Google Shape;183;p41"/>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and Table">
  <p:cSld name="CUSTOM">
    <p:spTree>
      <p:nvGrpSpPr>
        <p:cNvPr id="1" name="Shape 184"/>
        <p:cNvGrpSpPr/>
        <p:nvPr/>
      </p:nvGrpSpPr>
      <p:grpSpPr>
        <a:xfrm>
          <a:off x="0" y="0"/>
          <a:ext cx="0" cy="0"/>
          <a:chOff x="0" y="0"/>
          <a:chExt cx="0" cy="0"/>
        </a:xfrm>
      </p:grpSpPr>
      <p:sp>
        <p:nvSpPr>
          <p:cNvPr id="185" name="Google Shape;185;p42"/>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graphicFrame>
        <p:nvGraphicFramePr>
          <p:cNvPr id="186" name="Google Shape;186;p42"/>
          <p:cNvGraphicFramePr/>
          <p:nvPr/>
        </p:nvGraphicFramePr>
        <p:xfrm>
          <a:off x="201942" y="833662"/>
          <a:ext cx="3000000" cy="3000000"/>
        </p:xfrm>
        <a:graphic>
          <a:graphicData uri="http://schemas.openxmlformats.org/drawingml/2006/table">
            <a:tbl>
              <a:tblPr firstRow="1" bandRow="1">
                <a:noFill/>
                <a:tableStyleId>{11B3D4AF-D05D-46CC-AD48-3D6A0D768892}</a:tableStyleId>
              </a:tblPr>
              <a:tblGrid>
                <a:gridCol w="883125">
                  <a:extLst>
                    <a:ext uri="{9D8B030D-6E8A-4147-A177-3AD203B41FA5}">
                      <a16:colId xmlns:a16="http://schemas.microsoft.com/office/drawing/2014/main" val="20000"/>
                    </a:ext>
                  </a:extLst>
                </a:gridCol>
                <a:gridCol w="3886050">
                  <a:extLst>
                    <a:ext uri="{9D8B030D-6E8A-4147-A177-3AD203B41FA5}">
                      <a16:colId xmlns:a16="http://schemas.microsoft.com/office/drawing/2014/main" val="20001"/>
                    </a:ext>
                  </a:extLst>
                </a:gridCol>
                <a:gridCol w="3886050">
                  <a:extLst>
                    <a:ext uri="{9D8B030D-6E8A-4147-A177-3AD203B41FA5}">
                      <a16:colId xmlns:a16="http://schemas.microsoft.com/office/drawing/2014/main" val="20002"/>
                    </a:ext>
                  </a:extLst>
                </a:gridCol>
              </a:tblGrid>
              <a:tr h="673575">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Nunito"/>
                          <a:ea typeface="Nunito"/>
                          <a:cs typeface="Nunito"/>
                          <a:sym typeface="Nunito"/>
                        </a:rPr>
                        <a:t>Cluster</a:t>
                      </a:r>
                      <a:endParaRPr sz="14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Nunito"/>
                          <a:ea typeface="Nunito"/>
                          <a:cs typeface="Nunito"/>
                          <a:sym typeface="Nunito"/>
                        </a:rPr>
                        <a:t>Cluster Profile </a:t>
                      </a:r>
                      <a:endParaRPr sz="14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Nunito"/>
                          <a:ea typeface="Nunito"/>
                          <a:cs typeface="Nunito"/>
                          <a:sym typeface="Nunito"/>
                        </a:rPr>
                        <a:t>Business Insights for Marketing Team</a:t>
                      </a:r>
                      <a:endParaRPr sz="14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0"/>
                  </a:ext>
                </a:extLst>
              </a:tr>
              <a:tr h="75332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1</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High value customers who have many credit cards and prefer to engage online</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Engage Online – Set up priority calling in lines – Upsell and Cross sell premium products</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1"/>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2</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baseline="30000">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2"/>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3</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3"/>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4"/>
                  </a:ext>
                </a:extLst>
              </a:tr>
            </a:tbl>
          </a:graphicData>
        </a:graphic>
      </p:graphicFrame>
      <p:sp>
        <p:nvSpPr>
          <p:cNvPr id="187" name="Google Shape;187;p42"/>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88"/>
        <p:cNvGrpSpPr/>
        <p:nvPr/>
      </p:nvGrpSpPr>
      <p:grpSpPr>
        <a:xfrm>
          <a:off x="0" y="0"/>
          <a:ext cx="0" cy="0"/>
          <a:chOff x="0" y="0"/>
          <a:chExt cx="0" cy="0"/>
        </a:xfrm>
      </p:grpSpPr>
      <p:sp>
        <p:nvSpPr>
          <p:cNvPr id="189" name="Google Shape;189;p43"/>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190" name="Google Shape;190;p43"/>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191" name="Google Shape;191;p43"/>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192" name="Google Shape;192;p43"/>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93"/>
        <p:cNvGrpSpPr/>
        <p:nvPr/>
      </p:nvGrpSpPr>
      <p:grpSpPr>
        <a:xfrm>
          <a:off x="0" y="0"/>
          <a:ext cx="0" cy="0"/>
          <a:chOff x="0" y="0"/>
          <a:chExt cx="0" cy="0"/>
        </a:xfrm>
      </p:grpSpPr>
      <p:sp>
        <p:nvSpPr>
          <p:cNvPr id="194" name="Google Shape;194;p44"/>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195" name="Google Shape;195;p44"/>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96"/>
        <p:cNvGrpSpPr/>
        <p:nvPr/>
      </p:nvGrpSpPr>
      <p:grpSpPr>
        <a:xfrm>
          <a:off x="0" y="0"/>
          <a:ext cx="0" cy="0"/>
          <a:chOff x="0" y="0"/>
          <a:chExt cx="0" cy="0"/>
        </a:xfrm>
      </p:grpSpPr>
      <p:sp>
        <p:nvSpPr>
          <p:cNvPr id="197" name="Google Shape;197;p45"/>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198" name="Google Shape;198;p45"/>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99"/>
        <p:cNvGrpSpPr/>
        <p:nvPr/>
      </p:nvGrpSpPr>
      <p:grpSpPr>
        <a:xfrm>
          <a:off x="0" y="0"/>
          <a:ext cx="0" cy="0"/>
          <a:chOff x="0" y="0"/>
          <a:chExt cx="0" cy="0"/>
        </a:xfrm>
      </p:grpSpPr>
      <p:sp>
        <p:nvSpPr>
          <p:cNvPr id="200" name="Google Shape;200;p46"/>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1" name="Google Shape;201;p46"/>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202" name="Google Shape;202;p46"/>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203" name="Google Shape;203;p46"/>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Autofit/>
          </a:bodyPr>
          <a:lstStyle>
            <a:lvl1pPr marL="457200" lvl="0" indent="-323850" algn="l">
              <a:lnSpc>
                <a:spcPct val="115000"/>
              </a:lnSpc>
              <a:spcBef>
                <a:spcPts val="0"/>
              </a:spcBef>
              <a:spcAft>
                <a:spcPts val="0"/>
              </a:spcAft>
              <a:buSzPts val="1500"/>
              <a:buChar char="●"/>
              <a:defRPr/>
            </a:lvl1pPr>
            <a:lvl2pPr marL="914400" lvl="1" indent="-311150" algn="l">
              <a:lnSpc>
                <a:spcPct val="115000"/>
              </a:lnSpc>
              <a:spcBef>
                <a:spcPts val="1600"/>
              </a:spcBef>
              <a:spcAft>
                <a:spcPts val="0"/>
              </a:spcAft>
              <a:buSzPts val="1300"/>
              <a:buChar char="○"/>
              <a:defRPr/>
            </a:lvl2pPr>
            <a:lvl3pPr marL="1371600" lvl="2" indent="-304800" algn="l">
              <a:lnSpc>
                <a:spcPct val="115000"/>
              </a:lnSpc>
              <a:spcBef>
                <a:spcPts val="1600"/>
              </a:spcBef>
              <a:spcAft>
                <a:spcPts val="0"/>
              </a:spcAft>
              <a:buSzPts val="1200"/>
              <a:buChar char="■"/>
              <a:defRPr/>
            </a:lvl3pPr>
            <a:lvl4pPr marL="1828800" lvl="3" indent="-298450" algn="l">
              <a:lnSpc>
                <a:spcPct val="115000"/>
              </a:lnSpc>
              <a:spcBef>
                <a:spcPts val="1600"/>
              </a:spcBef>
              <a:spcAft>
                <a:spcPts val="0"/>
              </a:spcAft>
              <a:buSzPts val="1100"/>
              <a:buChar char="●"/>
              <a:defRPr/>
            </a:lvl4pPr>
            <a:lvl5pPr marL="2286000" lvl="4" indent="-292100" algn="l">
              <a:lnSpc>
                <a:spcPct val="115000"/>
              </a:lnSpc>
              <a:spcBef>
                <a:spcPts val="1600"/>
              </a:spcBef>
              <a:spcAft>
                <a:spcPts val="0"/>
              </a:spcAft>
              <a:buSzPts val="1000"/>
              <a:buChar char="○"/>
              <a:defRPr/>
            </a:lvl5pPr>
            <a:lvl6pPr marL="2743200" lvl="5" indent="-285750" algn="l">
              <a:lnSpc>
                <a:spcPct val="115000"/>
              </a:lnSpc>
              <a:spcBef>
                <a:spcPts val="1600"/>
              </a:spcBef>
              <a:spcAft>
                <a:spcPts val="0"/>
              </a:spcAft>
              <a:buSzPts val="900"/>
              <a:buChar char="■"/>
              <a:defRPr/>
            </a:lvl6pPr>
            <a:lvl7pPr marL="3200400" lvl="6" indent="-279400" algn="l">
              <a:lnSpc>
                <a:spcPct val="115000"/>
              </a:lnSpc>
              <a:spcBef>
                <a:spcPts val="1600"/>
              </a:spcBef>
              <a:spcAft>
                <a:spcPts val="0"/>
              </a:spcAft>
              <a:buSzPts val="800"/>
              <a:buChar char="●"/>
              <a:defRPr/>
            </a:lvl7pPr>
            <a:lvl8pPr marL="3657600" lvl="7" indent="-273050" algn="l">
              <a:lnSpc>
                <a:spcPct val="115000"/>
              </a:lnSpc>
              <a:spcBef>
                <a:spcPts val="1600"/>
              </a:spcBef>
              <a:spcAft>
                <a:spcPts val="0"/>
              </a:spcAft>
              <a:buSzPts val="700"/>
              <a:buChar char="○"/>
              <a:defRPr/>
            </a:lvl8pPr>
            <a:lvl9pPr marL="4114800" lvl="8" indent="-266700" algn="l">
              <a:lnSpc>
                <a:spcPct val="115000"/>
              </a:lnSpc>
              <a:spcBef>
                <a:spcPts val="1600"/>
              </a:spcBef>
              <a:spcAft>
                <a:spcPts val="1600"/>
              </a:spcAft>
              <a:buSzPts val="600"/>
              <a:buChar char="■"/>
              <a:defRPr/>
            </a:lvl9pPr>
          </a:lstStyle>
          <a:p>
            <a:endParaRPr/>
          </a:p>
        </p:txBody>
      </p:sp>
      <p:sp>
        <p:nvSpPr>
          <p:cNvPr id="204" name="Google Shape;204;p46"/>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05"/>
        <p:cNvGrpSpPr/>
        <p:nvPr/>
      </p:nvGrpSpPr>
      <p:grpSpPr>
        <a:xfrm>
          <a:off x="0" y="0"/>
          <a:ext cx="0" cy="0"/>
          <a:chOff x="0" y="0"/>
          <a:chExt cx="0" cy="0"/>
        </a:xfrm>
      </p:grpSpPr>
      <p:sp>
        <p:nvSpPr>
          <p:cNvPr id="206" name="Google Shape;206;p47"/>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1.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image" Target="../media/image1.png"/><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theme" Target="../theme/theme2.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434343"/>
              </a:buClr>
              <a:buSzPts val="2200"/>
              <a:buFont typeface="Nunito"/>
              <a:buNone/>
              <a:defRPr sz="2200" b="1" i="0" u="none" strike="noStrike" cap="none">
                <a:solidFill>
                  <a:srgbClr val="434343"/>
                </a:solidFill>
                <a:latin typeface="Nunito"/>
                <a:ea typeface="Nunito"/>
                <a:cs typeface="Nunito"/>
                <a:sym typeface="Nunito"/>
              </a:defRPr>
            </a:lvl1pPr>
            <a:lvl2pPr marR="0" lvl="1"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2pPr>
            <a:lvl3pPr marR="0" lvl="2"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3pPr>
            <a:lvl4pPr marR="0" lvl="3"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4pPr>
            <a:lvl5pPr marR="0" lvl="4"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5pPr>
            <a:lvl6pPr marR="0" lvl="5"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6pPr>
            <a:lvl7pPr marR="0" lvl="6"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7pPr>
            <a:lvl8pPr marR="0" lvl="7"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8pPr>
            <a:lvl9pPr marR="0" lvl="8"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9pPr>
          </a:lstStyle>
          <a:p>
            <a:endParaRPr/>
          </a:p>
        </p:txBody>
      </p:sp>
      <p:sp>
        <p:nvSpPr>
          <p:cNvPr id="52" name="Google Shape;52;p13"/>
          <p:cNvSpPr txBox="1">
            <a:spLocks noGrp="1"/>
          </p:cNvSpPr>
          <p:nvPr>
            <p:ph type="body" idx="1"/>
          </p:nvPr>
        </p:nvSpPr>
        <p:spPr>
          <a:xfrm>
            <a:off x="311700" y="861075"/>
            <a:ext cx="8520600" cy="3416400"/>
          </a:xfrm>
          <a:prstGeom prst="rect">
            <a:avLst/>
          </a:prstGeom>
          <a:noFill/>
          <a:ln>
            <a:noFill/>
          </a:ln>
        </p:spPr>
        <p:txBody>
          <a:bodyPr spcFirstLastPara="1" wrap="square" lIns="91425" tIns="91425" rIns="91425" bIns="91425" anchor="t" anchorCtr="0">
            <a:noAutofit/>
          </a:bodyPr>
          <a:lstStyle>
            <a:lvl1pPr marL="457200" marR="0" lvl="0" indent="-323850" algn="l" rtl="0">
              <a:lnSpc>
                <a:spcPct val="115000"/>
              </a:lnSpc>
              <a:spcBef>
                <a:spcPts val="0"/>
              </a:spcBef>
              <a:spcAft>
                <a:spcPts val="0"/>
              </a:spcAft>
              <a:buClr>
                <a:schemeClr val="dk2"/>
              </a:buClr>
              <a:buSzPts val="1500"/>
              <a:buFont typeface="Nunito"/>
              <a:buChar char="●"/>
              <a:defRPr sz="1500" b="0" i="0" u="none" strike="noStrike" cap="none">
                <a:solidFill>
                  <a:schemeClr val="dk2"/>
                </a:solidFill>
                <a:latin typeface="Nunito"/>
                <a:ea typeface="Nunito"/>
                <a:cs typeface="Nunito"/>
                <a:sym typeface="Nunito"/>
              </a:defRPr>
            </a:lvl1pPr>
            <a:lvl2pPr marL="914400" marR="0" lvl="1" indent="-311150" algn="l" rtl="0">
              <a:lnSpc>
                <a:spcPct val="115000"/>
              </a:lnSpc>
              <a:spcBef>
                <a:spcPts val="1600"/>
              </a:spcBef>
              <a:spcAft>
                <a:spcPts val="0"/>
              </a:spcAft>
              <a:buClr>
                <a:schemeClr val="dk2"/>
              </a:buClr>
              <a:buSzPts val="1300"/>
              <a:buFont typeface="Nunito"/>
              <a:buChar char="○"/>
              <a:defRPr sz="1300" b="0" i="0" u="none" strike="noStrike" cap="none">
                <a:solidFill>
                  <a:schemeClr val="dk2"/>
                </a:solidFill>
                <a:latin typeface="Nunito"/>
                <a:ea typeface="Nunito"/>
                <a:cs typeface="Nunito"/>
                <a:sym typeface="Nunito"/>
              </a:defRPr>
            </a:lvl2pPr>
            <a:lvl3pPr marL="1371600" marR="0" lvl="2" indent="-304800" algn="l" rtl="0">
              <a:lnSpc>
                <a:spcPct val="115000"/>
              </a:lnSpc>
              <a:spcBef>
                <a:spcPts val="1600"/>
              </a:spcBef>
              <a:spcAft>
                <a:spcPts val="0"/>
              </a:spcAft>
              <a:buClr>
                <a:schemeClr val="dk2"/>
              </a:buClr>
              <a:buSzPts val="1200"/>
              <a:buFont typeface="Nunito"/>
              <a:buChar char="■"/>
              <a:defRPr sz="1200" b="0" i="0" u="none" strike="noStrike" cap="none">
                <a:solidFill>
                  <a:schemeClr val="dk2"/>
                </a:solidFill>
                <a:latin typeface="Nunito"/>
                <a:ea typeface="Nunito"/>
                <a:cs typeface="Nunito"/>
                <a:sym typeface="Nunito"/>
              </a:defRPr>
            </a:lvl3pPr>
            <a:lvl4pPr marL="1828800" marR="0" lvl="3" indent="-298450" algn="l" rtl="0">
              <a:lnSpc>
                <a:spcPct val="115000"/>
              </a:lnSpc>
              <a:spcBef>
                <a:spcPts val="1600"/>
              </a:spcBef>
              <a:spcAft>
                <a:spcPts val="0"/>
              </a:spcAft>
              <a:buClr>
                <a:schemeClr val="dk2"/>
              </a:buClr>
              <a:buSzPts val="1100"/>
              <a:buFont typeface="Nunito"/>
              <a:buChar char="●"/>
              <a:defRPr sz="1100" b="0" i="0" u="none" strike="noStrike" cap="none">
                <a:solidFill>
                  <a:schemeClr val="dk2"/>
                </a:solidFill>
                <a:latin typeface="Nunito"/>
                <a:ea typeface="Nunito"/>
                <a:cs typeface="Nunito"/>
                <a:sym typeface="Nunito"/>
              </a:defRPr>
            </a:lvl4pPr>
            <a:lvl5pPr marL="2286000" marR="0" lvl="4" indent="-292100" algn="l" rtl="0">
              <a:lnSpc>
                <a:spcPct val="115000"/>
              </a:lnSpc>
              <a:spcBef>
                <a:spcPts val="1600"/>
              </a:spcBef>
              <a:spcAft>
                <a:spcPts val="0"/>
              </a:spcAft>
              <a:buClr>
                <a:schemeClr val="dk2"/>
              </a:buClr>
              <a:buSzPts val="1000"/>
              <a:buFont typeface="Nunito"/>
              <a:buChar char="○"/>
              <a:defRPr sz="1000" b="0" i="0" u="none" strike="noStrike" cap="none">
                <a:solidFill>
                  <a:schemeClr val="dk2"/>
                </a:solidFill>
                <a:latin typeface="Nunito"/>
                <a:ea typeface="Nunito"/>
                <a:cs typeface="Nunito"/>
                <a:sym typeface="Nunito"/>
              </a:defRPr>
            </a:lvl5pPr>
            <a:lvl6pPr marL="2743200" marR="0" lvl="5" indent="-285750" algn="l" rtl="0">
              <a:lnSpc>
                <a:spcPct val="115000"/>
              </a:lnSpc>
              <a:spcBef>
                <a:spcPts val="1600"/>
              </a:spcBef>
              <a:spcAft>
                <a:spcPts val="0"/>
              </a:spcAft>
              <a:buClr>
                <a:schemeClr val="dk2"/>
              </a:buClr>
              <a:buSzPts val="900"/>
              <a:buFont typeface="Nunito"/>
              <a:buChar char="■"/>
              <a:defRPr sz="900" b="0" i="0" u="none" strike="noStrike" cap="none">
                <a:solidFill>
                  <a:schemeClr val="dk2"/>
                </a:solidFill>
                <a:latin typeface="Nunito"/>
                <a:ea typeface="Nunito"/>
                <a:cs typeface="Nunito"/>
                <a:sym typeface="Nunito"/>
              </a:defRPr>
            </a:lvl6pPr>
            <a:lvl7pPr marL="3200400" marR="0" lvl="6" indent="-279400" algn="l" rtl="0">
              <a:lnSpc>
                <a:spcPct val="115000"/>
              </a:lnSpc>
              <a:spcBef>
                <a:spcPts val="1600"/>
              </a:spcBef>
              <a:spcAft>
                <a:spcPts val="0"/>
              </a:spcAft>
              <a:buClr>
                <a:schemeClr val="dk2"/>
              </a:buClr>
              <a:buSzPts val="800"/>
              <a:buFont typeface="Nunito"/>
              <a:buChar char="●"/>
              <a:defRPr sz="800" b="0" i="0" u="none" strike="noStrike" cap="none">
                <a:solidFill>
                  <a:schemeClr val="dk2"/>
                </a:solidFill>
                <a:latin typeface="Nunito"/>
                <a:ea typeface="Nunito"/>
                <a:cs typeface="Nunito"/>
                <a:sym typeface="Nunito"/>
              </a:defRPr>
            </a:lvl7pPr>
            <a:lvl8pPr marL="3657600" marR="0" lvl="7" indent="-273050" algn="l" rtl="0">
              <a:lnSpc>
                <a:spcPct val="115000"/>
              </a:lnSpc>
              <a:spcBef>
                <a:spcPts val="1600"/>
              </a:spcBef>
              <a:spcAft>
                <a:spcPts val="0"/>
              </a:spcAft>
              <a:buClr>
                <a:schemeClr val="dk2"/>
              </a:buClr>
              <a:buSzPts val="700"/>
              <a:buFont typeface="Nunito"/>
              <a:buChar char="○"/>
              <a:defRPr sz="700" b="0" i="0" u="none" strike="noStrike" cap="none">
                <a:solidFill>
                  <a:schemeClr val="dk2"/>
                </a:solidFill>
                <a:latin typeface="Nunito"/>
                <a:ea typeface="Nunito"/>
                <a:cs typeface="Nunito"/>
                <a:sym typeface="Nunito"/>
              </a:defRPr>
            </a:lvl8pPr>
            <a:lvl9pPr marL="4114800" marR="0" lvl="8" indent="-266700" algn="l" rtl="0">
              <a:lnSpc>
                <a:spcPct val="115000"/>
              </a:lnSpc>
              <a:spcBef>
                <a:spcPts val="1600"/>
              </a:spcBef>
              <a:spcAft>
                <a:spcPts val="1600"/>
              </a:spcAft>
              <a:buClr>
                <a:schemeClr val="dk2"/>
              </a:buClr>
              <a:buSzPts val="600"/>
              <a:buFont typeface="Nunito"/>
              <a:buChar char="■"/>
              <a:defRPr sz="600" b="0" i="0" u="none" strike="noStrike" cap="none">
                <a:solidFill>
                  <a:schemeClr val="dk2"/>
                </a:solidFill>
                <a:latin typeface="Nunito"/>
                <a:ea typeface="Nunito"/>
                <a:cs typeface="Nunito"/>
                <a:sym typeface="Nunito"/>
              </a:defRPr>
            </a:lvl9pPr>
          </a:lstStyle>
          <a:p>
            <a:endParaRPr/>
          </a:p>
        </p:txBody>
      </p:sp>
      <p:sp>
        <p:nvSpPr>
          <p:cNvPr id="53" name="Google Shape;53;p13"/>
          <p:cNvSpPr txBox="1"/>
          <p:nvPr/>
        </p:nvSpPr>
        <p:spPr>
          <a:xfrm>
            <a:off x="2234400" y="4917657"/>
            <a:ext cx="4675200" cy="275700"/>
          </a:xfrm>
          <a:prstGeom prst="rect">
            <a:avLst/>
          </a:prstGeom>
          <a:noFill/>
          <a:ln>
            <a:noFill/>
          </a:ln>
        </p:spPr>
        <p:txBody>
          <a:bodyPr spcFirstLastPara="1" wrap="square" lIns="91425" tIns="91425" rIns="91425" bIns="91425" anchor="t" anchorCtr="0">
            <a:noAutofit/>
          </a:bodyPr>
          <a:lstStyle/>
          <a:p>
            <a:pPr marL="12700" marR="0" lvl="0" indent="0" algn="ctr" rtl="0">
              <a:lnSpc>
                <a:spcPct val="102500"/>
              </a:lnSpc>
              <a:spcBef>
                <a:spcPts val="0"/>
              </a:spcBef>
              <a:spcAft>
                <a:spcPts val="0"/>
              </a:spcAft>
              <a:buClr>
                <a:srgbClr val="000000"/>
              </a:buClr>
              <a:buSzPts val="700"/>
              <a:buFont typeface="Arial"/>
              <a:buNone/>
            </a:pPr>
            <a:r>
              <a:rPr lang="en" sz="700" b="1" i="0" u="none" strike="noStrike" cap="none">
                <a:solidFill>
                  <a:srgbClr val="434343"/>
                </a:solidFill>
                <a:latin typeface="Nunito"/>
                <a:ea typeface="Nunito"/>
                <a:cs typeface="Nunito"/>
                <a:sym typeface="Nunito"/>
              </a:rPr>
              <a:t>Proprietary content. © Great Learning. All Rights Reserved. Unauthorized use or distribution prohibited.</a:t>
            </a:r>
            <a:endParaRPr sz="700" b="1" i="0" u="none" strike="noStrike" cap="none">
              <a:solidFill>
                <a:srgbClr val="434343"/>
              </a:solidFill>
              <a:latin typeface="Nunito"/>
              <a:ea typeface="Nunito"/>
              <a:cs typeface="Nunito"/>
              <a:sym typeface="Nunito"/>
            </a:endParaRPr>
          </a:p>
        </p:txBody>
      </p:sp>
      <p:sp>
        <p:nvSpPr>
          <p:cNvPr id="54" name="Google Shape;54;p13"/>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pic>
        <p:nvPicPr>
          <p:cNvPr id="55" name="Google Shape;55;p13"/>
          <p:cNvPicPr preferRelativeResize="0"/>
          <p:nvPr/>
        </p:nvPicPr>
        <p:blipFill rotWithShape="1">
          <a:blip r:embed="rId25">
            <a:alphaModFix/>
          </a:blip>
          <a:srcRect/>
          <a:stretch/>
        </p:blipFill>
        <p:spPr>
          <a:xfrm>
            <a:off x="7669500" y="68264"/>
            <a:ext cx="1395476" cy="572701"/>
          </a:xfrm>
          <a:prstGeom prst="rect">
            <a:avLst/>
          </a:prstGeom>
          <a:noFill/>
          <a:ln>
            <a:noFill/>
          </a:ln>
        </p:spPr>
      </p:pic>
      <p:grpSp>
        <p:nvGrpSpPr>
          <p:cNvPr id="56" name="Google Shape;56;p13"/>
          <p:cNvGrpSpPr/>
          <p:nvPr/>
        </p:nvGrpSpPr>
        <p:grpSpPr>
          <a:xfrm>
            <a:off x="6593" y="10"/>
            <a:ext cx="175500" cy="709221"/>
            <a:chOff x="6593" y="10"/>
            <a:chExt cx="175500" cy="709221"/>
          </a:xfrm>
        </p:grpSpPr>
        <p:sp>
          <p:nvSpPr>
            <p:cNvPr id="57" name="Google Shape;57;p13"/>
            <p:cNvSpPr/>
            <p:nvPr/>
          </p:nvSpPr>
          <p:spPr>
            <a:xfrm>
              <a:off x="6593" y="10"/>
              <a:ext cx="175500" cy="355500"/>
            </a:xfrm>
            <a:prstGeom prst="rect">
              <a:avLst/>
            </a:prstGeom>
            <a:solidFill>
              <a:srgbClr val="0E39A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 name="Google Shape;58;p13"/>
            <p:cNvSpPr/>
            <p:nvPr/>
          </p:nvSpPr>
          <p:spPr>
            <a:xfrm>
              <a:off x="6593" y="353731"/>
              <a:ext cx="175500" cy="355500"/>
            </a:xfrm>
            <a:prstGeom prst="rect">
              <a:avLst/>
            </a:prstGeom>
            <a:solidFill>
              <a:srgbClr val="1974D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159"/>
        <p:cNvGrpSpPr/>
        <p:nvPr/>
      </p:nvGrpSpPr>
      <p:grpSpPr>
        <a:xfrm>
          <a:off x="0" y="0"/>
          <a:ext cx="0" cy="0"/>
          <a:chOff x="0" y="0"/>
          <a:chExt cx="0" cy="0"/>
        </a:xfrm>
      </p:grpSpPr>
      <p:sp>
        <p:nvSpPr>
          <p:cNvPr id="160" name="Google Shape;160;p37"/>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marR="0" lvl="0" algn="l">
              <a:lnSpc>
                <a:spcPct val="100000"/>
              </a:lnSpc>
              <a:spcBef>
                <a:spcPts val="0"/>
              </a:spcBef>
              <a:spcAft>
                <a:spcPts val="0"/>
              </a:spcAft>
              <a:buClr>
                <a:srgbClr val="434343"/>
              </a:buClr>
              <a:buSzPts val="2200"/>
              <a:buFont typeface="Nunito"/>
              <a:buNone/>
              <a:defRPr sz="2200" b="1" i="0" u="none" strike="noStrike" cap="none">
                <a:solidFill>
                  <a:srgbClr val="434343"/>
                </a:solidFill>
                <a:latin typeface="Nunito"/>
                <a:ea typeface="Nunito"/>
                <a:cs typeface="Nunito"/>
                <a:sym typeface="Nunito"/>
              </a:defRPr>
            </a:lvl1pPr>
            <a:lvl2pPr marR="0" lvl="1" algn="l">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2pPr>
            <a:lvl3pPr marR="0" lvl="2" algn="l">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3pPr>
            <a:lvl4pPr marR="0" lvl="3" algn="l">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4pPr>
            <a:lvl5pPr marR="0" lvl="4" algn="l">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5pPr>
            <a:lvl6pPr marR="0" lvl="5" algn="l">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6pPr>
            <a:lvl7pPr marR="0" lvl="6" algn="l">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7pPr>
            <a:lvl8pPr marR="0" lvl="7" algn="l">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8pPr>
            <a:lvl9pPr marR="0" lvl="8" algn="l">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9pPr>
          </a:lstStyle>
          <a:p>
            <a:endParaRPr/>
          </a:p>
        </p:txBody>
      </p:sp>
      <p:sp>
        <p:nvSpPr>
          <p:cNvPr id="161" name="Google Shape;161;p37"/>
          <p:cNvSpPr txBox="1">
            <a:spLocks noGrp="1"/>
          </p:cNvSpPr>
          <p:nvPr>
            <p:ph type="body" idx="1"/>
          </p:nvPr>
        </p:nvSpPr>
        <p:spPr>
          <a:xfrm>
            <a:off x="311700" y="861075"/>
            <a:ext cx="8520600" cy="3416400"/>
          </a:xfrm>
          <a:prstGeom prst="rect">
            <a:avLst/>
          </a:prstGeom>
          <a:noFill/>
          <a:ln>
            <a:noFill/>
          </a:ln>
        </p:spPr>
        <p:txBody>
          <a:bodyPr spcFirstLastPara="1" wrap="square" lIns="91425" tIns="91425" rIns="91425" bIns="91425" anchor="t" anchorCtr="0">
            <a:noAutofit/>
          </a:bodyPr>
          <a:lstStyle>
            <a:lvl1pPr marL="457200" marR="0" lvl="0" indent="-323850" algn="l">
              <a:lnSpc>
                <a:spcPct val="115000"/>
              </a:lnSpc>
              <a:spcBef>
                <a:spcPts val="0"/>
              </a:spcBef>
              <a:spcAft>
                <a:spcPts val="0"/>
              </a:spcAft>
              <a:buClr>
                <a:schemeClr val="dk2"/>
              </a:buClr>
              <a:buSzPts val="1500"/>
              <a:buFont typeface="Nunito"/>
              <a:buChar char="●"/>
              <a:defRPr sz="1500" b="0" i="0" u="none" strike="noStrike" cap="none">
                <a:solidFill>
                  <a:schemeClr val="dk2"/>
                </a:solidFill>
                <a:latin typeface="Nunito"/>
                <a:ea typeface="Nunito"/>
                <a:cs typeface="Nunito"/>
                <a:sym typeface="Nunito"/>
              </a:defRPr>
            </a:lvl1pPr>
            <a:lvl2pPr marL="914400" marR="0" lvl="1" indent="-311150" algn="l">
              <a:lnSpc>
                <a:spcPct val="115000"/>
              </a:lnSpc>
              <a:spcBef>
                <a:spcPts val="1600"/>
              </a:spcBef>
              <a:spcAft>
                <a:spcPts val="0"/>
              </a:spcAft>
              <a:buClr>
                <a:schemeClr val="dk2"/>
              </a:buClr>
              <a:buSzPts val="1300"/>
              <a:buFont typeface="Nunito"/>
              <a:buChar char="○"/>
              <a:defRPr sz="1300" b="0" i="0" u="none" strike="noStrike" cap="none">
                <a:solidFill>
                  <a:schemeClr val="dk2"/>
                </a:solidFill>
                <a:latin typeface="Nunito"/>
                <a:ea typeface="Nunito"/>
                <a:cs typeface="Nunito"/>
                <a:sym typeface="Nunito"/>
              </a:defRPr>
            </a:lvl2pPr>
            <a:lvl3pPr marL="1371600" marR="0" lvl="2" indent="-304800" algn="l">
              <a:lnSpc>
                <a:spcPct val="115000"/>
              </a:lnSpc>
              <a:spcBef>
                <a:spcPts val="1600"/>
              </a:spcBef>
              <a:spcAft>
                <a:spcPts val="0"/>
              </a:spcAft>
              <a:buClr>
                <a:schemeClr val="dk2"/>
              </a:buClr>
              <a:buSzPts val="1200"/>
              <a:buFont typeface="Nunito"/>
              <a:buChar char="■"/>
              <a:defRPr sz="1200" b="0" i="0" u="none" strike="noStrike" cap="none">
                <a:solidFill>
                  <a:schemeClr val="dk2"/>
                </a:solidFill>
                <a:latin typeface="Nunito"/>
                <a:ea typeface="Nunito"/>
                <a:cs typeface="Nunito"/>
                <a:sym typeface="Nunito"/>
              </a:defRPr>
            </a:lvl3pPr>
            <a:lvl4pPr marL="1828800" marR="0" lvl="3" indent="-298450" algn="l">
              <a:lnSpc>
                <a:spcPct val="115000"/>
              </a:lnSpc>
              <a:spcBef>
                <a:spcPts val="1600"/>
              </a:spcBef>
              <a:spcAft>
                <a:spcPts val="0"/>
              </a:spcAft>
              <a:buClr>
                <a:schemeClr val="dk2"/>
              </a:buClr>
              <a:buSzPts val="1100"/>
              <a:buFont typeface="Nunito"/>
              <a:buChar char="●"/>
              <a:defRPr sz="1100" b="0" i="0" u="none" strike="noStrike" cap="none">
                <a:solidFill>
                  <a:schemeClr val="dk2"/>
                </a:solidFill>
                <a:latin typeface="Nunito"/>
                <a:ea typeface="Nunito"/>
                <a:cs typeface="Nunito"/>
                <a:sym typeface="Nunito"/>
              </a:defRPr>
            </a:lvl4pPr>
            <a:lvl5pPr marL="2286000" marR="0" lvl="4" indent="-292100" algn="l">
              <a:lnSpc>
                <a:spcPct val="115000"/>
              </a:lnSpc>
              <a:spcBef>
                <a:spcPts val="1600"/>
              </a:spcBef>
              <a:spcAft>
                <a:spcPts val="0"/>
              </a:spcAft>
              <a:buClr>
                <a:schemeClr val="dk2"/>
              </a:buClr>
              <a:buSzPts val="1000"/>
              <a:buFont typeface="Nunito"/>
              <a:buChar char="○"/>
              <a:defRPr sz="1000" b="0" i="0" u="none" strike="noStrike" cap="none">
                <a:solidFill>
                  <a:schemeClr val="dk2"/>
                </a:solidFill>
                <a:latin typeface="Nunito"/>
                <a:ea typeface="Nunito"/>
                <a:cs typeface="Nunito"/>
                <a:sym typeface="Nunito"/>
              </a:defRPr>
            </a:lvl5pPr>
            <a:lvl6pPr marL="2743200" marR="0" lvl="5" indent="-285750" algn="l">
              <a:lnSpc>
                <a:spcPct val="115000"/>
              </a:lnSpc>
              <a:spcBef>
                <a:spcPts val="1600"/>
              </a:spcBef>
              <a:spcAft>
                <a:spcPts val="0"/>
              </a:spcAft>
              <a:buClr>
                <a:schemeClr val="dk2"/>
              </a:buClr>
              <a:buSzPts val="900"/>
              <a:buFont typeface="Nunito"/>
              <a:buChar char="■"/>
              <a:defRPr sz="900" b="0" i="0" u="none" strike="noStrike" cap="none">
                <a:solidFill>
                  <a:schemeClr val="dk2"/>
                </a:solidFill>
                <a:latin typeface="Nunito"/>
                <a:ea typeface="Nunito"/>
                <a:cs typeface="Nunito"/>
                <a:sym typeface="Nunito"/>
              </a:defRPr>
            </a:lvl6pPr>
            <a:lvl7pPr marL="3200400" marR="0" lvl="6" indent="-279400" algn="l">
              <a:lnSpc>
                <a:spcPct val="115000"/>
              </a:lnSpc>
              <a:spcBef>
                <a:spcPts val="1600"/>
              </a:spcBef>
              <a:spcAft>
                <a:spcPts val="0"/>
              </a:spcAft>
              <a:buClr>
                <a:schemeClr val="dk2"/>
              </a:buClr>
              <a:buSzPts val="800"/>
              <a:buFont typeface="Nunito"/>
              <a:buChar char="●"/>
              <a:defRPr sz="800" b="0" i="0" u="none" strike="noStrike" cap="none">
                <a:solidFill>
                  <a:schemeClr val="dk2"/>
                </a:solidFill>
                <a:latin typeface="Nunito"/>
                <a:ea typeface="Nunito"/>
                <a:cs typeface="Nunito"/>
                <a:sym typeface="Nunito"/>
              </a:defRPr>
            </a:lvl7pPr>
            <a:lvl8pPr marL="3657600" marR="0" lvl="7" indent="-273050" algn="l">
              <a:lnSpc>
                <a:spcPct val="115000"/>
              </a:lnSpc>
              <a:spcBef>
                <a:spcPts val="1600"/>
              </a:spcBef>
              <a:spcAft>
                <a:spcPts val="0"/>
              </a:spcAft>
              <a:buClr>
                <a:schemeClr val="dk2"/>
              </a:buClr>
              <a:buSzPts val="700"/>
              <a:buFont typeface="Nunito"/>
              <a:buChar char="○"/>
              <a:defRPr sz="700" b="0" i="0" u="none" strike="noStrike" cap="none">
                <a:solidFill>
                  <a:schemeClr val="dk2"/>
                </a:solidFill>
                <a:latin typeface="Nunito"/>
                <a:ea typeface="Nunito"/>
                <a:cs typeface="Nunito"/>
                <a:sym typeface="Nunito"/>
              </a:defRPr>
            </a:lvl8pPr>
            <a:lvl9pPr marL="4114800" marR="0" lvl="8" indent="-266700" algn="l">
              <a:lnSpc>
                <a:spcPct val="115000"/>
              </a:lnSpc>
              <a:spcBef>
                <a:spcPts val="1600"/>
              </a:spcBef>
              <a:spcAft>
                <a:spcPts val="1600"/>
              </a:spcAft>
              <a:buClr>
                <a:schemeClr val="dk2"/>
              </a:buClr>
              <a:buSzPts val="600"/>
              <a:buFont typeface="Nunito"/>
              <a:buChar char="■"/>
              <a:defRPr sz="600" b="0" i="0" u="none" strike="noStrike" cap="none">
                <a:solidFill>
                  <a:schemeClr val="dk2"/>
                </a:solidFill>
                <a:latin typeface="Nunito"/>
                <a:ea typeface="Nunito"/>
                <a:cs typeface="Nunito"/>
                <a:sym typeface="Nunito"/>
              </a:defRPr>
            </a:lvl9pPr>
          </a:lstStyle>
          <a:p>
            <a:endParaRPr/>
          </a:p>
        </p:txBody>
      </p:sp>
      <p:sp>
        <p:nvSpPr>
          <p:cNvPr id="162" name="Google Shape;162;p37"/>
          <p:cNvSpPr txBox="1"/>
          <p:nvPr/>
        </p:nvSpPr>
        <p:spPr>
          <a:xfrm>
            <a:off x="2234400" y="4917657"/>
            <a:ext cx="4675200" cy="275700"/>
          </a:xfrm>
          <a:prstGeom prst="rect">
            <a:avLst/>
          </a:prstGeom>
          <a:noFill/>
          <a:ln>
            <a:noFill/>
          </a:ln>
        </p:spPr>
        <p:txBody>
          <a:bodyPr spcFirstLastPara="1" wrap="square" lIns="91425" tIns="91425" rIns="91425" bIns="91425" anchor="t" anchorCtr="0">
            <a:noAutofit/>
          </a:bodyPr>
          <a:lstStyle/>
          <a:p>
            <a:pPr marL="12700" marR="0" lvl="0" indent="0" algn="ctr" rtl="0">
              <a:lnSpc>
                <a:spcPct val="102500"/>
              </a:lnSpc>
              <a:spcBef>
                <a:spcPts val="0"/>
              </a:spcBef>
              <a:spcAft>
                <a:spcPts val="0"/>
              </a:spcAft>
              <a:buClr>
                <a:srgbClr val="000000"/>
              </a:buClr>
              <a:buSzPts val="700"/>
              <a:buFont typeface="Arial"/>
              <a:buNone/>
            </a:pPr>
            <a:r>
              <a:rPr lang="en" sz="700" b="1" i="0" u="none" strike="noStrike" cap="none">
                <a:solidFill>
                  <a:srgbClr val="434343"/>
                </a:solidFill>
                <a:latin typeface="Nunito"/>
                <a:ea typeface="Nunito"/>
                <a:cs typeface="Nunito"/>
                <a:sym typeface="Nunito"/>
              </a:rPr>
              <a:t>Proprietary content. © Great Learning. All Rights Reserved. Unauthorized use or distribution prohibited.</a:t>
            </a:r>
            <a:endParaRPr sz="700" b="1" i="0" u="none" strike="noStrike" cap="none">
              <a:solidFill>
                <a:srgbClr val="434343"/>
              </a:solidFill>
              <a:latin typeface="Nunito"/>
              <a:ea typeface="Nunito"/>
              <a:cs typeface="Nunito"/>
              <a:sym typeface="Nunito"/>
            </a:endParaRPr>
          </a:p>
        </p:txBody>
      </p:sp>
      <p:sp>
        <p:nvSpPr>
          <p:cNvPr id="163" name="Google Shape;163;p37"/>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pic>
        <p:nvPicPr>
          <p:cNvPr id="164" name="Google Shape;164;p37"/>
          <p:cNvPicPr preferRelativeResize="0"/>
          <p:nvPr/>
        </p:nvPicPr>
        <p:blipFill rotWithShape="1">
          <a:blip r:embed="rId12">
            <a:alphaModFix/>
          </a:blip>
          <a:srcRect/>
          <a:stretch/>
        </p:blipFill>
        <p:spPr>
          <a:xfrm>
            <a:off x="7669500" y="68264"/>
            <a:ext cx="1395475" cy="572700"/>
          </a:xfrm>
          <a:prstGeom prst="rect">
            <a:avLst/>
          </a:prstGeom>
          <a:noFill/>
          <a:ln>
            <a:noFill/>
          </a:ln>
        </p:spPr>
      </p:pic>
      <p:grpSp>
        <p:nvGrpSpPr>
          <p:cNvPr id="165" name="Google Shape;165;p37"/>
          <p:cNvGrpSpPr/>
          <p:nvPr/>
        </p:nvGrpSpPr>
        <p:grpSpPr>
          <a:xfrm>
            <a:off x="6593" y="10"/>
            <a:ext cx="175500" cy="709221"/>
            <a:chOff x="6593" y="10"/>
            <a:chExt cx="175500" cy="709221"/>
          </a:xfrm>
        </p:grpSpPr>
        <p:sp>
          <p:nvSpPr>
            <p:cNvPr id="166" name="Google Shape;166;p37"/>
            <p:cNvSpPr/>
            <p:nvPr/>
          </p:nvSpPr>
          <p:spPr>
            <a:xfrm>
              <a:off x="6593" y="10"/>
              <a:ext cx="175500" cy="355500"/>
            </a:xfrm>
            <a:prstGeom prst="rect">
              <a:avLst/>
            </a:prstGeom>
            <a:solidFill>
              <a:srgbClr val="0E39A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7" name="Google Shape;167;p37"/>
            <p:cNvSpPr/>
            <p:nvPr/>
          </p:nvSpPr>
          <p:spPr>
            <a:xfrm>
              <a:off x="6593" y="353731"/>
              <a:ext cx="175500" cy="355500"/>
            </a:xfrm>
            <a:prstGeom prst="rect">
              <a:avLst/>
            </a:prstGeom>
            <a:solidFill>
              <a:srgbClr val="1974D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 bg1="lt1" tx1="dk1" bg2="dk2" tx2="lt2" accent1="accent1" accent2="accent2" accent3="accent3" accent4="accent4" accent5="accent5" accent6="accent6" hlink="hlink" folHlink="folHlink"/>
  <p:sldLayoutIdLst>
    <p:sldLayoutId id="2147483682" r:id="rId1"/>
    <p:sldLayoutId id="2147483683" r:id="rId2"/>
    <p:sldLayoutId id="2147483684" r:id="rId3"/>
    <p:sldLayoutId id="2147483685" r:id="rId4"/>
    <p:sldLayoutId id="2147483686" r:id="rId5"/>
    <p:sldLayoutId id="2147483687" r:id="rId6"/>
    <p:sldLayoutId id="2147483688" r:id="rId7"/>
    <p:sldLayoutId id="2147483689" r:id="rId8"/>
    <p:sldLayoutId id="2147483690" r:id="rId9"/>
    <p:sldLayoutId id="2147483691"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48"/>
          <p:cNvSpPr txBox="1"/>
          <p:nvPr/>
        </p:nvSpPr>
        <p:spPr>
          <a:xfrm>
            <a:off x="1632725" y="1227550"/>
            <a:ext cx="5411100" cy="815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4100"/>
              <a:buFont typeface="Arial"/>
              <a:buNone/>
            </a:pPr>
            <a:r>
              <a:rPr lang="en" sz="4100" b="1" dirty="0">
                <a:solidFill>
                  <a:srgbClr val="0E39A9"/>
                </a:solidFill>
                <a:latin typeface="Nunito"/>
                <a:ea typeface="Nunito"/>
                <a:cs typeface="Nunito"/>
                <a:sym typeface="Nunito"/>
              </a:rPr>
              <a:t>Medical Assistant</a:t>
            </a:r>
            <a:endParaRPr sz="4100" b="1" i="0" u="none" strike="noStrike" cap="none" dirty="0">
              <a:solidFill>
                <a:srgbClr val="0E39A9"/>
              </a:solidFill>
              <a:latin typeface="Nunito"/>
              <a:ea typeface="Nunito"/>
              <a:cs typeface="Nunito"/>
              <a:sym typeface="Nunito"/>
            </a:endParaRPr>
          </a:p>
        </p:txBody>
      </p:sp>
      <p:sp>
        <p:nvSpPr>
          <p:cNvPr id="212" name="Google Shape;212;p48"/>
          <p:cNvSpPr txBox="1"/>
          <p:nvPr/>
        </p:nvSpPr>
        <p:spPr>
          <a:xfrm>
            <a:off x="1632725" y="1940550"/>
            <a:ext cx="5199300" cy="631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900"/>
              <a:buFont typeface="Arial"/>
              <a:buNone/>
            </a:pPr>
            <a:r>
              <a:rPr lang="en-US" sz="2900" b="0" i="0" u="none" strike="noStrike" cap="none" dirty="0">
                <a:solidFill>
                  <a:srgbClr val="0E39A9"/>
                </a:solidFill>
                <a:latin typeface="Nunito"/>
                <a:ea typeface="Nunito"/>
                <a:cs typeface="Nunito"/>
                <a:sym typeface="Nunito"/>
              </a:rPr>
              <a:t>PGP-AIML-BA-UTA-Jun25-D</a:t>
            </a:r>
          </a:p>
        </p:txBody>
      </p:sp>
      <p:sp>
        <p:nvSpPr>
          <p:cNvPr id="213" name="Google Shape;213;p48"/>
          <p:cNvSpPr txBox="1"/>
          <p:nvPr/>
        </p:nvSpPr>
        <p:spPr>
          <a:xfrm>
            <a:off x="1632725" y="2586175"/>
            <a:ext cx="3005950" cy="52319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200"/>
              <a:buFont typeface="Arial"/>
              <a:buNone/>
            </a:pPr>
            <a:r>
              <a:rPr lang="en" sz="2200" b="0" i="0" u="none" strike="noStrike" cap="none" dirty="0">
                <a:solidFill>
                  <a:srgbClr val="0E39A9"/>
                </a:solidFill>
                <a:latin typeface="Nunito"/>
                <a:ea typeface="Nunito"/>
                <a:cs typeface="Nunito"/>
                <a:sym typeface="Nunito"/>
              </a:rPr>
              <a:t>Date 12/11/2025</a:t>
            </a:r>
            <a:endParaRPr sz="2200" b="0" i="0" u="none" strike="noStrike" cap="none" dirty="0">
              <a:solidFill>
                <a:srgbClr val="0E39A9"/>
              </a:solidFill>
              <a:latin typeface="Nunito"/>
              <a:ea typeface="Nunito"/>
              <a:cs typeface="Nunito"/>
              <a:sym typeface="Nunito"/>
            </a:endParaRPr>
          </a:p>
        </p:txBody>
      </p:sp>
      <p:sp>
        <p:nvSpPr>
          <p:cNvPr id="2" name="Google Shape;213;p48">
            <a:extLst>
              <a:ext uri="{FF2B5EF4-FFF2-40B4-BE49-F238E27FC236}">
                <a16:creationId xmlns:a16="http://schemas.microsoft.com/office/drawing/2014/main" id="{481117DE-2E8E-CFD1-E8BC-F9BFA15E80F5}"/>
              </a:ext>
            </a:extLst>
          </p:cNvPr>
          <p:cNvSpPr txBox="1"/>
          <p:nvPr/>
        </p:nvSpPr>
        <p:spPr>
          <a:xfrm>
            <a:off x="5480825" y="3929200"/>
            <a:ext cx="3005950" cy="461635"/>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200"/>
              <a:buFont typeface="Arial"/>
              <a:buNone/>
            </a:pPr>
            <a:r>
              <a:rPr lang="en" sz="1800" b="1" i="1" dirty="0">
                <a:solidFill>
                  <a:srgbClr val="0E39A9"/>
                </a:solidFill>
                <a:latin typeface="Nunito"/>
                <a:ea typeface="Nunito"/>
                <a:cs typeface="Nunito"/>
                <a:sym typeface="Nunito"/>
              </a:rPr>
              <a:t>Yashpal Singh</a:t>
            </a:r>
            <a:endParaRPr sz="1800" b="1" i="1" u="none" strike="noStrike" cap="none" dirty="0">
              <a:solidFill>
                <a:srgbClr val="0E39A9"/>
              </a:solidFill>
              <a:latin typeface="Nunito"/>
              <a:ea typeface="Nunito"/>
              <a:cs typeface="Nunito"/>
              <a:sym typeface="Nunito"/>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49"/>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2400">
                <a:solidFill>
                  <a:srgbClr val="0E39A9"/>
                </a:solidFill>
              </a:rPr>
              <a:t>Contents / Agenda</a:t>
            </a:r>
            <a:endParaRPr sz="2400">
              <a:solidFill>
                <a:srgbClr val="0E39A9"/>
              </a:solidFill>
            </a:endParaRPr>
          </a:p>
        </p:txBody>
      </p:sp>
      <p:sp>
        <p:nvSpPr>
          <p:cNvPr id="219" name="Google Shape;219;p49"/>
          <p:cNvSpPr/>
          <p:nvPr/>
        </p:nvSpPr>
        <p:spPr>
          <a:xfrm>
            <a:off x="403421" y="1451984"/>
            <a:ext cx="193200" cy="193200"/>
          </a:xfrm>
          <a:prstGeom prst="donut">
            <a:avLst>
              <a:gd name="adj" fmla="val 25000"/>
            </a:avLst>
          </a:prstGeom>
          <a:solidFill>
            <a:srgbClr val="0944A1"/>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400" b="0" i="0" u="none" strike="noStrike" cap="none">
              <a:solidFill>
                <a:srgbClr val="000000"/>
              </a:solidFill>
              <a:latin typeface="Nunito"/>
              <a:ea typeface="Nunito"/>
              <a:cs typeface="Nunito"/>
              <a:sym typeface="Nunito"/>
            </a:endParaRPr>
          </a:p>
        </p:txBody>
      </p:sp>
      <p:sp>
        <p:nvSpPr>
          <p:cNvPr id="220" name="Google Shape;220;p49"/>
          <p:cNvSpPr txBox="1"/>
          <p:nvPr/>
        </p:nvSpPr>
        <p:spPr>
          <a:xfrm>
            <a:off x="691799" y="1327975"/>
            <a:ext cx="56328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ts val="0"/>
              </a:spcBef>
              <a:spcAft>
                <a:spcPts val="0"/>
              </a:spcAft>
              <a:buClr>
                <a:srgbClr val="000000"/>
              </a:buClr>
              <a:buSzPts val="1400"/>
              <a:buFont typeface="Arial"/>
              <a:buNone/>
            </a:pPr>
            <a:r>
              <a:rPr lang="en" sz="1400" b="0" i="0" u="none" strike="noStrike" cap="none">
                <a:solidFill>
                  <a:srgbClr val="000000"/>
                </a:solidFill>
                <a:latin typeface="Montserrat"/>
                <a:ea typeface="Montserrat"/>
                <a:cs typeface="Montserrat"/>
                <a:sym typeface="Montserrat"/>
              </a:rPr>
              <a:t>Question Answering using LLM</a:t>
            </a:r>
            <a:endParaRPr sz="1400" b="0" i="0" u="none" strike="noStrike" cap="none">
              <a:solidFill>
                <a:srgbClr val="000000"/>
              </a:solidFill>
              <a:latin typeface="Montserrat"/>
              <a:ea typeface="Montserrat"/>
              <a:cs typeface="Montserrat"/>
              <a:sym typeface="Montserrat"/>
            </a:endParaRPr>
          </a:p>
        </p:txBody>
      </p:sp>
      <p:sp>
        <p:nvSpPr>
          <p:cNvPr id="221" name="Google Shape;221;p49"/>
          <p:cNvSpPr/>
          <p:nvPr/>
        </p:nvSpPr>
        <p:spPr>
          <a:xfrm>
            <a:off x="403421" y="1852034"/>
            <a:ext cx="193200" cy="193200"/>
          </a:xfrm>
          <a:prstGeom prst="donut">
            <a:avLst>
              <a:gd name="adj" fmla="val 25000"/>
            </a:avLst>
          </a:prstGeom>
          <a:solidFill>
            <a:srgbClr val="0944A1"/>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400" b="0" i="0" u="none" strike="noStrike" cap="none">
              <a:solidFill>
                <a:srgbClr val="000000"/>
              </a:solidFill>
              <a:latin typeface="Nunito"/>
              <a:ea typeface="Nunito"/>
              <a:cs typeface="Nunito"/>
              <a:sym typeface="Nunito"/>
            </a:endParaRPr>
          </a:p>
        </p:txBody>
      </p:sp>
      <p:sp>
        <p:nvSpPr>
          <p:cNvPr id="222" name="Google Shape;222;p49"/>
          <p:cNvSpPr txBox="1"/>
          <p:nvPr/>
        </p:nvSpPr>
        <p:spPr>
          <a:xfrm>
            <a:off x="691799" y="1748513"/>
            <a:ext cx="56328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ts val="0"/>
              </a:spcBef>
              <a:spcAft>
                <a:spcPts val="0"/>
              </a:spcAft>
              <a:buClr>
                <a:srgbClr val="000000"/>
              </a:buClr>
              <a:buSzPts val="1400"/>
              <a:buFont typeface="Arial"/>
              <a:buNone/>
            </a:pPr>
            <a:r>
              <a:rPr lang="en" sz="1400" b="0" i="0" u="none" strike="noStrike" cap="none">
                <a:solidFill>
                  <a:srgbClr val="000000"/>
                </a:solidFill>
                <a:latin typeface="Montserrat"/>
                <a:ea typeface="Montserrat"/>
                <a:cs typeface="Montserrat"/>
                <a:sym typeface="Montserrat"/>
              </a:rPr>
              <a:t>Question Answering using LLM with Prompt Engineering</a:t>
            </a:r>
            <a:endParaRPr sz="1400" b="0" i="0" u="none" strike="noStrike" cap="none">
              <a:solidFill>
                <a:srgbClr val="000000"/>
              </a:solidFill>
              <a:latin typeface="Montserrat"/>
              <a:ea typeface="Montserrat"/>
              <a:cs typeface="Montserrat"/>
              <a:sym typeface="Montserrat"/>
            </a:endParaRPr>
          </a:p>
        </p:txBody>
      </p:sp>
      <p:sp>
        <p:nvSpPr>
          <p:cNvPr id="223" name="Google Shape;223;p49"/>
          <p:cNvSpPr/>
          <p:nvPr/>
        </p:nvSpPr>
        <p:spPr>
          <a:xfrm>
            <a:off x="403421" y="2328284"/>
            <a:ext cx="193200" cy="193200"/>
          </a:xfrm>
          <a:prstGeom prst="donut">
            <a:avLst>
              <a:gd name="adj" fmla="val 25000"/>
            </a:avLst>
          </a:prstGeom>
          <a:solidFill>
            <a:srgbClr val="0944A1"/>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400" b="0" i="0" u="none" strike="noStrike" cap="none">
              <a:solidFill>
                <a:srgbClr val="000000"/>
              </a:solidFill>
              <a:latin typeface="Nunito"/>
              <a:ea typeface="Nunito"/>
              <a:cs typeface="Nunito"/>
              <a:sym typeface="Nunito"/>
            </a:endParaRPr>
          </a:p>
        </p:txBody>
      </p:sp>
      <p:sp>
        <p:nvSpPr>
          <p:cNvPr id="224" name="Google Shape;224;p49"/>
          <p:cNvSpPr txBox="1"/>
          <p:nvPr/>
        </p:nvSpPr>
        <p:spPr>
          <a:xfrm>
            <a:off x="691799" y="2219650"/>
            <a:ext cx="56328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ts val="0"/>
              </a:spcBef>
              <a:spcAft>
                <a:spcPts val="0"/>
              </a:spcAft>
              <a:buClr>
                <a:srgbClr val="000000"/>
              </a:buClr>
              <a:buSzPts val="1400"/>
              <a:buFont typeface="Arial"/>
              <a:buNone/>
            </a:pPr>
            <a:r>
              <a:rPr lang="en" sz="1400" b="0" i="0" u="none" strike="noStrike" cap="none">
                <a:solidFill>
                  <a:srgbClr val="000000"/>
                </a:solidFill>
                <a:latin typeface="Montserrat"/>
                <a:ea typeface="Montserrat"/>
                <a:cs typeface="Montserrat"/>
                <a:sym typeface="Montserrat"/>
              </a:rPr>
              <a:t>Data Preparation for RAG</a:t>
            </a:r>
            <a:endParaRPr sz="1400" b="0" i="0" u="none" strike="noStrike" cap="none">
              <a:solidFill>
                <a:srgbClr val="000000"/>
              </a:solidFill>
              <a:latin typeface="Montserrat"/>
              <a:ea typeface="Montserrat"/>
              <a:cs typeface="Montserrat"/>
              <a:sym typeface="Montserrat"/>
            </a:endParaRPr>
          </a:p>
        </p:txBody>
      </p:sp>
      <p:sp>
        <p:nvSpPr>
          <p:cNvPr id="225" name="Google Shape;225;p49"/>
          <p:cNvSpPr/>
          <p:nvPr/>
        </p:nvSpPr>
        <p:spPr>
          <a:xfrm>
            <a:off x="403421" y="2785484"/>
            <a:ext cx="193200" cy="193200"/>
          </a:xfrm>
          <a:prstGeom prst="donut">
            <a:avLst>
              <a:gd name="adj" fmla="val 25000"/>
            </a:avLst>
          </a:prstGeom>
          <a:solidFill>
            <a:srgbClr val="0944A1"/>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400" b="0" i="0" u="none" strike="noStrike" cap="none">
              <a:solidFill>
                <a:srgbClr val="000000"/>
              </a:solidFill>
              <a:latin typeface="Nunito"/>
              <a:ea typeface="Nunito"/>
              <a:cs typeface="Nunito"/>
              <a:sym typeface="Nunito"/>
            </a:endParaRPr>
          </a:p>
        </p:txBody>
      </p:sp>
      <p:sp>
        <p:nvSpPr>
          <p:cNvPr id="226" name="Google Shape;226;p49"/>
          <p:cNvSpPr txBox="1"/>
          <p:nvPr/>
        </p:nvSpPr>
        <p:spPr>
          <a:xfrm>
            <a:off x="691799" y="2676850"/>
            <a:ext cx="56328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ts val="0"/>
              </a:spcBef>
              <a:spcAft>
                <a:spcPts val="0"/>
              </a:spcAft>
              <a:buClr>
                <a:srgbClr val="000000"/>
              </a:buClr>
              <a:buSzPts val="1400"/>
              <a:buFont typeface="Arial"/>
              <a:buNone/>
            </a:pPr>
            <a:r>
              <a:rPr lang="en" sz="1400" b="0" i="0" u="none" strike="noStrike" cap="none">
                <a:solidFill>
                  <a:srgbClr val="000000"/>
                </a:solidFill>
                <a:latin typeface="Montserrat"/>
                <a:ea typeface="Montserrat"/>
                <a:cs typeface="Montserrat"/>
                <a:sym typeface="Montserrat"/>
              </a:rPr>
              <a:t>Question Answering using RAG</a:t>
            </a:r>
            <a:endParaRPr sz="1400" b="0" i="0" u="none" strike="noStrike" cap="none">
              <a:solidFill>
                <a:srgbClr val="000000"/>
              </a:solidFill>
              <a:latin typeface="Montserrat"/>
              <a:ea typeface="Montserrat"/>
              <a:cs typeface="Montserrat"/>
              <a:sym typeface="Montserrat"/>
            </a:endParaRPr>
          </a:p>
        </p:txBody>
      </p:sp>
      <p:sp>
        <p:nvSpPr>
          <p:cNvPr id="227" name="Google Shape;227;p49"/>
          <p:cNvSpPr/>
          <p:nvPr/>
        </p:nvSpPr>
        <p:spPr>
          <a:xfrm>
            <a:off x="403421" y="3242684"/>
            <a:ext cx="193200" cy="193200"/>
          </a:xfrm>
          <a:prstGeom prst="donut">
            <a:avLst>
              <a:gd name="adj" fmla="val 25000"/>
            </a:avLst>
          </a:prstGeom>
          <a:solidFill>
            <a:srgbClr val="0944A1"/>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400" b="0" i="0" u="none" strike="noStrike" cap="none">
              <a:solidFill>
                <a:srgbClr val="000000"/>
              </a:solidFill>
              <a:latin typeface="Nunito"/>
              <a:ea typeface="Nunito"/>
              <a:cs typeface="Nunito"/>
              <a:sym typeface="Nunito"/>
            </a:endParaRPr>
          </a:p>
        </p:txBody>
      </p:sp>
      <p:sp>
        <p:nvSpPr>
          <p:cNvPr id="228" name="Google Shape;228;p49"/>
          <p:cNvSpPr txBox="1"/>
          <p:nvPr/>
        </p:nvSpPr>
        <p:spPr>
          <a:xfrm>
            <a:off x="691799" y="3134050"/>
            <a:ext cx="56328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ts val="0"/>
              </a:spcBef>
              <a:spcAft>
                <a:spcPts val="0"/>
              </a:spcAft>
              <a:buClr>
                <a:srgbClr val="000000"/>
              </a:buClr>
              <a:buSzPts val="1400"/>
              <a:buFont typeface="Arial"/>
              <a:buNone/>
            </a:pPr>
            <a:r>
              <a:rPr lang="en" sz="1400" b="0" i="0" u="none" strike="noStrike" cap="none">
                <a:solidFill>
                  <a:srgbClr val="000000"/>
                </a:solidFill>
                <a:latin typeface="Montserrat"/>
                <a:ea typeface="Montserrat"/>
                <a:cs typeface="Montserrat"/>
                <a:sym typeface="Montserrat"/>
              </a:rPr>
              <a:t>Output Evaluation</a:t>
            </a:r>
            <a:endParaRPr sz="1400" b="0" i="0" u="none" strike="noStrike" cap="none">
              <a:solidFill>
                <a:srgbClr val="000000"/>
              </a:solidFill>
              <a:latin typeface="Montserrat"/>
              <a:ea typeface="Montserrat"/>
              <a:cs typeface="Montserrat"/>
              <a:sym typeface="Montserra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50"/>
          <p:cNvSpPr txBox="1">
            <a:spLocks noGrp="1"/>
          </p:cNvSpPr>
          <p:nvPr>
            <p:ph type="title"/>
          </p:nvPr>
        </p:nvSpPr>
        <p:spPr>
          <a:xfrm>
            <a:off x="251926" y="41629"/>
            <a:ext cx="8520600" cy="813656"/>
          </a:xfrm>
          <a:prstGeom prst="rect">
            <a:avLst/>
          </a:prstGeom>
          <a:noFill/>
          <a:ln>
            <a:noFill/>
          </a:ln>
        </p:spPr>
        <p:txBody>
          <a:bodyPr spcFirstLastPara="1" wrap="square" lIns="91425" tIns="91425" rIns="91425" bIns="91425" anchor="t" anchorCtr="0">
            <a:noAutofit/>
          </a:bodyPr>
          <a:lstStyle/>
          <a:p>
            <a:pPr lvl="0"/>
            <a:r>
              <a:rPr lang="en" sz="2400" dirty="0">
                <a:solidFill>
                  <a:srgbClr val="0E39A9"/>
                </a:solidFill>
              </a:rPr>
              <a:t>Executive Summary:</a:t>
            </a:r>
            <a:br>
              <a:rPr lang="en" sz="2400" dirty="0">
                <a:solidFill>
                  <a:srgbClr val="0E39A9"/>
                </a:solidFill>
              </a:rPr>
            </a:br>
            <a:r>
              <a:rPr lang="en" sz="2400" dirty="0">
                <a:solidFill>
                  <a:srgbClr val="0E39A9"/>
                </a:solidFill>
              </a:rPr>
              <a:t> </a:t>
            </a:r>
            <a:r>
              <a:rPr lang="en-US" sz="1800" dirty="0">
                <a:solidFill>
                  <a:srgbClr val="0E39A9"/>
                </a:solidFill>
              </a:rPr>
              <a:t>AI-Powered Medical Knowledge Retrieval System</a:t>
            </a:r>
            <a:endParaRPr sz="2400" dirty="0">
              <a:solidFill>
                <a:srgbClr val="0E39A9"/>
              </a:solidFill>
            </a:endParaRPr>
          </a:p>
        </p:txBody>
      </p:sp>
      <p:sp>
        <p:nvSpPr>
          <p:cNvPr id="2" name="TextBox 1">
            <a:extLst>
              <a:ext uri="{FF2B5EF4-FFF2-40B4-BE49-F238E27FC236}">
                <a16:creationId xmlns:a16="http://schemas.microsoft.com/office/drawing/2014/main" id="{E59BC656-C6A5-3EE5-2C18-155C6DA36D4F}"/>
              </a:ext>
            </a:extLst>
          </p:cNvPr>
          <p:cNvSpPr txBox="1"/>
          <p:nvPr/>
        </p:nvSpPr>
        <p:spPr>
          <a:xfrm>
            <a:off x="371474" y="908640"/>
            <a:ext cx="8351675" cy="1554272"/>
          </a:xfrm>
          <a:prstGeom prst="rect">
            <a:avLst/>
          </a:prstGeom>
          <a:noFill/>
        </p:spPr>
        <p:txBody>
          <a:bodyPr wrap="square" rtlCol="0">
            <a:spAutoFit/>
          </a:bodyPr>
          <a:lstStyle/>
          <a:p>
            <a:r>
              <a:rPr lang="en-US" b="1" u="sng" dirty="0"/>
              <a:t>Business Problem &amp; Project Context :</a:t>
            </a:r>
          </a:p>
          <a:p>
            <a:r>
              <a:rPr lang="en-US" sz="1200" dirty="0"/>
              <a:t>The modern healthcare landscape faces a critical challenge of Information </a:t>
            </a:r>
            <a:r>
              <a:rPr lang="en-US" sz="1200" dirty="0">
                <a:latin typeface="Nunito" pitchFamily="2" charset="0"/>
              </a:rPr>
              <a:t>Overload, where the volume of medical data exceeds the manual synthesis capacity of healthcare professionals . </a:t>
            </a:r>
          </a:p>
          <a:p>
            <a:endParaRPr lang="en-US" sz="1200" dirty="0">
              <a:latin typeface="Nunito" pitchFamily="2" charset="0"/>
            </a:endParaRPr>
          </a:p>
          <a:p>
            <a:r>
              <a:rPr lang="en-US" sz="1200" b="1" dirty="0">
                <a:latin typeface="Nunito" pitchFamily="2" charset="0"/>
              </a:rPr>
              <a:t>Key pain points include</a:t>
            </a:r>
            <a:r>
              <a:rPr lang="en-US" sz="1200" dirty="0">
                <a:latin typeface="Nunito" pitchFamily="2" charset="0"/>
              </a:rPr>
              <a:t>:</a:t>
            </a:r>
          </a:p>
          <a:p>
            <a:pPr marL="171450" indent="-171450">
              <a:buFont typeface="Wingdings" panose="05000000000000000000" pitchFamily="2" charset="2"/>
              <a:buChar char="§"/>
            </a:pPr>
            <a:r>
              <a:rPr lang="en-US" sz="1100" b="1" dirty="0">
                <a:latin typeface="Nunito" pitchFamily="2" charset="0"/>
              </a:rPr>
              <a:t>Information Fragmentation: </a:t>
            </a:r>
            <a:r>
              <a:rPr lang="en-US" sz="1100" dirty="0">
                <a:latin typeface="Nunito" pitchFamily="2" charset="0"/>
              </a:rPr>
              <a:t>Knowledge is scattered across disparate manuals and journals.</a:t>
            </a:r>
          </a:p>
          <a:p>
            <a:pPr marL="171450" indent="-171450">
              <a:buFont typeface="Wingdings" panose="05000000000000000000" pitchFamily="2" charset="2"/>
              <a:buChar char="§"/>
            </a:pPr>
            <a:r>
              <a:rPr lang="en-US" sz="1100" b="1" dirty="0">
                <a:latin typeface="Nunito" pitchFamily="2" charset="0"/>
              </a:rPr>
              <a:t>Time-Critical Decisions: </a:t>
            </a:r>
            <a:r>
              <a:rPr lang="en-US" sz="1100" dirty="0">
                <a:latin typeface="Nunito" pitchFamily="2" charset="0"/>
              </a:rPr>
              <a:t>Emergency and critical care settings require rapid processing of complex information.</a:t>
            </a:r>
          </a:p>
          <a:p>
            <a:pPr marL="171450" indent="-171450">
              <a:buFont typeface="Wingdings" panose="05000000000000000000" pitchFamily="2" charset="2"/>
              <a:buChar char="§"/>
            </a:pPr>
            <a:r>
              <a:rPr lang="en-US" sz="1100" b="1" dirty="0">
                <a:latin typeface="Nunito" pitchFamily="2" charset="0"/>
              </a:rPr>
              <a:t>Variability in Care</a:t>
            </a:r>
            <a:r>
              <a:rPr lang="en-US" sz="1100" dirty="0">
                <a:latin typeface="Nunito" pitchFamily="2" charset="0"/>
              </a:rPr>
              <a:t>: Reliance on memory leads to inconsistent diagnosis and treatment protocols.</a:t>
            </a:r>
          </a:p>
        </p:txBody>
      </p:sp>
      <p:sp>
        <p:nvSpPr>
          <p:cNvPr id="4" name="TextBox 3">
            <a:extLst>
              <a:ext uri="{FF2B5EF4-FFF2-40B4-BE49-F238E27FC236}">
                <a16:creationId xmlns:a16="http://schemas.microsoft.com/office/drawing/2014/main" id="{47669487-FF6F-A629-385E-ECC3BD662B74}"/>
              </a:ext>
            </a:extLst>
          </p:cNvPr>
          <p:cNvSpPr txBox="1"/>
          <p:nvPr/>
        </p:nvSpPr>
        <p:spPr>
          <a:xfrm>
            <a:off x="371475" y="2435222"/>
            <a:ext cx="8401052" cy="646331"/>
          </a:xfrm>
          <a:prstGeom prst="rect">
            <a:avLst/>
          </a:prstGeom>
          <a:noFill/>
        </p:spPr>
        <p:txBody>
          <a:bodyPr wrap="square" rtlCol="0">
            <a:spAutoFit/>
          </a:bodyPr>
          <a:lstStyle/>
          <a:p>
            <a:r>
              <a:rPr lang="en-US" sz="1200" b="1" dirty="0">
                <a:latin typeface="Nunito" pitchFamily="2" charset="0"/>
              </a:rPr>
              <a:t>Primary</a:t>
            </a:r>
            <a:r>
              <a:rPr lang="en-US" sz="1200" b="1" dirty="0"/>
              <a:t> </a:t>
            </a:r>
            <a:r>
              <a:rPr lang="en-US" sz="1200" b="1" dirty="0">
                <a:latin typeface="Nunito" pitchFamily="2" charset="0"/>
              </a:rPr>
              <a:t>Objectives </a:t>
            </a:r>
            <a:r>
              <a:rPr lang="en-US" sz="1200" dirty="0">
                <a:latin typeface="Nunito" pitchFamily="2" charset="0"/>
              </a:rPr>
              <a:t>The project aims to develop an AI prototype utilizing </a:t>
            </a:r>
            <a:r>
              <a:rPr lang="en-US" sz="1200" b="1" dirty="0">
                <a:latin typeface="Nunito" pitchFamily="2" charset="0"/>
              </a:rPr>
              <a:t>Retrieval-Augmented Generation (RAG</a:t>
            </a:r>
            <a:r>
              <a:rPr lang="en-US" sz="1200" dirty="0">
                <a:latin typeface="Nunito" pitchFamily="2" charset="0"/>
              </a:rPr>
              <a:t>) to provide a "</a:t>
            </a:r>
            <a:r>
              <a:rPr lang="en-US" sz="1200" b="1" dirty="0">
                <a:latin typeface="Nunito" pitchFamily="2" charset="0"/>
              </a:rPr>
              <a:t>single source of truth</a:t>
            </a:r>
            <a:r>
              <a:rPr lang="en-US" sz="1200" dirty="0">
                <a:latin typeface="Nunito" pitchFamily="2" charset="0"/>
              </a:rPr>
              <a:t>" from verified medical literature. The core goal is to enhance diagnostic accuracy and standardize care through evidence-based, traceable AI responses..</a:t>
            </a:r>
          </a:p>
        </p:txBody>
      </p:sp>
      <p:sp>
        <p:nvSpPr>
          <p:cNvPr id="5" name="TextBox 4">
            <a:extLst>
              <a:ext uri="{FF2B5EF4-FFF2-40B4-BE49-F238E27FC236}">
                <a16:creationId xmlns:a16="http://schemas.microsoft.com/office/drawing/2014/main" id="{E6E50F0E-9C76-D704-033B-02F78AACEB2C}"/>
              </a:ext>
            </a:extLst>
          </p:cNvPr>
          <p:cNvSpPr txBox="1"/>
          <p:nvPr/>
        </p:nvSpPr>
        <p:spPr>
          <a:xfrm>
            <a:off x="371474" y="3038474"/>
            <a:ext cx="8351675" cy="2031325"/>
          </a:xfrm>
          <a:prstGeom prst="rect">
            <a:avLst/>
          </a:prstGeom>
          <a:noFill/>
        </p:spPr>
        <p:txBody>
          <a:bodyPr wrap="square" rtlCol="0">
            <a:spAutoFit/>
          </a:bodyPr>
          <a:lstStyle/>
          <a:p>
            <a:r>
              <a:rPr lang="en-US" b="1" u="sng" dirty="0">
                <a:latin typeface="Nunito" pitchFamily="2" charset="0"/>
              </a:rPr>
              <a:t>Key Performance Insights (Evaluation Results)</a:t>
            </a:r>
            <a:r>
              <a:rPr lang="en-US" sz="1200" b="1" dirty="0">
                <a:latin typeface="Nunito" pitchFamily="2" charset="0"/>
              </a:rPr>
              <a:t> : </a:t>
            </a:r>
            <a:r>
              <a:rPr lang="en-US" sz="1200" dirty="0">
                <a:latin typeface="Nunito" pitchFamily="2" charset="0"/>
              </a:rPr>
              <a:t>Using an LLM-as-a-Judge approach (Mistral-7B), the system was evaluated across three developmental stages:</a:t>
            </a:r>
          </a:p>
          <a:p>
            <a:pPr marL="171450" indent="-171450">
              <a:buFont typeface="Arial" panose="020B0604020202020204" pitchFamily="34" charset="0"/>
              <a:buChar char="•"/>
            </a:pPr>
            <a:r>
              <a:rPr lang="en-US" sz="1100" b="1" dirty="0">
                <a:latin typeface="Nunito" pitchFamily="2" charset="0"/>
              </a:rPr>
              <a:t>Baseline LLM (No RAG): </a:t>
            </a:r>
            <a:r>
              <a:rPr lang="en-US" sz="1100" dirty="0">
                <a:latin typeface="Nunito" pitchFamily="2" charset="0"/>
              </a:rPr>
              <a:t>Responses were found to be overly generic and clinically shallow. A significant issue was abrupt truncation due to low token limits (128 tokens), resulting in incomplete medical advice.</a:t>
            </a:r>
          </a:p>
          <a:p>
            <a:pPr marL="171450" indent="-171450">
              <a:buFont typeface="Arial" panose="020B0604020202020204" pitchFamily="34" charset="0"/>
              <a:buChar char="•"/>
            </a:pPr>
            <a:r>
              <a:rPr lang="en-US" sz="1100" b="1" dirty="0">
                <a:latin typeface="Nunito" pitchFamily="2" charset="0"/>
              </a:rPr>
              <a:t>LLM with Prompt Engineering: </a:t>
            </a:r>
            <a:r>
              <a:rPr lang="en-US" sz="1100" dirty="0">
                <a:latin typeface="Nunito" pitchFamily="2" charset="0"/>
              </a:rPr>
              <a:t>The addition of a "Medical Consultant" system prompt improved structural integrity and clinical tone. However, without a dedicated knowledge base, the model still missed core clinical specifics (e.g., failed to answer if appendicitis can be cured with medicine).</a:t>
            </a:r>
          </a:p>
          <a:p>
            <a:pPr marL="171450" indent="-171450">
              <a:buFont typeface="Arial" panose="020B0604020202020204" pitchFamily="34" charset="0"/>
              <a:buChar char="•"/>
            </a:pPr>
            <a:r>
              <a:rPr lang="en-US" sz="1100" b="1" dirty="0">
                <a:latin typeface="Nunito" pitchFamily="2" charset="0"/>
              </a:rPr>
              <a:t>RAG Implementation</a:t>
            </a:r>
            <a:r>
              <a:rPr lang="en-US" sz="1100" dirty="0">
                <a:latin typeface="Nunito" pitchFamily="2" charset="0"/>
              </a:rPr>
              <a:t>: This stage where various parameters like </a:t>
            </a:r>
            <a:r>
              <a:rPr lang="en-US" sz="1100" b="1" dirty="0">
                <a:latin typeface="Nunito" pitchFamily="2" charset="0"/>
              </a:rPr>
              <a:t>token size =512 </a:t>
            </a:r>
            <a:r>
              <a:rPr lang="en-US" sz="1100" dirty="0">
                <a:latin typeface="Nunito" pitchFamily="2" charset="0"/>
              </a:rPr>
              <a:t>and </a:t>
            </a:r>
            <a:r>
              <a:rPr lang="en-US" sz="1100" b="1" dirty="0">
                <a:latin typeface="Nunito" pitchFamily="2" charset="0"/>
              </a:rPr>
              <a:t>temperature =0 </a:t>
            </a:r>
            <a:r>
              <a:rPr lang="en-US" sz="1100" dirty="0">
                <a:latin typeface="Nunito" pitchFamily="2" charset="0"/>
              </a:rPr>
              <a:t>are adjusted showed the highest </a:t>
            </a:r>
            <a:r>
              <a:rPr lang="en-US" sz="1100" b="1" dirty="0" err="1">
                <a:latin typeface="Nunito" pitchFamily="2" charset="0"/>
              </a:rPr>
              <a:t>Groundedness</a:t>
            </a:r>
            <a:r>
              <a:rPr lang="en-US" sz="1100" dirty="0">
                <a:latin typeface="Nunito" pitchFamily="2" charset="0"/>
              </a:rPr>
              <a:t> and </a:t>
            </a:r>
            <a:r>
              <a:rPr lang="en-US" sz="1100" b="1" dirty="0">
                <a:latin typeface="Nunito" pitchFamily="2" charset="0"/>
              </a:rPr>
              <a:t>Relevance</a:t>
            </a:r>
            <a:r>
              <a:rPr lang="en-US" sz="1100" dirty="0">
                <a:latin typeface="Nunito" pitchFamily="2" charset="0"/>
              </a:rPr>
              <a:t> (</a:t>
            </a:r>
            <a:r>
              <a:rPr lang="en-US" sz="1100" b="1" dirty="0">
                <a:latin typeface="Nunito" pitchFamily="2" charset="0"/>
              </a:rPr>
              <a:t>rating 5/5 for sepsis protocols</a:t>
            </a:r>
            <a:r>
              <a:rPr lang="en-US" sz="1100" dirty="0">
                <a:latin typeface="Nunito" pitchFamily="2" charset="0"/>
              </a:rPr>
              <a:t>). By retrieving from </a:t>
            </a:r>
            <a:r>
              <a:rPr lang="en-US" sz="1100" b="1" dirty="0">
                <a:latin typeface="Nunito" pitchFamily="2" charset="0"/>
              </a:rPr>
              <a:t>the medical_diagnosis_manual.pdf, </a:t>
            </a:r>
            <a:r>
              <a:rPr lang="en-US" sz="1100" dirty="0">
                <a:latin typeface="Nunito" pitchFamily="2" charset="0"/>
              </a:rPr>
              <a:t>the system provided specific, evidence-based details like specific antibiotic regimens (e.g., Vancomycin, Ceftazidime) that the base LLM could not produce</a:t>
            </a:r>
            <a:r>
              <a:rPr lang="en-US" sz="1200" dirty="0">
                <a:latin typeface="Nunito" pitchFamily="2" charset="0"/>
              </a:rPr>
              <a: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32">
          <a:extLst>
            <a:ext uri="{FF2B5EF4-FFF2-40B4-BE49-F238E27FC236}">
              <a16:creationId xmlns:a16="http://schemas.microsoft.com/office/drawing/2014/main" id="{10F62BE1-ABD1-DD34-205A-011A738445B4}"/>
            </a:ext>
          </a:extLst>
        </p:cNvPr>
        <p:cNvGrpSpPr/>
        <p:nvPr/>
      </p:nvGrpSpPr>
      <p:grpSpPr>
        <a:xfrm>
          <a:off x="0" y="0"/>
          <a:ext cx="0" cy="0"/>
          <a:chOff x="0" y="0"/>
          <a:chExt cx="0" cy="0"/>
        </a:xfrm>
      </p:grpSpPr>
      <p:sp>
        <p:nvSpPr>
          <p:cNvPr id="233" name="Google Shape;233;p50">
            <a:extLst>
              <a:ext uri="{FF2B5EF4-FFF2-40B4-BE49-F238E27FC236}">
                <a16:creationId xmlns:a16="http://schemas.microsoft.com/office/drawing/2014/main" id="{D77067BE-E9A0-CF69-C18F-E77068DB0E89}"/>
              </a:ext>
            </a:extLst>
          </p:cNvPr>
          <p:cNvSpPr txBox="1">
            <a:spLocks noGrp="1"/>
          </p:cNvSpPr>
          <p:nvPr>
            <p:ph type="title"/>
          </p:nvPr>
        </p:nvSpPr>
        <p:spPr>
          <a:xfrm>
            <a:off x="229088" y="0"/>
            <a:ext cx="8520600" cy="1120421"/>
          </a:xfrm>
          <a:prstGeom prst="rect">
            <a:avLst/>
          </a:prstGeom>
          <a:noFill/>
          <a:ln>
            <a:noFill/>
          </a:ln>
        </p:spPr>
        <p:txBody>
          <a:bodyPr spcFirstLastPara="1" wrap="square" lIns="91425" tIns="91425" rIns="91425" bIns="91425" anchor="t" anchorCtr="0">
            <a:noAutofit/>
          </a:bodyPr>
          <a:lstStyle/>
          <a:p>
            <a:pPr lvl="0"/>
            <a:r>
              <a:rPr lang="en" sz="2400" dirty="0">
                <a:solidFill>
                  <a:srgbClr val="0E39A9"/>
                </a:solidFill>
              </a:rPr>
              <a:t>Executive Summary:</a:t>
            </a:r>
            <a:br>
              <a:rPr lang="en" sz="2400" dirty="0">
                <a:solidFill>
                  <a:srgbClr val="0E39A9"/>
                </a:solidFill>
              </a:rPr>
            </a:br>
            <a:r>
              <a:rPr lang="en" sz="2400" dirty="0">
                <a:solidFill>
                  <a:srgbClr val="0E39A9"/>
                </a:solidFill>
              </a:rPr>
              <a:t> Actionable insights and </a:t>
            </a:r>
            <a:r>
              <a:rPr lang="en-US" sz="2400" dirty="0">
                <a:solidFill>
                  <a:srgbClr val="0E39A9"/>
                </a:solidFill>
              </a:rPr>
              <a:t>recommendations</a:t>
            </a:r>
            <a:r>
              <a:rPr lang="en" sz="2400" dirty="0">
                <a:solidFill>
                  <a:srgbClr val="0E39A9"/>
                </a:solidFill>
              </a:rPr>
              <a:t> </a:t>
            </a:r>
            <a:endParaRPr sz="2400" dirty="0">
              <a:solidFill>
                <a:srgbClr val="0E39A9"/>
              </a:solidFill>
            </a:endParaRPr>
          </a:p>
        </p:txBody>
      </p:sp>
      <p:sp>
        <p:nvSpPr>
          <p:cNvPr id="2" name="TextBox 1">
            <a:extLst>
              <a:ext uri="{FF2B5EF4-FFF2-40B4-BE49-F238E27FC236}">
                <a16:creationId xmlns:a16="http://schemas.microsoft.com/office/drawing/2014/main" id="{49FD7304-DCBB-66F5-372E-AF8F0F741B49}"/>
              </a:ext>
            </a:extLst>
          </p:cNvPr>
          <p:cNvSpPr txBox="1"/>
          <p:nvPr/>
        </p:nvSpPr>
        <p:spPr>
          <a:xfrm>
            <a:off x="394312" y="952499"/>
            <a:ext cx="8520600" cy="1831271"/>
          </a:xfrm>
          <a:prstGeom prst="rect">
            <a:avLst/>
          </a:prstGeom>
          <a:noFill/>
        </p:spPr>
        <p:txBody>
          <a:bodyPr wrap="square" rtlCol="0">
            <a:spAutoFit/>
          </a:bodyPr>
          <a:lstStyle/>
          <a:p>
            <a:r>
              <a:rPr lang="en-US" b="1" u="sng" dirty="0">
                <a:latin typeface="Nunito" pitchFamily="2" charset="0"/>
              </a:rPr>
              <a:t>Technical Recommendations:</a:t>
            </a:r>
          </a:p>
          <a:p>
            <a:pPr marL="171450" indent="-171450">
              <a:buFont typeface="Wingdings" panose="05000000000000000000" pitchFamily="2" charset="2"/>
              <a:buChar char="ü"/>
            </a:pPr>
            <a:r>
              <a:rPr lang="en-US" sz="1100" b="1" dirty="0">
                <a:latin typeface="Nunito" pitchFamily="2" charset="0"/>
              </a:rPr>
              <a:t>Resolve Output Truncation:</a:t>
            </a:r>
            <a:r>
              <a:rPr lang="en-US" sz="1100" dirty="0">
                <a:latin typeface="Nunito" pitchFamily="2" charset="0"/>
              </a:rPr>
              <a:t> Across all testing phases, the model frequently cut off mid-sentence. </a:t>
            </a:r>
            <a:r>
              <a:rPr lang="en-US" sz="1100" b="1" dirty="0">
                <a:latin typeface="Nunito" pitchFamily="2" charset="0"/>
              </a:rPr>
              <a:t>Recommendation:</a:t>
            </a:r>
            <a:r>
              <a:rPr lang="en-US" sz="1100" dirty="0">
                <a:latin typeface="Nunito" pitchFamily="2" charset="0"/>
              </a:rPr>
              <a:t> Increase </a:t>
            </a:r>
            <a:r>
              <a:rPr lang="en-US" sz="1100" dirty="0" err="1">
                <a:latin typeface="Nunito" pitchFamily="2" charset="0"/>
              </a:rPr>
              <a:t>max_tokens</a:t>
            </a:r>
            <a:r>
              <a:rPr lang="en-US" sz="1100" dirty="0">
                <a:latin typeface="Nunito" pitchFamily="2" charset="0"/>
              </a:rPr>
              <a:t> to at least 512 for complex medical protocols to ensure complete, actionable clinical guidance.</a:t>
            </a:r>
          </a:p>
          <a:p>
            <a:endParaRPr lang="en-US" sz="1100" dirty="0">
              <a:latin typeface="Nunito" pitchFamily="2" charset="0"/>
            </a:endParaRPr>
          </a:p>
          <a:p>
            <a:pPr marL="171450" indent="-171450">
              <a:buFont typeface="Wingdings" panose="05000000000000000000" pitchFamily="2" charset="2"/>
              <a:buChar char="ü"/>
            </a:pPr>
            <a:r>
              <a:rPr lang="en-US" sz="1100" b="1" dirty="0">
                <a:latin typeface="Nunito" pitchFamily="2" charset="0"/>
              </a:rPr>
              <a:t>Optimize Hyperparameters for Stability:</a:t>
            </a:r>
            <a:r>
              <a:rPr lang="en-US" sz="1100" dirty="0">
                <a:latin typeface="Nunito" pitchFamily="2" charset="0"/>
              </a:rPr>
              <a:t> A Temperature of </a:t>
            </a:r>
            <a:r>
              <a:rPr lang="en-US" sz="1100" b="1" dirty="0">
                <a:latin typeface="Nunito" pitchFamily="2" charset="0"/>
              </a:rPr>
              <a:t>0</a:t>
            </a:r>
            <a:r>
              <a:rPr lang="en-US" sz="1100" dirty="0">
                <a:latin typeface="Nunito" pitchFamily="2" charset="0"/>
              </a:rPr>
              <a:t> provided high </a:t>
            </a:r>
            <a:r>
              <a:rPr lang="en-US" sz="1100" dirty="0" err="1">
                <a:latin typeface="Nunito" pitchFamily="2" charset="0"/>
              </a:rPr>
              <a:t>groundedness</a:t>
            </a:r>
            <a:r>
              <a:rPr lang="en-US" sz="1100" dirty="0">
                <a:latin typeface="Nunito" pitchFamily="2" charset="0"/>
              </a:rPr>
              <a:t> and deterministic accuracy for protocols. While a Temperature of </a:t>
            </a:r>
            <a:r>
              <a:rPr lang="en-US" sz="1100" b="1" dirty="0">
                <a:latin typeface="Nunito" pitchFamily="2" charset="0"/>
              </a:rPr>
              <a:t>0.5</a:t>
            </a:r>
            <a:r>
              <a:rPr lang="en-US" sz="1100" dirty="0">
                <a:latin typeface="Nunito" pitchFamily="2" charset="0"/>
              </a:rPr>
              <a:t> offered more descriptive summaries, it sometimes lacked the precision required for high-stakes medical scenarios</a:t>
            </a:r>
          </a:p>
          <a:p>
            <a:endParaRPr lang="en-US" sz="1100" dirty="0">
              <a:latin typeface="Nunito" pitchFamily="2" charset="0"/>
            </a:endParaRPr>
          </a:p>
          <a:p>
            <a:pPr marL="171450" indent="-171450">
              <a:buFont typeface="Wingdings" panose="05000000000000000000" pitchFamily="2" charset="2"/>
              <a:buChar char="ü"/>
            </a:pPr>
            <a:r>
              <a:rPr lang="en-US" sz="1100" b="1" dirty="0">
                <a:latin typeface="Nunito" pitchFamily="2" charset="0"/>
              </a:rPr>
              <a:t>Enforce Structural Formatting:</a:t>
            </a:r>
            <a:r>
              <a:rPr lang="en-US" sz="1100" dirty="0">
                <a:latin typeface="Nunito" pitchFamily="2" charset="0"/>
              </a:rPr>
              <a:t> Despite prompt instructions, the RAG model occasionally failed to use required headers like ###Answer. </a:t>
            </a:r>
            <a:r>
              <a:rPr lang="en-US" sz="1100" b="1" dirty="0">
                <a:latin typeface="Nunito" pitchFamily="2" charset="0"/>
              </a:rPr>
              <a:t>Recommendation:</a:t>
            </a:r>
            <a:r>
              <a:rPr lang="en-US" sz="1100" dirty="0">
                <a:latin typeface="Nunito" pitchFamily="2" charset="0"/>
              </a:rPr>
              <a:t> Refine the "Few-Shot" examples in the prompt template to strictly enforce output schema</a:t>
            </a:r>
          </a:p>
        </p:txBody>
      </p:sp>
      <p:sp>
        <p:nvSpPr>
          <p:cNvPr id="3" name="TextBox 2">
            <a:extLst>
              <a:ext uri="{FF2B5EF4-FFF2-40B4-BE49-F238E27FC236}">
                <a16:creationId xmlns:a16="http://schemas.microsoft.com/office/drawing/2014/main" id="{0084533D-6247-2CC6-9D07-E8A1D53325B6}"/>
              </a:ext>
            </a:extLst>
          </p:cNvPr>
          <p:cNvSpPr txBox="1"/>
          <p:nvPr/>
        </p:nvSpPr>
        <p:spPr>
          <a:xfrm>
            <a:off x="478775" y="2853674"/>
            <a:ext cx="8351675" cy="2000548"/>
          </a:xfrm>
          <a:prstGeom prst="rect">
            <a:avLst/>
          </a:prstGeom>
          <a:noFill/>
        </p:spPr>
        <p:txBody>
          <a:bodyPr wrap="square" rtlCol="0">
            <a:spAutoFit/>
          </a:bodyPr>
          <a:lstStyle/>
          <a:p>
            <a:r>
              <a:rPr lang="en-US" b="1" u="sng" dirty="0">
                <a:latin typeface="Nunito" pitchFamily="2" charset="0"/>
              </a:rPr>
              <a:t>Strategic &amp; Clinical Recommendations</a:t>
            </a:r>
            <a:r>
              <a:rPr lang="en-US" sz="1200" u="sng" dirty="0"/>
              <a:t>:</a:t>
            </a:r>
          </a:p>
          <a:p>
            <a:pPr marL="171450" indent="-171450">
              <a:buFont typeface="Wingdings" panose="05000000000000000000" pitchFamily="2" charset="2"/>
              <a:buChar char="ü"/>
            </a:pPr>
            <a:r>
              <a:rPr lang="en-US" sz="1100" b="1" dirty="0">
                <a:latin typeface="Nunito" pitchFamily="2" charset="0"/>
              </a:rPr>
              <a:t>Expand the Knowledge Base:</a:t>
            </a:r>
            <a:r>
              <a:rPr lang="en-US" sz="1100" dirty="0">
                <a:latin typeface="Nunito" pitchFamily="2" charset="0"/>
              </a:rPr>
              <a:t> The RAG system’s success is directly tied to the quality of retrieved chunks. The current prototype relies on a single manual. </a:t>
            </a:r>
            <a:r>
              <a:rPr lang="en-US" sz="1100" b="1" dirty="0">
                <a:latin typeface="Nunito" pitchFamily="2" charset="0"/>
              </a:rPr>
              <a:t>Recommendation:</a:t>
            </a:r>
            <a:r>
              <a:rPr lang="en-US" sz="1100" dirty="0">
                <a:latin typeface="Nunito" pitchFamily="2" charset="0"/>
              </a:rPr>
              <a:t> Integrate diverse data sources (WHO standards, internal hospital guidelines) to reduce "I don't know" responses and broaden the tool's utility.</a:t>
            </a:r>
          </a:p>
          <a:p>
            <a:pPr marL="171450" indent="-171450">
              <a:buFont typeface="Wingdings" panose="05000000000000000000" pitchFamily="2" charset="2"/>
              <a:buChar char="ü"/>
            </a:pPr>
            <a:endParaRPr lang="en-US" sz="1100" dirty="0">
              <a:latin typeface="Nunito" pitchFamily="2" charset="0"/>
            </a:endParaRPr>
          </a:p>
          <a:p>
            <a:pPr marL="171450" indent="-171450">
              <a:buFont typeface="Wingdings" panose="05000000000000000000" pitchFamily="2" charset="2"/>
              <a:buChar char="ü"/>
            </a:pPr>
            <a:r>
              <a:rPr lang="en-US" sz="1100" b="1" dirty="0">
                <a:latin typeface="Nunito" pitchFamily="2" charset="0"/>
              </a:rPr>
              <a:t>Human-in-the-Loop Validation:</a:t>
            </a:r>
            <a:r>
              <a:rPr lang="en-US" sz="1100" dirty="0">
                <a:latin typeface="Nunito" pitchFamily="2" charset="0"/>
              </a:rPr>
              <a:t> While the "LLM-as-a-Judge" approach is efficient, it showed the model suggesting slightly excessive measures (e.g., C-collar for a simple leg fracture). </a:t>
            </a:r>
            <a:r>
              <a:rPr lang="en-US" sz="1100" b="1" dirty="0">
                <a:latin typeface="Nunito" pitchFamily="2" charset="0"/>
              </a:rPr>
              <a:t>Recommendation:</a:t>
            </a:r>
            <a:r>
              <a:rPr lang="en-US" sz="1100" dirty="0">
                <a:latin typeface="Nunito" pitchFamily="2" charset="0"/>
              </a:rPr>
              <a:t> Implement a phase of expert medical review to fine-tune the "Relevance" and "Safety" of AI recommendations before clinical deployment.</a:t>
            </a:r>
          </a:p>
          <a:p>
            <a:pPr marL="171450" indent="-171450">
              <a:buFont typeface="Wingdings" panose="05000000000000000000" pitchFamily="2" charset="2"/>
              <a:buChar char="ü"/>
            </a:pPr>
            <a:endParaRPr lang="en-US" sz="1100" b="1" dirty="0">
              <a:latin typeface="Nunito" pitchFamily="2" charset="0"/>
            </a:endParaRPr>
          </a:p>
          <a:p>
            <a:pPr marL="171450" indent="-171450">
              <a:buFont typeface="Wingdings" panose="05000000000000000000" pitchFamily="2" charset="2"/>
              <a:buChar char="ü"/>
            </a:pPr>
            <a:r>
              <a:rPr lang="en-US" sz="1100" b="1" dirty="0">
                <a:latin typeface="Nunito" pitchFamily="2" charset="0"/>
              </a:rPr>
              <a:t>Standardize "Evidence-Based" Responses:</a:t>
            </a:r>
            <a:r>
              <a:rPr lang="en-US" sz="1100" dirty="0">
                <a:latin typeface="Nunito" pitchFamily="2" charset="0"/>
              </a:rPr>
              <a:t> Use the RAG system to automate the generation of standardized care pathways, which addresses the "Variability Care" pain point identified in the problem statement.</a:t>
            </a:r>
          </a:p>
        </p:txBody>
      </p:sp>
    </p:spTree>
    <p:extLst>
      <p:ext uri="{BB962C8B-B14F-4D97-AF65-F5344CB8AC3E}">
        <p14:creationId xmlns:p14="http://schemas.microsoft.com/office/powerpoint/2010/main" val="38219143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sp>
        <p:nvSpPr>
          <p:cNvPr id="240" name="Google Shape;240;p51"/>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2400" dirty="0">
                <a:solidFill>
                  <a:srgbClr val="0E39A9"/>
                </a:solidFill>
              </a:rPr>
              <a:t>Business Problem Overview- Medical </a:t>
            </a:r>
            <a:r>
              <a:rPr lang="en-US" sz="2400" dirty="0">
                <a:solidFill>
                  <a:srgbClr val="0E39A9"/>
                </a:solidFill>
              </a:rPr>
              <a:t>Assistant</a:t>
            </a:r>
            <a:endParaRPr sz="2400" dirty="0">
              <a:solidFill>
                <a:srgbClr val="0E39A9"/>
              </a:solidFill>
            </a:endParaRPr>
          </a:p>
        </p:txBody>
      </p:sp>
      <p:sp>
        <p:nvSpPr>
          <p:cNvPr id="242" name="Google Shape;242;p51"/>
          <p:cNvSpPr txBox="1"/>
          <p:nvPr/>
        </p:nvSpPr>
        <p:spPr>
          <a:xfrm>
            <a:off x="285747" y="700054"/>
            <a:ext cx="8427875" cy="2169794"/>
          </a:xfrm>
          <a:prstGeom prst="rect">
            <a:avLst/>
          </a:prstGeom>
          <a:noFill/>
          <a:ln>
            <a:noFill/>
          </a:ln>
        </p:spPr>
        <p:txBody>
          <a:bodyPr spcFirstLastPara="1" wrap="square" lIns="91425" tIns="91425" rIns="91425" bIns="91425" anchor="t" anchorCtr="0">
            <a:spAutoFit/>
          </a:bodyPr>
          <a:lstStyle/>
          <a:p>
            <a:pPr lvl="0">
              <a:lnSpc>
                <a:spcPct val="150000"/>
              </a:lnSpc>
              <a:buSzPts val="1400"/>
            </a:pPr>
            <a:r>
              <a:rPr lang="en-US" sz="1200" dirty="0">
                <a:latin typeface="Montserrat"/>
                <a:ea typeface="Montserrat"/>
                <a:cs typeface="Montserrat"/>
                <a:sym typeface="Montserrat"/>
              </a:rPr>
              <a:t>The modern healthcare landscape is defined by an exponential growth in medical knowledge, leading to a critical challenge: </a:t>
            </a:r>
            <a:r>
              <a:rPr lang="en-US" sz="1200" b="1" dirty="0">
                <a:latin typeface="Montserrat"/>
                <a:ea typeface="Montserrat"/>
                <a:cs typeface="Montserrat"/>
                <a:sym typeface="Montserrat"/>
              </a:rPr>
              <a:t>Information Overload </a:t>
            </a:r>
            <a:r>
              <a:rPr lang="en-US" sz="1200" dirty="0">
                <a:latin typeface="Montserrat"/>
                <a:ea typeface="Montserrat"/>
                <a:cs typeface="Montserrat"/>
                <a:sym typeface="Montserrat"/>
              </a:rPr>
              <a:t>and the resultant strain on timely, accurate clinical decision-making.</a:t>
            </a:r>
          </a:p>
          <a:p>
            <a:pPr lvl="0">
              <a:lnSpc>
                <a:spcPct val="150000"/>
              </a:lnSpc>
              <a:buSzPts val="1400"/>
            </a:pPr>
            <a:r>
              <a:rPr lang="en-US" b="1" dirty="0">
                <a:latin typeface="Montserrat"/>
                <a:ea typeface="Montserrat"/>
                <a:cs typeface="Montserrat"/>
                <a:sym typeface="Montserrat"/>
              </a:rPr>
              <a:t>The Challenge Information Overload in Healthcare:</a:t>
            </a:r>
          </a:p>
          <a:p>
            <a:pPr lvl="0">
              <a:lnSpc>
                <a:spcPct val="150000"/>
              </a:lnSpc>
              <a:buSzPts val="1400"/>
            </a:pPr>
            <a:r>
              <a:rPr lang="en-US" sz="1200" dirty="0">
                <a:latin typeface="Montserrat"/>
                <a:ea typeface="Montserrat"/>
                <a:cs typeface="Montserrat"/>
                <a:sym typeface="Montserrat"/>
              </a:rPr>
              <a:t>Healthcare professionals (HCPs) operate in a highly demanding, time-sensitive environment where the volume of medical data—from new research to constantly updated clinical guidelines—far exceeds the capacity for manual retrieval and synthesis.</a:t>
            </a:r>
            <a:endParaRPr sz="1200" dirty="0">
              <a:latin typeface="Montserrat"/>
              <a:ea typeface="Montserrat"/>
              <a:cs typeface="Montserrat"/>
              <a:sym typeface="Montserrat"/>
            </a:endParaRPr>
          </a:p>
        </p:txBody>
      </p:sp>
      <p:graphicFrame>
        <p:nvGraphicFramePr>
          <p:cNvPr id="4" name="Table 3">
            <a:extLst>
              <a:ext uri="{FF2B5EF4-FFF2-40B4-BE49-F238E27FC236}">
                <a16:creationId xmlns:a16="http://schemas.microsoft.com/office/drawing/2014/main" id="{2230FF83-85E4-66D7-C169-DCBC81765F93}"/>
              </a:ext>
            </a:extLst>
          </p:cNvPr>
          <p:cNvGraphicFramePr>
            <a:graphicFrameLocks noGrp="1"/>
          </p:cNvGraphicFramePr>
          <p:nvPr>
            <p:extLst>
              <p:ext uri="{D42A27DB-BD31-4B8C-83A1-F6EECF244321}">
                <p14:modId xmlns:p14="http://schemas.microsoft.com/office/powerpoint/2010/main" val="3416165239"/>
              </p:ext>
            </p:extLst>
          </p:nvPr>
        </p:nvGraphicFramePr>
        <p:xfrm>
          <a:off x="285747" y="2912691"/>
          <a:ext cx="8010527" cy="1941530"/>
        </p:xfrm>
        <a:graphic>
          <a:graphicData uri="http://schemas.openxmlformats.org/drawingml/2006/table">
            <a:tbl>
              <a:tblPr firstRow="1" bandRow="1">
                <a:tableStyleId>{11B3D4AF-D05D-46CC-AD48-3D6A0D768892}</a:tableStyleId>
              </a:tblPr>
              <a:tblGrid>
                <a:gridCol w="1757162">
                  <a:extLst>
                    <a:ext uri="{9D8B030D-6E8A-4147-A177-3AD203B41FA5}">
                      <a16:colId xmlns:a16="http://schemas.microsoft.com/office/drawing/2014/main" val="2277169663"/>
                    </a:ext>
                  </a:extLst>
                </a:gridCol>
                <a:gridCol w="3205369">
                  <a:extLst>
                    <a:ext uri="{9D8B030D-6E8A-4147-A177-3AD203B41FA5}">
                      <a16:colId xmlns:a16="http://schemas.microsoft.com/office/drawing/2014/main" val="1364198944"/>
                    </a:ext>
                  </a:extLst>
                </a:gridCol>
                <a:gridCol w="3047996">
                  <a:extLst>
                    <a:ext uri="{9D8B030D-6E8A-4147-A177-3AD203B41FA5}">
                      <a16:colId xmlns:a16="http://schemas.microsoft.com/office/drawing/2014/main" val="4225064809"/>
                    </a:ext>
                  </a:extLst>
                </a:gridCol>
              </a:tblGrid>
              <a:tr h="295610">
                <a:tc>
                  <a:txBody>
                    <a:bodyPr/>
                    <a:lstStyle/>
                    <a:p>
                      <a:r>
                        <a:rPr lang="en-US" sz="1000" dirty="0">
                          <a:latin typeface="Montserrat" panose="00000500000000000000" pitchFamily="2" charset="0"/>
                        </a:rPr>
                        <a:t>Key Pain Point</a:t>
                      </a:r>
                    </a:p>
                  </a:txBody>
                  <a:tcPr/>
                </a:tc>
                <a:tc>
                  <a:txBody>
                    <a:bodyPr/>
                    <a:lstStyle/>
                    <a:p>
                      <a:r>
                        <a:rPr lang="en-US" sz="1000" dirty="0">
                          <a:latin typeface="Montserrat" panose="00000500000000000000" pitchFamily="2" charset="0"/>
                        </a:rPr>
                        <a:t>Description </a:t>
                      </a:r>
                    </a:p>
                  </a:txBody>
                  <a:tcPr/>
                </a:tc>
                <a:tc>
                  <a:txBody>
                    <a:bodyPr/>
                    <a:lstStyle/>
                    <a:p>
                      <a:r>
                        <a:rPr lang="en-US" sz="1000" dirty="0">
                          <a:latin typeface="Montserrat" panose="00000500000000000000" pitchFamily="2" charset="0"/>
                        </a:rPr>
                        <a:t>Impact on Patient Care</a:t>
                      </a:r>
                    </a:p>
                  </a:txBody>
                  <a:tcPr/>
                </a:tc>
                <a:extLst>
                  <a:ext uri="{0D108BD9-81ED-4DB2-BD59-A6C34878D82A}">
                    <a16:rowId xmlns:a16="http://schemas.microsoft.com/office/drawing/2014/main" val="1580489344"/>
                  </a:ext>
                </a:extLst>
              </a:tr>
              <a:tr h="536025">
                <a:tc>
                  <a:txBody>
                    <a:bodyPr/>
                    <a:lstStyle/>
                    <a:p>
                      <a:r>
                        <a:rPr lang="en-US" sz="1000" b="1" dirty="0">
                          <a:latin typeface="Montserrat" panose="00000500000000000000" pitchFamily="2" charset="0"/>
                        </a:rPr>
                        <a:t>Information Fragmentation </a:t>
                      </a:r>
                    </a:p>
                  </a:txBody>
                  <a:tcPr/>
                </a:tc>
                <a:tc>
                  <a:txBody>
                    <a:bodyPr/>
                    <a:lstStyle/>
                    <a:p>
                      <a:r>
                        <a:rPr lang="en-US" sz="1000" dirty="0">
                          <a:latin typeface="Montserrat" panose="00000500000000000000" pitchFamily="2" charset="0"/>
                        </a:rPr>
                        <a:t>Medical knowledge is scattered across various sources (manuals, journals, internal documents).</a:t>
                      </a:r>
                    </a:p>
                  </a:txBody>
                  <a:tcPr/>
                </a:tc>
                <a:tc>
                  <a:txBody>
                    <a:bodyPr/>
                    <a:lstStyle/>
                    <a:p>
                      <a:r>
                        <a:rPr lang="en-US" sz="1000" dirty="0">
                          <a:latin typeface="Montserrat" panose="00000500000000000000" pitchFamily="2" charset="0"/>
                        </a:rPr>
                        <a:t>Medical knowledge is scattered across various sources (manuals, journals, internal documents).</a:t>
                      </a:r>
                    </a:p>
                  </a:txBody>
                  <a:tcPr/>
                </a:tc>
                <a:extLst>
                  <a:ext uri="{0D108BD9-81ED-4DB2-BD59-A6C34878D82A}">
                    <a16:rowId xmlns:a16="http://schemas.microsoft.com/office/drawing/2014/main" val="4165674715"/>
                  </a:ext>
                </a:extLst>
              </a:tr>
              <a:tr h="536025">
                <a:tc>
                  <a:txBody>
                    <a:bodyPr/>
                    <a:lstStyle/>
                    <a:p>
                      <a:r>
                        <a:rPr lang="en-US" sz="1000" b="1" dirty="0">
                          <a:latin typeface="Montserrat" panose="00000500000000000000" pitchFamily="2" charset="0"/>
                        </a:rPr>
                        <a:t>Time Critical Decision </a:t>
                      </a:r>
                    </a:p>
                  </a:txBody>
                  <a:tcPr/>
                </a:tc>
                <a:tc>
                  <a:txBody>
                    <a:bodyPr/>
                    <a:lstStyle/>
                    <a:p>
                      <a:r>
                        <a:rPr lang="en-US" sz="1000" dirty="0">
                          <a:latin typeface="Montserrat" panose="00000500000000000000" pitchFamily="2" charset="0"/>
                        </a:rPr>
                        <a:t>Especially in emergency/critical care settings, minutes count, but complex information requires quick processing</a:t>
                      </a:r>
                    </a:p>
                  </a:txBody>
                  <a:tcPr/>
                </a:tc>
                <a:tc>
                  <a:txBody>
                    <a:bodyPr/>
                    <a:lstStyle/>
                    <a:p>
                      <a:r>
                        <a:rPr lang="en-US" sz="1000" dirty="0">
                          <a:latin typeface="Montserrat" panose="00000500000000000000" pitchFamily="2" charset="0"/>
                        </a:rPr>
                        <a:t>Especially in emergency/critical care settings, minutes count, but complex information requires quick processing</a:t>
                      </a:r>
                    </a:p>
                  </a:txBody>
                  <a:tcPr/>
                </a:tc>
                <a:extLst>
                  <a:ext uri="{0D108BD9-81ED-4DB2-BD59-A6C34878D82A}">
                    <a16:rowId xmlns:a16="http://schemas.microsoft.com/office/drawing/2014/main" val="767300407"/>
                  </a:ext>
                </a:extLst>
              </a:tr>
              <a:tr h="536025">
                <a:tc>
                  <a:txBody>
                    <a:bodyPr/>
                    <a:lstStyle/>
                    <a:p>
                      <a:r>
                        <a:rPr lang="en-US" sz="1000" b="1" dirty="0">
                          <a:latin typeface="Montserrat" panose="00000500000000000000" pitchFamily="2" charset="0"/>
                        </a:rPr>
                        <a:t>Variability Care</a:t>
                      </a:r>
                    </a:p>
                  </a:txBody>
                  <a:tcPr/>
                </a:tc>
                <a:tc>
                  <a:txBody>
                    <a:bodyPr/>
                    <a:lstStyle/>
                    <a:p>
                      <a:r>
                        <a:rPr lang="en-US" sz="1000" dirty="0">
                          <a:latin typeface="Montserrat" panose="00000500000000000000" pitchFamily="2" charset="0"/>
                        </a:rPr>
                        <a:t>Reliance on individual memory and disparate sources can lead to inconsistencies in diagnosis and treatment protocols</a:t>
                      </a:r>
                    </a:p>
                  </a:txBody>
                  <a:tcPr/>
                </a:tc>
                <a:tc>
                  <a:txBody>
                    <a:bodyPr/>
                    <a:lstStyle/>
                    <a:p>
                      <a:r>
                        <a:rPr lang="en-US" sz="1000" dirty="0">
                          <a:latin typeface="Montserrat" panose="00000500000000000000" pitchFamily="2" charset="0"/>
                        </a:rPr>
                        <a:t>Lack of standardized, evidence-based care across different practitioners or facilities</a:t>
                      </a:r>
                    </a:p>
                  </a:txBody>
                  <a:tcPr/>
                </a:tc>
                <a:extLst>
                  <a:ext uri="{0D108BD9-81ED-4DB2-BD59-A6C34878D82A}">
                    <a16:rowId xmlns:a16="http://schemas.microsoft.com/office/drawing/2014/main" val="1132865156"/>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39">
          <a:extLst>
            <a:ext uri="{FF2B5EF4-FFF2-40B4-BE49-F238E27FC236}">
              <a16:creationId xmlns:a16="http://schemas.microsoft.com/office/drawing/2014/main" id="{A6B085C9-095E-F7A5-FF03-7DE56871692A}"/>
            </a:ext>
          </a:extLst>
        </p:cNvPr>
        <p:cNvGrpSpPr/>
        <p:nvPr/>
      </p:nvGrpSpPr>
      <p:grpSpPr>
        <a:xfrm>
          <a:off x="0" y="0"/>
          <a:ext cx="0" cy="0"/>
          <a:chOff x="0" y="0"/>
          <a:chExt cx="0" cy="0"/>
        </a:xfrm>
      </p:grpSpPr>
      <p:sp>
        <p:nvSpPr>
          <p:cNvPr id="240" name="Google Shape;240;p51">
            <a:extLst>
              <a:ext uri="{FF2B5EF4-FFF2-40B4-BE49-F238E27FC236}">
                <a16:creationId xmlns:a16="http://schemas.microsoft.com/office/drawing/2014/main" id="{7FC7D32B-3207-A3A4-F978-24747F65ED84}"/>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2400" dirty="0">
                <a:solidFill>
                  <a:srgbClr val="0E39A9"/>
                </a:solidFill>
              </a:rPr>
              <a:t>Business Problem Overview- Medical </a:t>
            </a:r>
            <a:r>
              <a:rPr lang="en-US" sz="2400" dirty="0">
                <a:solidFill>
                  <a:srgbClr val="0E39A9"/>
                </a:solidFill>
              </a:rPr>
              <a:t>Assistant</a:t>
            </a:r>
            <a:endParaRPr sz="2400" dirty="0">
              <a:solidFill>
                <a:srgbClr val="0E39A9"/>
              </a:solidFill>
            </a:endParaRPr>
          </a:p>
        </p:txBody>
      </p:sp>
      <p:sp>
        <p:nvSpPr>
          <p:cNvPr id="242" name="Google Shape;242;p51">
            <a:extLst>
              <a:ext uri="{FF2B5EF4-FFF2-40B4-BE49-F238E27FC236}">
                <a16:creationId xmlns:a16="http://schemas.microsoft.com/office/drawing/2014/main" id="{DA2DB81E-66F0-4FDD-ADB5-A3E37F5BE49C}"/>
              </a:ext>
            </a:extLst>
          </p:cNvPr>
          <p:cNvSpPr txBox="1"/>
          <p:nvPr/>
        </p:nvSpPr>
        <p:spPr>
          <a:xfrm>
            <a:off x="285747" y="785779"/>
            <a:ext cx="8427875" cy="1061799"/>
          </a:xfrm>
          <a:prstGeom prst="rect">
            <a:avLst/>
          </a:prstGeom>
          <a:noFill/>
          <a:ln>
            <a:noFill/>
          </a:ln>
        </p:spPr>
        <p:txBody>
          <a:bodyPr spcFirstLastPara="1" wrap="square" lIns="91425" tIns="91425" rIns="91425" bIns="91425" anchor="t" anchorCtr="0">
            <a:spAutoFit/>
          </a:bodyPr>
          <a:lstStyle/>
          <a:p>
            <a:pPr lvl="0">
              <a:lnSpc>
                <a:spcPct val="150000"/>
              </a:lnSpc>
              <a:buSzPts val="1400"/>
            </a:pPr>
            <a:r>
              <a:rPr lang="en-US" b="1" dirty="0">
                <a:latin typeface="Montserrat"/>
                <a:ea typeface="Montserrat"/>
                <a:cs typeface="Montserrat"/>
                <a:sym typeface="Montserrat"/>
              </a:rPr>
              <a:t>Project Objectives and Value proposition :</a:t>
            </a:r>
          </a:p>
          <a:p>
            <a:pPr lvl="0">
              <a:lnSpc>
                <a:spcPct val="150000"/>
              </a:lnSpc>
              <a:buSzPts val="1400"/>
            </a:pPr>
            <a:r>
              <a:rPr lang="en-US" sz="1200" dirty="0">
                <a:latin typeface="Montserrat"/>
                <a:ea typeface="Montserrat"/>
                <a:cs typeface="Montserrat"/>
                <a:sym typeface="Montserrat"/>
              </a:rPr>
              <a:t>The primary objective is </a:t>
            </a:r>
            <a:r>
              <a:rPr lang="en-US" sz="1200" b="1" dirty="0">
                <a:latin typeface="Montserrat"/>
                <a:ea typeface="Montserrat"/>
                <a:cs typeface="Montserrat"/>
                <a:sym typeface="Montserrat"/>
              </a:rPr>
              <a:t>to streamline access to complex medical information</a:t>
            </a:r>
            <a:r>
              <a:rPr lang="en-US" sz="1200" dirty="0">
                <a:latin typeface="Montserrat"/>
                <a:ea typeface="Montserrat"/>
                <a:cs typeface="Montserrat"/>
                <a:sym typeface="Montserrat"/>
              </a:rPr>
              <a:t> to enhance diagnostic accuracy, treatment planning, and overall operational efficiency.</a:t>
            </a:r>
            <a:endParaRPr sz="1200" dirty="0">
              <a:latin typeface="Montserrat"/>
              <a:ea typeface="Montserrat"/>
              <a:cs typeface="Montserrat"/>
              <a:sym typeface="Montserrat"/>
            </a:endParaRPr>
          </a:p>
        </p:txBody>
      </p:sp>
      <p:graphicFrame>
        <p:nvGraphicFramePr>
          <p:cNvPr id="4" name="Table 3">
            <a:extLst>
              <a:ext uri="{FF2B5EF4-FFF2-40B4-BE49-F238E27FC236}">
                <a16:creationId xmlns:a16="http://schemas.microsoft.com/office/drawing/2014/main" id="{7B730779-8841-4EA8-A6BD-8859E79DD32E}"/>
              </a:ext>
            </a:extLst>
          </p:cNvPr>
          <p:cNvGraphicFramePr>
            <a:graphicFrameLocks noGrp="1"/>
          </p:cNvGraphicFramePr>
          <p:nvPr>
            <p:extLst>
              <p:ext uri="{D42A27DB-BD31-4B8C-83A1-F6EECF244321}">
                <p14:modId xmlns:p14="http://schemas.microsoft.com/office/powerpoint/2010/main" val="88257278"/>
              </p:ext>
            </p:extLst>
          </p:nvPr>
        </p:nvGraphicFramePr>
        <p:xfrm>
          <a:off x="285747" y="1998291"/>
          <a:ext cx="8010527" cy="2093930"/>
        </p:xfrm>
        <a:graphic>
          <a:graphicData uri="http://schemas.openxmlformats.org/drawingml/2006/table">
            <a:tbl>
              <a:tblPr firstRow="1" bandRow="1">
                <a:tableStyleId>{11B3D4AF-D05D-46CC-AD48-3D6A0D768892}</a:tableStyleId>
              </a:tblPr>
              <a:tblGrid>
                <a:gridCol w="1757162">
                  <a:extLst>
                    <a:ext uri="{9D8B030D-6E8A-4147-A177-3AD203B41FA5}">
                      <a16:colId xmlns:a16="http://schemas.microsoft.com/office/drawing/2014/main" val="2277169663"/>
                    </a:ext>
                  </a:extLst>
                </a:gridCol>
                <a:gridCol w="3205369">
                  <a:extLst>
                    <a:ext uri="{9D8B030D-6E8A-4147-A177-3AD203B41FA5}">
                      <a16:colId xmlns:a16="http://schemas.microsoft.com/office/drawing/2014/main" val="1364198944"/>
                    </a:ext>
                  </a:extLst>
                </a:gridCol>
                <a:gridCol w="3047996">
                  <a:extLst>
                    <a:ext uri="{9D8B030D-6E8A-4147-A177-3AD203B41FA5}">
                      <a16:colId xmlns:a16="http://schemas.microsoft.com/office/drawing/2014/main" val="4225064809"/>
                    </a:ext>
                  </a:extLst>
                </a:gridCol>
              </a:tblGrid>
              <a:tr h="295610">
                <a:tc>
                  <a:txBody>
                    <a:bodyPr/>
                    <a:lstStyle/>
                    <a:p>
                      <a:r>
                        <a:rPr lang="en-US" sz="1000" dirty="0">
                          <a:latin typeface="Montserrat" panose="00000500000000000000" pitchFamily="2" charset="0"/>
                        </a:rPr>
                        <a:t>Component </a:t>
                      </a:r>
                    </a:p>
                  </a:txBody>
                  <a:tcPr/>
                </a:tc>
                <a:tc>
                  <a:txBody>
                    <a:bodyPr/>
                    <a:lstStyle/>
                    <a:p>
                      <a:r>
                        <a:rPr lang="en-US" sz="1000" dirty="0">
                          <a:latin typeface="Montserrat" panose="00000500000000000000" pitchFamily="2" charset="0"/>
                        </a:rPr>
                        <a:t>Goal</a:t>
                      </a:r>
                    </a:p>
                  </a:txBody>
                  <a:tcPr/>
                </a:tc>
                <a:tc>
                  <a:txBody>
                    <a:bodyPr/>
                    <a:lstStyle/>
                    <a:p>
                      <a:r>
                        <a:rPr lang="en-US" sz="1000" dirty="0">
                          <a:latin typeface="Montserrat" panose="00000500000000000000" pitchFamily="2" charset="0"/>
                        </a:rPr>
                        <a:t>Value to Healthcare</a:t>
                      </a:r>
                    </a:p>
                  </a:txBody>
                  <a:tcPr/>
                </a:tc>
                <a:extLst>
                  <a:ext uri="{0D108BD9-81ED-4DB2-BD59-A6C34878D82A}">
                    <a16:rowId xmlns:a16="http://schemas.microsoft.com/office/drawing/2014/main" val="1580489344"/>
                  </a:ext>
                </a:extLst>
              </a:tr>
              <a:tr h="536025">
                <a:tc>
                  <a:txBody>
                    <a:bodyPr/>
                    <a:lstStyle/>
                    <a:p>
                      <a:r>
                        <a:rPr lang="en-US" sz="1000" b="1" dirty="0">
                          <a:latin typeface="Montserrat" panose="00000500000000000000" pitchFamily="2" charset="0"/>
                        </a:rPr>
                        <a:t>RAG System Development</a:t>
                      </a:r>
                    </a:p>
                  </a:txBody>
                  <a:tcPr/>
                </a:tc>
                <a:tc>
                  <a:txBody>
                    <a:bodyPr/>
                    <a:lstStyle/>
                    <a:p>
                      <a:r>
                        <a:rPr lang="en-US" sz="1000" b="1" dirty="0">
                          <a:latin typeface="Montserrat" panose="00000500000000000000" pitchFamily="2" charset="0"/>
                        </a:rPr>
                        <a:t>Develop</a:t>
                      </a:r>
                      <a:r>
                        <a:rPr lang="en-US" sz="1000" dirty="0">
                          <a:latin typeface="Montserrat" panose="00000500000000000000" pitchFamily="2" charset="0"/>
                        </a:rPr>
                        <a:t> a functional </a:t>
                      </a:r>
                      <a:r>
                        <a:rPr lang="en-US" sz="1000" b="1" dirty="0">
                          <a:latin typeface="Montserrat" panose="00000500000000000000" pitchFamily="2" charset="0"/>
                        </a:rPr>
                        <a:t>AI prototype</a:t>
                      </a:r>
                      <a:r>
                        <a:rPr lang="en-US" sz="1000" dirty="0">
                          <a:latin typeface="Montserrat" panose="00000500000000000000" pitchFamily="2" charset="0"/>
                        </a:rPr>
                        <a:t> using established medical knowledge as the single source of truth.</a:t>
                      </a:r>
                    </a:p>
                  </a:txBody>
                  <a:tcPr/>
                </a:tc>
                <a:tc>
                  <a:txBody>
                    <a:bodyPr/>
                    <a:lstStyle/>
                    <a:p>
                      <a:r>
                        <a:rPr lang="en-US" sz="1000" b="1" dirty="0">
                          <a:latin typeface="Montserrat" panose="00000500000000000000" pitchFamily="2" charset="0"/>
                        </a:rPr>
                        <a:t>Reliable and Trusted Information:</a:t>
                      </a:r>
                      <a:r>
                        <a:rPr lang="en-US" sz="1000" dirty="0">
                          <a:latin typeface="Montserrat" panose="00000500000000000000" pitchFamily="2" charset="0"/>
                        </a:rPr>
                        <a:t> Ensure answers are traceable and sourced from verified medical literature</a:t>
                      </a:r>
                    </a:p>
                  </a:txBody>
                  <a:tcPr/>
                </a:tc>
                <a:extLst>
                  <a:ext uri="{0D108BD9-81ED-4DB2-BD59-A6C34878D82A}">
                    <a16:rowId xmlns:a16="http://schemas.microsoft.com/office/drawing/2014/main" val="4165674715"/>
                  </a:ext>
                </a:extLst>
              </a:tr>
              <a:tr h="536025">
                <a:tc>
                  <a:txBody>
                    <a:bodyPr/>
                    <a:lstStyle/>
                    <a:p>
                      <a:r>
                        <a:rPr lang="en-US" sz="1000" b="1" dirty="0">
                          <a:latin typeface="Montserrat" panose="00000500000000000000" pitchFamily="2" charset="0"/>
                        </a:rPr>
                        <a:t> Decision Support</a:t>
                      </a:r>
                    </a:p>
                  </a:txBody>
                  <a:tcPr/>
                </a:tc>
                <a:tc>
                  <a:txBody>
                    <a:bodyPr/>
                    <a:lstStyle/>
                    <a:p>
                      <a:r>
                        <a:rPr lang="en-US" sz="1000" b="1" dirty="0">
                          <a:latin typeface="Montserrat" panose="00000500000000000000" pitchFamily="2" charset="0"/>
                        </a:rPr>
                        <a:t>Apply</a:t>
                      </a:r>
                      <a:r>
                        <a:rPr lang="en-US" sz="1000" dirty="0">
                          <a:latin typeface="Montserrat" panose="00000500000000000000" pitchFamily="2" charset="0"/>
                        </a:rPr>
                        <a:t> AI to quickly generate evidence-based answers to complex clinical questions (e.g., sepsis protocols, surgical procedures).</a:t>
                      </a:r>
                    </a:p>
                  </a:txBody>
                  <a:tcPr/>
                </a:tc>
                <a:tc>
                  <a:txBody>
                    <a:bodyPr/>
                    <a:lstStyle/>
                    <a:p>
                      <a:r>
                        <a:rPr lang="en-US" sz="1000" b="1" dirty="0">
                          <a:latin typeface="Montserrat" panose="00000500000000000000" pitchFamily="2" charset="0"/>
                        </a:rPr>
                        <a:t>Improved Efficiency:</a:t>
                      </a:r>
                      <a:r>
                        <a:rPr lang="en-US" sz="1000" dirty="0">
                          <a:latin typeface="Montserrat" panose="00000500000000000000" pitchFamily="2" charset="0"/>
                        </a:rPr>
                        <a:t> Reduce time spent on information retrieval, allowing more focus on patient care.</a:t>
                      </a:r>
                    </a:p>
                  </a:txBody>
                  <a:tcPr/>
                </a:tc>
                <a:extLst>
                  <a:ext uri="{0D108BD9-81ED-4DB2-BD59-A6C34878D82A}">
                    <a16:rowId xmlns:a16="http://schemas.microsoft.com/office/drawing/2014/main" val="767300407"/>
                  </a:ext>
                </a:extLst>
              </a:tr>
              <a:tr h="536025">
                <a:tc>
                  <a:txBody>
                    <a:bodyPr/>
                    <a:lstStyle/>
                    <a:p>
                      <a:r>
                        <a:rPr lang="en-US" sz="1000" b="1" dirty="0">
                          <a:latin typeface="Montserrat" panose="00000500000000000000" pitchFamily="2" charset="0"/>
                        </a:rPr>
                        <a:t>Impact and Evolution </a:t>
                      </a:r>
                    </a:p>
                  </a:txBody>
                  <a:tcPr/>
                </a:tc>
                <a:tc>
                  <a:txBody>
                    <a:bodyPr/>
                    <a:lstStyle/>
                    <a:p>
                      <a:r>
                        <a:rPr lang="en-US" sz="1000" b="1" dirty="0">
                          <a:latin typeface="Montserrat" panose="00000500000000000000" pitchFamily="2" charset="0"/>
                        </a:rPr>
                        <a:t>Analyze and Evaluate</a:t>
                      </a:r>
                      <a:r>
                        <a:rPr lang="en-US" sz="1000" dirty="0">
                          <a:latin typeface="Montserrat" panose="00000500000000000000" pitchFamily="2" charset="0"/>
                        </a:rPr>
                        <a:t> the solution's potential to standardize care and improve patient outcomes through faster, more informed decisions.</a:t>
                      </a:r>
                    </a:p>
                  </a:txBody>
                  <a:tcPr/>
                </a:tc>
                <a:tc>
                  <a:txBody>
                    <a:bodyPr/>
                    <a:lstStyle/>
                    <a:p>
                      <a:r>
                        <a:rPr lang="en-US" sz="1000" b="1" dirty="0">
                          <a:latin typeface="Montserrat" panose="00000500000000000000" pitchFamily="2" charset="0"/>
                        </a:rPr>
                        <a:t>Standardized Care:</a:t>
                      </a:r>
                      <a:r>
                        <a:rPr lang="en-US" sz="1000" dirty="0">
                          <a:latin typeface="Montserrat" panose="00000500000000000000" pitchFamily="2" charset="0"/>
                        </a:rPr>
                        <a:t> Promote consistent adherence to best practice guidelines across the organization</a:t>
                      </a:r>
                    </a:p>
                  </a:txBody>
                  <a:tcPr/>
                </a:tc>
                <a:extLst>
                  <a:ext uri="{0D108BD9-81ED-4DB2-BD59-A6C34878D82A}">
                    <a16:rowId xmlns:a16="http://schemas.microsoft.com/office/drawing/2014/main" val="1132865156"/>
                  </a:ext>
                </a:extLst>
              </a:tr>
            </a:tbl>
          </a:graphicData>
        </a:graphic>
      </p:graphicFrame>
      <p:sp>
        <p:nvSpPr>
          <p:cNvPr id="2" name="Google Shape;242;p51">
            <a:extLst>
              <a:ext uri="{FF2B5EF4-FFF2-40B4-BE49-F238E27FC236}">
                <a16:creationId xmlns:a16="http://schemas.microsoft.com/office/drawing/2014/main" id="{2CE8A8ED-2B4B-80C8-8A24-C5E7186C3803}"/>
              </a:ext>
            </a:extLst>
          </p:cNvPr>
          <p:cNvSpPr txBox="1"/>
          <p:nvPr/>
        </p:nvSpPr>
        <p:spPr>
          <a:xfrm>
            <a:off x="342897" y="4129054"/>
            <a:ext cx="8427875" cy="738633"/>
          </a:xfrm>
          <a:prstGeom prst="rect">
            <a:avLst/>
          </a:prstGeom>
          <a:noFill/>
          <a:ln>
            <a:noFill/>
          </a:ln>
        </p:spPr>
        <p:txBody>
          <a:bodyPr spcFirstLastPara="1" wrap="square" lIns="91425" tIns="91425" rIns="91425" bIns="91425" anchor="t" anchorCtr="0">
            <a:spAutoFit/>
          </a:bodyPr>
          <a:lstStyle/>
          <a:p>
            <a:pPr lvl="0">
              <a:lnSpc>
                <a:spcPct val="150000"/>
              </a:lnSpc>
              <a:buSzPts val="1400"/>
            </a:pPr>
            <a:r>
              <a:rPr lang="en-US" sz="1200" dirty="0">
                <a:latin typeface="Montserrat"/>
                <a:ea typeface="Montserrat"/>
                <a:cs typeface="Montserrat"/>
                <a:sym typeface="Montserrat"/>
              </a:rPr>
              <a:t>This project directly addresses the need for </a:t>
            </a:r>
            <a:r>
              <a:rPr lang="en-US" sz="1200" b="1" dirty="0">
                <a:latin typeface="Montserrat"/>
                <a:ea typeface="Montserrat"/>
                <a:cs typeface="Montserrat"/>
                <a:sym typeface="Montserrat"/>
              </a:rPr>
              <a:t>efficiency, accuracy, and standardization </a:t>
            </a:r>
            <a:r>
              <a:rPr lang="en-US" sz="1200" dirty="0">
                <a:latin typeface="Montserrat"/>
                <a:ea typeface="Montserrat"/>
                <a:cs typeface="Montserrat"/>
                <a:sym typeface="Montserrat"/>
              </a:rPr>
              <a:t>in a data-rich clinical setting, moving healthcare centers toward a more informed, </a:t>
            </a:r>
            <a:r>
              <a:rPr lang="en-US" sz="1200" b="1" dirty="0">
                <a:latin typeface="Montserrat"/>
                <a:ea typeface="Montserrat"/>
                <a:cs typeface="Montserrat"/>
                <a:sym typeface="Montserrat"/>
              </a:rPr>
              <a:t>data-driven model of patient care</a:t>
            </a:r>
            <a:endParaRPr sz="1200" b="1" dirty="0">
              <a:latin typeface="Montserrat"/>
              <a:ea typeface="Montserrat"/>
              <a:cs typeface="Montserrat"/>
              <a:sym typeface="Montserrat"/>
            </a:endParaRPr>
          </a:p>
        </p:txBody>
      </p:sp>
    </p:spTree>
    <p:extLst>
      <p:ext uri="{BB962C8B-B14F-4D97-AF65-F5344CB8AC3E}">
        <p14:creationId xmlns:p14="http://schemas.microsoft.com/office/powerpoint/2010/main" val="34419949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39">
          <a:extLst>
            <a:ext uri="{FF2B5EF4-FFF2-40B4-BE49-F238E27FC236}">
              <a16:creationId xmlns:a16="http://schemas.microsoft.com/office/drawing/2014/main" id="{1BA89368-1CCF-5BF7-C4A0-30E8E7532F5F}"/>
            </a:ext>
          </a:extLst>
        </p:cNvPr>
        <p:cNvGrpSpPr/>
        <p:nvPr/>
      </p:nvGrpSpPr>
      <p:grpSpPr>
        <a:xfrm>
          <a:off x="0" y="0"/>
          <a:ext cx="0" cy="0"/>
          <a:chOff x="0" y="0"/>
          <a:chExt cx="0" cy="0"/>
        </a:xfrm>
      </p:grpSpPr>
      <p:sp>
        <p:nvSpPr>
          <p:cNvPr id="240" name="Google Shape;240;p51">
            <a:extLst>
              <a:ext uri="{FF2B5EF4-FFF2-40B4-BE49-F238E27FC236}">
                <a16:creationId xmlns:a16="http://schemas.microsoft.com/office/drawing/2014/main" id="{6CE9F866-8E0D-99EE-879E-F1AF2CF184F2}"/>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2400" dirty="0">
                <a:solidFill>
                  <a:srgbClr val="0E39A9"/>
                </a:solidFill>
              </a:rPr>
              <a:t>Solution Approach-RAG</a:t>
            </a:r>
            <a:endParaRPr sz="2400" dirty="0">
              <a:solidFill>
                <a:srgbClr val="0E39A9"/>
              </a:solidFill>
            </a:endParaRPr>
          </a:p>
        </p:txBody>
      </p:sp>
      <p:sp>
        <p:nvSpPr>
          <p:cNvPr id="244" name="Google Shape;244;p51">
            <a:extLst>
              <a:ext uri="{FF2B5EF4-FFF2-40B4-BE49-F238E27FC236}">
                <a16:creationId xmlns:a16="http://schemas.microsoft.com/office/drawing/2014/main" id="{81AD7799-0529-79E3-CED0-F6CEF12FE6D6}"/>
              </a:ext>
            </a:extLst>
          </p:cNvPr>
          <p:cNvSpPr txBox="1"/>
          <p:nvPr/>
        </p:nvSpPr>
        <p:spPr>
          <a:xfrm>
            <a:off x="214929" y="723816"/>
            <a:ext cx="4475347" cy="4339619"/>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ts val="0"/>
              </a:spcBef>
              <a:spcAft>
                <a:spcPts val="0"/>
              </a:spcAft>
              <a:buClr>
                <a:srgbClr val="000000"/>
              </a:buClr>
              <a:buSzPts val="1400"/>
              <a:buFont typeface="Arial"/>
              <a:buNone/>
            </a:pPr>
            <a:r>
              <a:rPr lang="en-US" sz="900" dirty="0">
                <a:latin typeface="Montserrat"/>
                <a:ea typeface="Montserrat"/>
                <a:cs typeface="Montserrat"/>
                <a:sym typeface="Montserrat"/>
              </a:rPr>
              <a:t>To bridge the gap between vast medical knowledge and point-of-care decisions, I propose developing an </a:t>
            </a:r>
            <a:r>
              <a:rPr lang="en-US" sz="900" b="1" dirty="0">
                <a:latin typeface="Montserrat"/>
                <a:ea typeface="Montserrat"/>
                <a:cs typeface="Montserrat"/>
                <a:sym typeface="Montserrat"/>
              </a:rPr>
              <a:t>AI-Powered Medical Knowledge Retrieval and Decision Support System utilizing</a:t>
            </a:r>
            <a:r>
              <a:rPr lang="en-US" sz="900" dirty="0">
                <a:latin typeface="Montserrat"/>
                <a:ea typeface="Montserrat"/>
                <a:cs typeface="Montserrat"/>
                <a:sym typeface="Montserrat"/>
              </a:rPr>
              <a:t> a </a:t>
            </a:r>
            <a:r>
              <a:rPr lang="en-US" sz="900" b="1" dirty="0">
                <a:latin typeface="Montserrat"/>
                <a:ea typeface="Montserrat"/>
                <a:cs typeface="Montserrat"/>
                <a:sym typeface="Montserrat"/>
              </a:rPr>
              <a:t>Retrieval-Augmented Generation (RAG) architecture by following below steps which has depicted in this diagram  </a:t>
            </a:r>
          </a:p>
          <a:p>
            <a:pPr marL="228600" lvl="0" indent="-228600">
              <a:lnSpc>
                <a:spcPct val="150000"/>
              </a:lnSpc>
              <a:buSzPts val="1400"/>
              <a:buFont typeface="+mj-lt"/>
              <a:buAutoNum type="arabicPeriod"/>
            </a:pPr>
            <a:r>
              <a:rPr lang="en-US" sz="900" b="1" dirty="0">
                <a:latin typeface="Montserrat"/>
                <a:ea typeface="Montserrat"/>
                <a:cs typeface="Montserrat"/>
                <a:sym typeface="Montserrat"/>
              </a:rPr>
              <a:t>Upload Data Sources </a:t>
            </a:r>
            <a:r>
              <a:rPr lang="en-US" sz="900" dirty="0">
                <a:latin typeface="Montserrat"/>
                <a:ea typeface="Montserrat"/>
                <a:cs typeface="Montserrat"/>
                <a:sym typeface="Montserrat"/>
              </a:rPr>
              <a:t>: Ingest medical reference documents ( </a:t>
            </a:r>
            <a:r>
              <a:rPr lang="en-US" sz="700" i="1" dirty="0">
                <a:solidFill>
                  <a:srgbClr val="A31515"/>
                </a:solidFill>
                <a:latin typeface="Montserrat" panose="00000500000000000000" pitchFamily="2" charset="0"/>
                <a:sym typeface="Montserrat"/>
              </a:rPr>
              <a:t>medical_diagnosis_manual.pdf</a:t>
            </a:r>
            <a:r>
              <a:rPr lang="en-US" sz="900" dirty="0">
                <a:latin typeface="Montserrat"/>
                <a:ea typeface="Montserrat"/>
                <a:cs typeface="Montserrat"/>
                <a:sym typeface="Montserrat"/>
              </a:rPr>
              <a:t>) from the designated directory.</a:t>
            </a:r>
          </a:p>
          <a:p>
            <a:pPr marL="228600" lvl="0" indent="-228600">
              <a:lnSpc>
                <a:spcPct val="150000"/>
              </a:lnSpc>
              <a:buSzPts val="1400"/>
              <a:buFont typeface="+mj-lt"/>
              <a:buAutoNum type="arabicPeriod"/>
            </a:pPr>
            <a:r>
              <a:rPr lang="en-US" sz="900" b="1" dirty="0">
                <a:latin typeface="Montserrat"/>
                <a:ea typeface="Montserrat"/>
                <a:cs typeface="Montserrat"/>
                <a:sym typeface="Montserrat"/>
              </a:rPr>
              <a:t>Document Chunking : </a:t>
            </a:r>
            <a:r>
              <a:rPr lang="en-US" sz="900" dirty="0">
                <a:latin typeface="Montserrat"/>
                <a:ea typeface="Montserrat"/>
                <a:cs typeface="Montserrat"/>
                <a:sym typeface="Montserrat"/>
              </a:rPr>
              <a:t>Split the documents into manageable, semantically coherent chunks using the </a:t>
            </a:r>
            <a:r>
              <a:rPr lang="en-US" sz="700" i="1" dirty="0">
                <a:solidFill>
                  <a:srgbClr val="A31515"/>
                </a:solidFill>
                <a:latin typeface="Montserrat" panose="00000500000000000000" pitchFamily="2" charset="0"/>
                <a:sym typeface="Montserrat"/>
              </a:rPr>
              <a:t>RecursiveCharacterTextSplitter</a:t>
            </a:r>
            <a:r>
              <a:rPr lang="en-US" sz="900" dirty="0">
                <a:latin typeface="Montserrat"/>
                <a:ea typeface="Montserrat"/>
                <a:cs typeface="Montserrat"/>
                <a:sym typeface="Montserrat"/>
              </a:rPr>
              <a:t> library.</a:t>
            </a:r>
          </a:p>
          <a:p>
            <a:pPr marL="228600" lvl="0" indent="-228600">
              <a:lnSpc>
                <a:spcPct val="150000"/>
              </a:lnSpc>
              <a:buSzPts val="1400"/>
              <a:buFont typeface="+mj-lt"/>
              <a:buAutoNum type="arabicPeriod"/>
            </a:pPr>
            <a:r>
              <a:rPr lang="en-US" sz="900" b="1" dirty="0">
                <a:latin typeface="Montserrat"/>
                <a:ea typeface="Montserrat"/>
                <a:cs typeface="Montserrat"/>
                <a:sym typeface="Montserrat"/>
              </a:rPr>
              <a:t>Embedding Generation </a:t>
            </a:r>
            <a:r>
              <a:rPr lang="en-US" sz="900" dirty="0">
                <a:latin typeface="Montserrat"/>
                <a:ea typeface="Montserrat"/>
                <a:cs typeface="Montserrat"/>
                <a:sym typeface="Montserrat"/>
              </a:rPr>
              <a:t>: Convert each text chunk into vector embeddings using </a:t>
            </a:r>
            <a:r>
              <a:rPr lang="en-US" sz="700" i="1" dirty="0" err="1">
                <a:solidFill>
                  <a:srgbClr val="A31515"/>
                </a:solidFill>
                <a:latin typeface="Montserrat" panose="00000500000000000000" pitchFamily="2" charset="0"/>
                <a:sym typeface="Montserrat"/>
              </a:rPr>
              <a:t>SentenceTransformerEmbeddings</a:t>
            </a:r>
            <a:r>
              <a:rPr lang="en-US" sz="900" dirty="0">
                <a:solidFill>
                  <a:schemeClr val="accent4">
                    <a:lumMod val="75000"/>
                  </a:schemeClr>
                </a:solidFill>
                <a:latin typeface="Montserrat"/>
                <a:ea typeface="Montserrat"/>
                <a:cs typeface="Montserrat"/>
                <a:sym typeface="Montserrat"/>
              </a:rPr>
              <a:t> </a:t>
            </a:r>
            <a:r>
              <a:rPr lang="en-US" sz="900" dirty="0">
                <a:latin typeface="Montserrat"/>
                <a:ea typeface="Montserrat"/>
                <a:cs typeface="Montserrat"/>
                <a:sym typeface="Montserrat"/>
              </a:rPr>
              <a:t>with the embedding model </a:t>
            </a:r>
            <a:r>
              <a:rPr lang="en-US" sz="700" i="1" dirty="0" err="1">
                <a:solidFill>
                  <a:srgbClr val="A31515"/>
                </a:solidFill>
                <a:latin typeface="Montserrat" panose="00000500000000000000" pitchFamily="2" charset="0"/>
                <a:sym typeface="Montserrat"/>
              </a:rPr>
              <a:t>thenlper</a:t>
            </a:r>
            <a:r>
              <a:rPr lang="en-US" sz="700" i="1" dirty="0">
                <a:solidFill>
                  <a:srgbClr val="A31515"/>
                </a:solidFill>
                <a:latin typeface="Montserrat" panose="00000500000000000000" pitchFamily="2" charset="0"/>
                <a:sym typeface="Montserrat"/>
              </a:rPr>
              <a:t>/</a:t>
            </a:r>
            <a:r>
              <a:rPr lang="en-US" sz="700" i="1" dirty="0" err="1">
                <a:solidFill>
                  <a:srgbClr val="A31515"/>
                </a:solidFill>
                <a:latin typeface="Montserrat" panose="00000500000000000000" pitchFamily="2" charset="0"/>
                <a:sym typeface="Montserrat"/>
              </a:rPr>
              <a:t>gte</a:t>
            </a:r>
            <a:r>
              <a:rPr lang="en-US" sz="700" i="1" dirty="0">
                <a:solidFill>
                  <a:srgbClr val="A31515"/>
                </a:solidFill>
                <a:latin typeface="Montserrat" panose="00000500000000000000" pitchFamily="2" charset="0"/>
                <a:sym typeface="Montserrat"/>
              </a:rPr>
              <a:t>-large.</a:t>
            </a:r>
          </a:p>
          <a:p>
            <a:pPr marL="228600" lvl="0" indent="-228600">
              <a:lnSpc>
                <a:spcPct val="150000"/>
              </a:lnSpc>
              <a:buSzPts val="1400"/>
              <a:buFont typeface="+mj-lt"/>
              <a:buAutoNum type="arabicPeriod"/>
            </a:pPr>
            <a:r>
              <a:rPr lang="en-US" sz="900" b="1" dirty="0">
                <a:latin typeface="Montserrat"/>
                <a:ea typeface="Montserrat"/>
                <a:cs typeface="Montserrat"/>
                <a:sym typeface="Montserrat"/>
              </a:rPr>
              <a:t>Vector Storage </a:t>
            </a:r>
            <a:r>
              <a:rPr lang="en-US" sz="900" dirty="0">
                <a:latin typeface="Montserrat"/>
                <a:ea typeface="Montserrat"/>
                <a:cs typeface="Montserrat"/>
                <a:sym typeface="Montserrat"/>
              </a:rPr>
              <a:t>: Store the generated embeddings in a vector database (e.g</a:t>
            </a:r>
            <a:r>
              <a:rPr lang="en-US" sz="900" b="1" dirty="0">
                <a:latin typeface="Montserrat"/>
                <a:ea typeface="Montserrat"/>
                <a:cs typeface="Montserrat"/>
                <a:sym typeface="Montserrat"/>
              </a:rPr>
              <a:t>., </a:t>
            </a:r>
            <a:r>
              <a:rPr lang="en-US" sz="700" i="1" dirty="0" err="1">
                <a:solidFill>
                  <a:srgbClr val="A31515"/>
                </a:solidFill>
                <a:latin typeface="Montserrat" panose="00000500000000000000" pitchFamily="2" charset="0"/>
                <a:sym typeface="Montserrat"/>
              </a:rPr>
              <a:t>MedicalDB</a:t>
            </a:r>
            <a:r>
              <a:rPr lang="en-US" sz="700" i="1" dirty="0">
                <a:solidFill>
                  <a:srgbClr val="A31515"/>
                </a:solidFill>
                <a:latin typeface="Montserrat" panose="00000500000000000000" pitchFamily="2" charset="0"/>
                <a:sym typeface="Montserrat"/>
              </a:rPr>
              <a:t>)</a:t>
            </a:r>
            <a:r>
              <a:rPr lang="en-US" sz="900" dirty="0">
                <a:latin typeface="Montserrat"/>
                <a:ea typeface="Montserrat"/>
                <a:cs typeface="Montserrat"/>
                <a:sym typeface="Montserrat"/>
              </a:rPr>
              <a:t> using </a:t>
            </a:r>
            <a:r>
              <a:rPr lang="en-US" sz="700" i="1" dirty="0">
                <a:solidFill>
                  <a:srgbClr val="A31515"/>
                </a:solidFill>
                <a:latin typeface="Montserrat" panose="00000500000000000000" pitchFamily="2" charset="0"/>
                <a:sym typeface="Montserrat"/>
              </a:rPr>
              <a:t>Chroma</a:t>
            </a:r>
            <a:r>
              <a:rPr lang="en-US" sz="900" dirty="0">
                <a:latin typeface="Montserrat"/>
                <a:ea typeface="Montserrat"/>
                <a:cs typeface="Montserrat"/>
                <a:sym typeface="Montserrat"/>
              </a:rPr>
              <a:t> for efficient similarity search.</a:t>
            </a:r>
          </a:p>
          <a:p>
            <a:pPr marL="228600" lvl="0" indent="-228600">
              <a:lnSpc>
                <a:spcPct val="150000"/>
              </a:lnSpc>
              <a:buSzPts val="1400"/>
              <a:buFont typeface="+mj-lt"/>
              <a:buAutoNum type="arabicPeriod"/>
            </a:pPr>
            <a:r>
              <a:rPr lang="en-US" sz="900" b="1" dirty="0">
                <a:latin typeface="Montserrat"/>
                <a:ea typeface="Montserrat"/>
                <a:cs typeface="Montserrat"/>
                <a:sym typeface="Montserrat"/>
              </a:rPr>
              <a:t>Context Retrieval : </a:t>
            </a:r>
            <a:r>
              <a:rPr lang="en-US" sz="900" dirty="0">
                <a:latin typeface="Montserrat"/>
                <a:ea typeface="Montserrat"/>
                <a:cs typeface="Montserrat"/>
                <a:sym typeface="Montserrat"/>
              </a:rPr>
              <a:t>Utilize a retriever component to fetch the most relevant chunks from the vector database based on the user query</a:t>
            </a:r>
          </a:p>
          <a:p>
            <a:pPr marL="228600" lvl="0" indent="-228600">
              <a:lnSpc>
                <a:spcPct val="150000"/>
              </a:lnSpc>
              <a:buSzPts val="1400"/>
              <a:buFont typeface="+mj-lt"/>
              <a:buAutoNum type="arabicPeriod"/>
            </a:pPr>
            <a:r>
              <a:rPr lang="en-US" sz="900" b="1" dirty="0">
                <a:latin typeface="Montserrat"/>
                <a:ea typeface="Montserrat"/>
                <a:cs typeface="Montserrat"/>
                <a:sym typeface="Montserrat"/>
              </a:rPr>
              <a:t>Query Augmentation and generation </a:t>
            </a:r>
            <a:r>
              <a:rPr lang="en-US" sz="900" dirty="0">
                <a:latin typeface="Montserrat"/>
                <a:ea typeface="Montserrat"/>
                <a:cs typeface="Montserrat"/>
                <a:sym typeface="Montserrat"/>
              </a:rPr>
              <a:t>Augment the user query with the retrieved contextual chunks and pass the enriched prompt to the LLM(</a:t>
            </a:r>
            <a:r>
              <a:rPr lang="en-US" sz="700" i="1" dirty="0">
                <a:solidFill>
                  <a:srgbClr val="A31515"/>
                </a:solidFill>
                <a:latin typeface="Montserrat" panose="00000500000000000000" pitchFamily="2" charset="0"/>
              </a:rPr>
              <a:t>Mistral-7B-Instruct-v0.2-GGUF)</a:t>
            </a:r>
            <a:r>
              <a:rPr lang="en-US" sz="900" dirty="0">
                <a:latin typeface="Montserrat"/>
                <a:ea typeface="Montserrat"/>
                <a:cs typeface="Montserrat"/>
                <a:sym typeface="Montserrat"/>
              </a:rPr>
              <a:t> to generate final response</a:t>
            </a:r>
            <a:endParaRPr sz="900" dirty="0">
              <a:latin typeface="Montserrat"/>
              <a:ea typeface="Montserrat"/>
              <a:cs typeface="Montserrat"/>
              <a:sym typeface="Montserrat"/>
            </a:endParaRPr>
          </a:p>
        </p:txBody>
      </p:sp>
      <p:pic>
        <p:nvPicPr>
          <p:cNvPr id="3" name="Picture 2">
            <a:extLst>
              <a:ext uri="{FF2B5EF4-FFF2-40B4-BE49-F238E27FC236}">
                <a16:creationId xmlns:a16="http://schemas.microsoft.com/office/drawing/2014/main" id="{0C546A52-6660-783A-835A-F2AB26D3E0D7}"/>
              </a:ext>
            </a:extLst>
          </p:cNvPr>
          <p:cNvPicPr>
            <a:picLocks noChangeAspect="1"/>
          </p:cNvPicPr>
          <p:nvPr/>
        </p:nvPicPr>
        <p:blipFill>
          <a:blip r:embed="rId3"/>
          <a:stretch>
            <a:fillRect/>
          </a:stretch>
        </p:blipFill>
        <p:spPr>
          <a:xfrm>
            <a:off x="4897227" y="657875"/>
            <a:ext cx="3899033" cy="1794702"/>
          </a:xfrm>
          <a:prstGeom prst="rect">
            <a:avLst/>
          </a:prstGeom>
        </p:spPr>
      </p:pic>
      <p:sp>
        <p:nvSpPr>
          <p:cNvPr id="7" name="Google Shape;244;p51">
            <a:extLst>
              <a:ext uri="{FF2B5EF4-FFF2-40B4-BE49-F238E27FC236}">
                <a16:creationId xmlns:a16="http://schemas.microsoft.com/office/drawing/2014/main" id="{860413E7-857E-6788-BA1E-B989A9B234CC}"/>
              </a:ext>
            </a:extLst>
          </p:cNvPr>
          <p:cNvSpPr txBox="1"/>
          <p:nvPr/>
        </p:nvSpPr>
        <p:spPr>
          <a:xfrm>
            <a:off x="4763386" y="2821173"/>
            <a:ext cx="4032874" cy="1669658"/>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ts val="0"/>
              </a:spcBef>
              <a:spcAft>
                <a:spcPts val="0"/>
              </a:spcAft>
              <a:buClr>
                <a:srgbClr val="000000"/>
              </a:buClr>
              <a:buSzPts val="1400"/>
              <a:buFont typeface="Arial"/>
              <a:buNone/>
            </a:pPr>
            <a:r>
              <a:rPr lang="en-US" sz="1100" b="1" u="sng" dirty="0">
                <a:latin typeface="Montserrat"/>
                <a:ea typeface="Montserrat"/>
                <a:cs typeface="Montserrat"/>
                <a:sym typeface="Montserrat"/>
              </a:rPr>
              <a:t>Evaluation Mechanism :</a:t>
            </a:r>
          </a:p>
          <a:p>
            <a:pPr marL="171450" indent="-171450">
              <a:buFont typeface="Wingdings" panose="05000000000000000000" pitchFamily="2" charset="2"/>
              <a:buChar char="ü"/>
            </a:pPr>
            <a:r>
              <a:rPr lang="en-US" sz="1000" dirty="0">
                <a:latin typeface="Montserrat" panose="00000500000000000000" pitchFamily="2" charset="0"/>
              </a:rPr>
              <a:t>The </a:t>
            </a:r>
            <a:r>
              <a:rPr lang="en-US" sz="1000" i="1" dirty="0">
                <a:latin typeface="Montserrat" panose="00000500000000000000" pitchFamily="2" charset="0"/>
              </a:rPr>
              <a:t>LLM-as-a-Judge</a:t>
            </a:r>
            <a:r>
              <a:rPr lang="en-US" sz="1000" dirty="0">
                <a:latin typeface="Montserrat" panose="00000500000000000000" pitchFamily="2" charset="0"/>
              </a:rPr>
              <a:t> approach is employed to evaluate the quality of the RAG system across two key dimensions: </a:t>
            </a:r>
            <a:r>
              <a:rPr lang="en-US" sz="1000" b="1" dirty="0">
                <a:latin typeface="Montserrat" panose="00000500000000000000" pitchFamily="2" charset="0"/>
              </a:rPr>
              <a:t>retrieval quality</a:t>
            </a:r>
            <a:r>
              <a:rPr lang="en-US" sz="1000" dirty="0">
                <a:latin typeface="Montserrat" panose="00000500000000000000" pitchFamily="2" charset="0"/>
              </a:rPr>
              <a:t> and </a:t>
            </a:r>
            <a:r>
              <a:rPr lang="en-US" sz="1000" b="1" dirty="0">
                <a:latin typeface="Montserrat" panose="00000500000000000000" pitchFamily="2" charset="0"/>
              </a:rPr>
              <a:t>generation quality</a:t>
            </a:r>
            <a:r>
              <a:rPr lang="en-US" sz="1000" dirty="0">
                <a:latin typeface="Montserrat" panose="00000500000000000000" pitchFamily="2" charset="0"/>
              </a:rPr>
              <a:t>.</a:t>
            </a:r>
          </a:p>
          <a:p>
            <a:pPr marL="171450" indent="-171450">
              <a:buFont typeface="Wingdings" panose="05000000000000000000" pitchFamily="2" charset="2"/>
              <a:buChar char="ü"/>
            </a:pPr>
            <a:r>
              <a:rPr lang="en-US" sz="1000" dirty="0">
                <a:latin typeface="Montserrat" panose="00000500000000000000" pitchFamily="2" charset="0"/>
              </a:rPr>
              <a:t> The same Mistral model is used for both response generation and evaluation; </a:t>
            </a:r>
          </a:p>
          <a:p>
            <a:pPr marL="171450" indent="-171450">
              <a:buFont typeface="Wingdings" panose="05000000000000000000" pitchFamily="2" charset="2"/>
              <a:buChar char="ü"/>
            </a:pPr>
            <a:r>
              <a:rPr lang="en-US" sz="1000" dirty="0">
                <a:latin typeface="Montserrat" panose="00000500000000000000" pitchFamily="2" charset="0"/>
              </a:rPr>
              <a:t>thus, the LLM assesses its own outputs with respect to </a:t>
            </a:r>
            <a:r>
              <a:rPr lang="en-US" sz="1000" b="1" dirty="0" err="1">
                <a:latin typeface="Montserrat" panose="00000500000000000000" pitchFamily="2" charset="0"/>
              </a:rPr>
              <a:t>groundedness</a:t>
            </a:r>
            <a:r>
              <a:rPr lang="en-US" sz="1000" dirty="0">
                <a:latin typeface="Montserrat" panose="00000500000000000000" pitchFamily="2" charset="0"/>
              </a:rPr>
              <a:t> (alignment with the retrieved context) and </a:t>
            </a:r>
            <a:r>
              <a:rPr lang="en-US" sz="1000" b="1" dirty="0">
                <a:latin typeface="Montserrat" panose="00000500000000000000" pitchFamily="2" charset="0"/>
              </a:rPr>
              <a:t>relevance</a:t>
            </a:r>
            <a:r>
              <a:rPr lang="en-US" sz="1000" dirty="0">
                <a:latin typeface="Montserrat" panose="00000500000000000000" pitchFamily="2" charset="0"/>
              </a:rPr>
              <a:t> (alignment with the user query).</a:t>
            </a:r>
            <a:endParaRPr sz="1000" b="1" dirty="0">
              <a:latin typeface="Montserrat" panose="00000500000000000000" pitchFamily="2" charset="0"/>
              <a:ea typeface="Montserrat"/>
              <a:cs typeface="Montserrat"/>
              <a:sym typeface="Montserrat"/>
            </a:endParaRPr>
          </a:p>
        </p:txBody>
      </p:sp>
    </p:spTree>
    <p:extLst>
      <p:ext uri="{BB962C8B-B14F-4D97-AF65-F5344CB8AC3E}">
        <p14:creationId xmlns:p14="http://schemas.microsoft.com/office/powerpoint/2010/main" val="34139072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50" name="Google Shape;250;p52"/>
          <p:cNvSpPr txBox="1">
            <a:spLocks noGrp="1"/>
          </p:cNvSpPr>
          <p:nvPr>
            <p:ph type="title"/>
          </p:nvPr>
        </p:nvSpPr>
        <p:spPr>
          <a:xfrm>
            <a:off x="221950" y="172686"/>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2400" dirty="0">
                <a:solidFill>
                  <a:srgbClr val="0E39A9"/>
                </a:solidFill>
              </a:rPr>
              <a:t>Question Answering using LLM</a:t>
            </a:r>
            <a:endParaRPr sz="2400" dirty="0">
              <a:solidFill>
                <a:srgbClr val="0E39A9"/>
              </a:solidFill>
            </a:endParaRPr>
          </a:p>
        </p:txBody>
      </p:sp>
      <p:sp>
        <p:nvSpPr>
          <p:cNvPr id="252" name="Google Shape;252;p52"/>
          <p:cNvSpPr txBox="1"/>
          <p:nvPr/>
        </p:nvSpPr>
        <p:spPr>
          <a:xfrm>
            <a:off x="370099" y="1830347"/>
            <a:ext cx="8185501" cy="3023874"/>
          </a:xfrm>
          <a:prstGeom prst="rect">
            <a:avLst/>
          </a:prstGeom>
          <a:noFill/>
          <a:ln>
            <a:noFill/>
          </a:ln>
        </p:spPr>
        <p:txBody>
          <a:bodyPr spcFirstLastPara="1" wrap="square" lIns="91425" tIns="91425" rIns="91425" bIns="91425" anchor="t" anchorCtr="0">
            <a:spAutoFit/>
          </a:bodyPr>
          <a:lstStyle/>
          <a:p>
            <a:pPr>
              <a:lnSpc>
                <a:spcPct val="150000"/>
              </a:lnSpc>
              <a:buSzPts val="1400"/>
            </a:pPr>
            <a:r>
              <a:rPr lang="en-US" sz="1200" b="1" dirty="0">
                <a:latin typeface="Montserrat"/>
              </a:rPr>
              <a:t>What treatment options are available for managing hypertension?</a:t>
            </a:r>
          </a:p>
          <a:p>
            <a:pPr>
              <a:lnSpc>
                <a:spcPct val="150000"/>
              </a:lnSpc>
              <a:buSzPts val="1400"/>
            </a:pPr>
            <a:r>
              <a:rPr lang="en-US" sz="1000" b="1" u="sng" dirty="0">
                <a:latin typeface="Montserrat"/>
                <a:ea typeface="Montserrat"/>
                <a:cs typeface="Montserrat"/>
                <a:sym typeface="Montserrat"/>
              </a:rPr>
              <a:t>Response received </a:t>
            </a:r>
            <a:r>
              <a:rPr lang="en-US" sz="1000" b="1" dirty="0">
                <a:latin typeface="Montserrat"/>
                <a:ea typeface="Montserrat"/>
                <a:cs typeface="Montserrat"/>
                <a:sym typeface="Montserrat"/>
              </a:rPr>
              <a:t>:</a:t>
            </a:r>
          </a:p>
          <a:p>
            <a:pPr>
              <a:lnSpc>
                <a:spcPct val="150000"/>
              </a:lnSpc>
              <a:buSzPts val="1400"/>
            </a:pPr>
            <a:r>
              <a:rPr lang="en-US" sz="1000" dirty="0">
                <a:latin typeface="Montserrat"/>
                <a:ea typeface="Montserrat"/>
                <a:cs typeface="Montserrat"/>
                <a:sym typeface="Montserrat"/>
              </a:rPr>
              <a:t>Hypertension, or high blood pressure, is a common condition that can increase the risk of various health problems such as heart disease, stroke, and kidney damage. The good news is that there are several effective treatment options available to help manage hypertension and reduce the risk of complications. Here are some of the most commonly used treatments:</a:t>
            </a:r>
          </a:p>
          <a:p>
            <a:pPr>
              <a:lnSpc>
                <a:spcPct val="150000"/>
              </a:lnSpc>
              <a:buSzPts val="1400"/>
            </a:pPr>
            <a:r>
              <a:rPr lang="en-US" sz="1000" dirty="0">
                <a:latin typeface="Montserrat"/>
                <a:ea typeface="Montserrat"/>
                <a:cs typeface="Montserrat"/>
                <a:sym typeface="Montserrat"/>
              </a:rPr>
              <a:t>1. Lifestyle modifications: Making lifestyle changes is often the first line of defense against hypertension. This may include eating a healthy diet rich in fruits, vegetables, whole grains, and lean proteins; limiting sodium intake; getting regular physical activity</a:t>
            </a:r>
          </a:p>
          <a:p>
            <a:pPr>
              <a:lnSpc>
                <a:spcPct val="150000"/>
              </a:lnSpc>
              <a:buSzPts val="1400"/>
            </a:pPr>
            <a:r>
              <a:rPr lang="en-US" sz="1100" b="1" i="0" u="sng" strike="noStrike" cap="none" dirty="0">
                <a:solidFill>
                  <a:srgbClr val="000000"/>
                </a:solidFill>
                <a:latin typeface="Montserrat"/>
                <a:ea typeface="Montserrat"/>
                <a:cs typeface="Montserrat"/>
                <a:sym typeface="Montserrat"/>
              </a:rPr>
              <a:t>Comment</a:t>
            </a:r>
            <a:r>
              <a:rPr lang="en-US" sz="1000" b="0" i="0" u="sng" strike="noStrike" cap="none" dirty="0">
                <a:solidFill>
                  <a:srgbClr val="000000"/>
                </a:solidFill>
                <a:latin typeface="Montserrat"/>
                <a:ea typeface="Montserrat"/>
                <a:cs typeface="Montserrat"/>
                <a:sym typeface="Montserrat"/>
              </a:rPr>
              <a:t> :</a:t>
            </a:r>
          </a:p>
          <a:p>
            <a:pPr>
              <a:lnSpc>
                <a:spcPct val="150000"/>
              </a:lnSpc>
              <a:buSzPts val="1400"/>
            </a:pPr>
            <a:r>
              <a:rPr lang="en-US" sz="1000" b="1" dirty="0">
                <a:latin typeface="Montserrat"/>
                <a:ea typeface="Montserrat"/>
                <a:cs typeface="Montserrat"/>
                <a:sym typeface="Montserrat"/>
              </a:rPr>
              <a:t>General Response : </a:t>
            </a:r>
            <a:r>
              <a:rPr lang="en-US" sz="1000" dirty="0">
                <a:latin typeface="Montserrat"/>
                <a:ea typeface="Montserrat"/>
                <a:cs typeface="Montserrat"/>
                <a:sym typeface="Montserrat"/>
              </a:rPr>
              <a:t>I can observe the LLM has given very general response and very common symptom for Hypertension , like high blood pressure and very generic treatment like Lifestyle modifications instead some appropriate prescribed medicines </a:t>
            </a:r>
            <a:endParaRPr sz="1000" b="0" i="0" u="none" strike="noStrike" cap="none" dirty="0">
              <a:solidFill>
                <a:srgbClr val="000000"/>
              </a:solidFill>
              <a:latin typeface="Montserrat"/>
              <a:ea typeface="Montserrat"/>
              <a:cs typeface="Montserrat"/>
              <a:sym typeface="Montserrat"/>
            </a:endParaRPr>
          </a:p>
        </p:txBody>
      </p:sp>
      <p:sp>
        <p:nvSpPr>
          <p:cNvPr id="256" name="Google Shape;256;p52"/>
          <p:cNvSpPr txBox="1"/>
          <p:nvPr/>
        </p:nvSpPr>
        <p:spPr>
          <a:xfrm>
            <a:off x="410042" y="571305"/>
            <a:ext cx="7980550" cy="820707"/>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ts val="0"/>
              </a:spcBef>
              <a:spcAft>
                <a:spcPts val="0"/>
              </a:spcAft>
              <a:buClr>
                <a:srgbClr val="000000"/>
              </a:buClr>
              <a:buSzPts val="1400"/>
              <a:buFont typeface="Arial"/>
              <a:buNone/>
            </a:pPr>
            <a:r>
              <a:rPr lang="en" sz="1200" b="1" i="0" u="sng" strike="noStrike" cap="none" dirty="0">
                <a:solidFill>
                  <a:srgbClr val="000000"/>
                </a:solidFill>
                <a:latin typeface="Montserrat"/>
                <a:ea typeface="Montserrat"/>
                <a:cs typeface="Montserrat"/>
                <a:sym typeface="Montserrat"/>
              </a:rPr>
              <a:t>LLM Details :</a:t>
            </a:r>
            <a:r>
              <a:rPr lang="en" sz="1200" b="1" i="0" u="none" strike="noStrike" cap="none" dirty="0">
                <a:solidFill>
                  <a:srgbClr val="000000"/>
                </a:solidFill>
                <a:latin typeface="Montserrat"/>
                <a:ea typeface="Montserrat"/>
                <a:cs typeface="Montserrat"/>
                <a:sym typeface="Montserrat"/>
              </a:rPr>
              <a:t> </a:t>
            </a:r>
          </a:p>
          <a:p>
            <a:pPr>
              <a:lnSpc>
                <a:spcPts val="1425"/>
              </a:lnSpc>
              <a:buNone/>
            </a:pPr>
            <a:r>
              <a:rPr lang="en-US" sz="1100" b="1" dirty="0">
                <a:solidFill>
                  <a:srgbClr val="000000"/>
                </a:solidFill>
                <a:effectLst/>
                <a:latin typeface="Montserrat" panose="00000500000000000000" pitchFamily="2" charset="0"/>
              </a:rPr>
              <a:t>model_name_or_path</a:t>
            </a:r>
            <a:r>
              <a:rPr lang="en-US" sz="1100" b="0" dirty="0">
                <a:solidFill>
                  <a:srgbClr val="000000"/>
                </a:solidFill>
                <a:effectLst/>
                <a:latin typeface="Montserrat" panose="00000500000000000000" pitchFamily="2" charset="0"/>
              </a:rPr>
              <a:t> = </a:t>
            </a:r>
            <a:r>
              <a:rPr lang="en-US" sz="1100" b="0" dirty="0">
                <a:solidFill>
                  <a:srgbClr val="A31515"/>
                </a:solidFill>
                <a:effectLst/>
                <a:latin typeface="Montserrat" panose="00000500000000000000" pitchFamily="2" charset="0"/>
              </a:rPr>
              <a:t>"TheBloke/Mistral-7B-Instruct-v0.2-GGUF"</a:t>
            </a:r>
            <a:endParaRPr lang="en-US" sz="1100" b="0" dirty="0">
              <a:solidFill>
                <a:srgbClr val="000000"/>
              </a:solidFill>
              <a:effectLst/>
              <a:latin typeface="Montserrat" panose="00000500000000000000" pitchFamily="2" charset="0"/>
            </a:endParaRPr>
          </a:p>
          <a:p>
            <a:pPr>
              <a:lnSpc>
                <a:spcPts val="1425"/>
              </a:lnSpc>
              <a:buNone/>
            </a:pPr>
            <a:r>
              <a:rPr lang="en-US" sz="1100" b="1" dirty="0">
                <a:solidFill>
                  <a:srgbClr val="000000"/>
                </a:solidFill>
                <a:effectLst/>
                <a:latin typeface="Montserrat" panose="00000500000000000000" pitchFamily="2" charset="0"/>
              </a:rPr>
              <a:t>model_basename </a:t>
            </a:r>
            <a:r>
              <a:rPr lang="en-US" sz="1100" b="0" dirty="0">
                <a:solidFill>
                  <a:srgbClr val="000000"/>
                </a:solidFill>
                <a:effectLst/>
                <a:latin typeface="Montserrat" panose="00000500000000000000" pitchFamily="2" charset="0"/>
              </a:rPr>
              <a:t>= </a:t>
            </a:r>
            <a:r>
              <a:rPr lang="en-US" sz="1100" b="0" dirty="0">
                <a:solidFill>
                  <a:srgbClr val="A31515"/>
                </a:solidFill>
                <a:effectLst/>
                <a:latin typeface="Montserrat" panose="00000500000000000000" pitchFamily="2" charset="0"/>
              </a:rPr>
              <a:t>"mistral-7b-instruct-v0.2.Q6_K.gguf"</a:t>
            </a:r>
            <a:endParaRPr sz="1400" b="0" i="0" u="none" strike="noStrike" cap="none" dirty="0">
              <a:solidFill>
                <a:srgbClr val="000000"/>
              </a:solidFill>
              <a:latin typeface="Montserrat"/>
              <a:ea typeface="Montserrat"/>
              <a:cs typeface="Montserrat"/>
              <a:sym typeface="Montserrat"/>
            </a:endParaRPr>
          </a:p>
        </p:txBody>
      </p:sp>
      <p:sp>
        <p:nvSpPr>
          <p:cNvPr id="2" name="TextBox 1">
            <a:extLst>
              <a:ext uri="{FF2B5EF4-FFF2-40B4-BE49-F238E27FC236}">
                <a16:creationId xmlns:a16="http://schemas.microsoft.com/office/drawing/2014/main" id="{475C8F1F-3EFC-FD8B-1DF6-53D81773FE99}"/>
              </a:ext>
            </a:extLst>
          </p:cNvPr>
          <p:cNvSpPr txBox="1"/>
          <p:nvPr/>
        </p:nvSpPr>
        <p:spPr>
          <a:xfrm>
            <a:off x="568799" y="1488069"/>
            <a:ext cx="7663035" cy="246221"/>
          </a:xfrm>
          <a:prstGeom prst="rect">
            <a:avLst/>
          </a:prstGeom>
          <a:noFill/>
        </p:spPr>
        <p:txBody>
          <a:bodyPr wrap="square" rtlCol="0">
            <a:spAutoFit/>
          </a:bodyPr>
          <a:lstStyle/>
          <a:p>
            <a:r>
              <a:rPr lang="en-US" sz="1000" b="1" dirty="0">
                <a:solidFill>
                  <a:srgbClr val="C00000"/>
                </a:solidFill>
                <a:latin typeface="Montserrat" panose="00000500000000000000" pitchFamily="2" charset="0"/>
              </a:rPr>
              <a:t>Parameters</a:t>
            </a:r>
            <a:r>
              <a:rPr lang="en-US" sz="900" b="1" dirty="0">
                <a:solidFill>
                  <a:srgbClr val="C00000"/>
                </a:solidFill>
                <a:latin typeface="Montserrat" panose="00000500000000000000" pitchFamily="2" charset="0"/>
              </a:rPr>
              <a:t> : </a:t>
            </a:r>
            <a:r>
              <a:rPr lang="en-US" sz="900" i="1" dirty="0">
                <a:solidFill>
                  <a:srgbClr val="C00000"/>
                </a:solidFill>
                <a:latin typeface="Montserrat" panose="00000500000000000000" pitchFamily="2" charset="0"/>
              </a:rPr>
              <a:t>max_tokens=128,temperature=0,top_p=0.95,top_k=50</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48">
          <a:extLst>
            <a:ext uri="{FF2B5EF4-FFF2-40B4-BE49-F238E27FC236}">
              <a16:creationId xmlns:a16="http://schemas.microsoft.com/office/drawing/2014/main" id="{EC78ED26-6C7D-4040-5E3E-5F87E309A53F}"/>
            </a:ext>
          </a:extLst>
        </p:cNvPr>
        <p:cNvGrpSpPr/>
        <p:nvPr/>
      </p:nvGrpSpPr>
      <p:grpSpPr>
        <a:xfrm>
          <a:off x="0" y="0"/>
          <a:ext cx="0" cy="0"/>
          <a:chOff x="0" y="0"/>
          <a:chExt cx="0" cy="0"/>
        </a:xfrm>
      </p:grpSpPr>
      <p:sp>
        <p:nvSpPr>
          <p:cNvPr id="250" name="Google Shape;250;p52">
            <a:extLst>
              <a:ext uri="{FF2B5EF4-FFF2-40B4-BE49-F238E27FC236}">
                <a16:creationId xmlns:a16="http://schemas.microsoft.com/office/drawing/2014/main" id="{FD2A12B1-7281-EE32-CD5A-FD90127E5AC7}"/>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2400" dirty="0">
                <a:solidFill>
                  <a:srgbClr val="0E39A9"/>
                </a:solidFill>
              </a:rPr>
              <a:t>Question Answering using LLM</a:t>
            </a:r>
            <a:endParaRPr sz="2400" dirty="0">
              <a:solidFill>
                <a:srgbClr val="0E39A9"/>
              </a:solidFill>
            </a:endParaRPr>
          </a:p>
        </p:txBody>
      </p:sp>
      <p:sp>
        <p:nvSpPr>
          <p:cNvPr id="252" name="Google Shape;252;p52">
            <a:extLst>
              <a:ext uri="{FF2B5EF4-FFF2-40B4-BE49-F238E27FC236}">
                <a16:creationId xmlns:a16="http://schemas.microsoft.com/office/drawing/2014/main" id="{14B5D4B7-8004-2FD2-EF29-65BD56B93918}"/>
              </a:ext>
            </a:extLst>
          </p:cNvPr>
          <p:cNvSpPr txBox="1"/>
          <p:nvPr/>
        </p:nvSpPr>
        <p:spPr>
          <a:xfrm>
            <a:off x="370099" y="1270942"/>
            <a:ext cx="8185501" cy="2746876"/>
          </a:xfrm>
          <a:prstGeom prst="rect">
            <a:avLst/>
          </a:prstGeom>
          <a:noFill/>
          <a:ln>
            <a:noFill/>
          </a:ln>
        </p:spPr>
        <p:txBody>
          <a:bodyPr spcFirstLastPara="1" wrap="square" lIns="91425" tIns="91425" rIns="91425" bIns="91425" anchor="t" anchorCtr="0">
            <a:spAutoFit/>
          </a:bodyPr>
          <a:lstStyle/>
          <a:p>
            <a:r>
              <a:rPr lang="en-US" sz="1050" b="1" dirty="0">
                <a:latin typeface="Montserrat"/>
              </a:rPr>
              <a:t>Question 1 What is the protocol for managing sepsis in a critical care unit?</a:t>
            </a:r>
          </a:p>
          <a:p>
            <a:pPr>
              <a:lnSpc>
                <a:spcPct val="150000"/>
              </a:lnSpc>
              <a:buSzPts val="1400"/>
            </a:pPr>
            <a:r>
              <a:rPr lang="en-US" sz="900" dirty="0">
                <a:latin typeface="Montserrat"/>
                <a:ea typeface="Montserrat"/>
                <a:cs typeface="Montserrat"/>
                <a:sym typeface="Montserrat"/>
              </a:rPr>
              <a:t>Sepsis is a life-threatening condition that can arise from an infection, and it requires prompt recognition and aggressive management in a critical care unit. The following are general steps for managing sepsis in a critical care unit:</a:t>
            </a:r>
          </a:p>
          <a:p>
            <a:pPr>
              <a:lnSpc>
                <a:spcPct val="150000"/>
              </a:lnSpc>
              <a:buSzPts val="1400"/>
            </a:pPr>
            <a:r>
              <a:rPr lang="en-US" sz="900" dirty="0">
                <a:latin typeface="Montserrat"/>
                <a:ea typeface="Montserrat"/>
                <a:cs typeface="Montserrat"/>
                <a:sym typeface="Montserrat"/>
              </a:rPr>
              <a:t>1. Early recognition: Recognize the signs and symptoms of sepsis early and initiate treatment as soon as possible. Sepsis can present with various clinical features, including fever or hypothermia, tachycardia or bradycardia, altered mental status, respiratory distress, and lactic acidosis.</a:t>
            </a:r>
          </a:p>
          <a:p>
            <a:pPr>
              <a:lnSpc>
                <a:spcPct val="150000"/>
              </a:lnSpc>
              <a:buSzPts val="1400"/>
            </a:pPr>
            <a:r>
              <a:rPr lang="en-US" sz="900" dirty="0">
                <a:latin typeface="Montserrat"/>
                <a:ea typeface="Montserrat"/>
                <a:cs typeface="Montserrat"/>
                <a:sym typeface="Montserrat"/>
              </a:rPr>
              <a:t>2. ABCs</a:t>
            </a:r>
          </a:p>
          <a:p>
            <a:pPr>
              <a:lnSpc>
                <a:spcPct val="150000"/>
              </a:lnSpc>
              <a:buSzPts val="1400"/>
            </a:pPr>
            <a:endParaRPr lang="en-US" sz="900" dirty="0">
              <a:latin typeface="Montserrat"/>
              <a:ea typeface="Montserrat"/>
              <a:cs typeface="Montserrat"/>
              <a:sym typeface="Montserrat"/>
            </a:endParaRPr>
          </a:p>
          <a:p>
            <a:pPr>
              <a:lnSpc>
                <a:spcPct val="150000"/>
              </a:lnSpc>
              <a:buSzPts val="1400"/>
            </a:pPr>
            <a:r>
              <a:rPr lang="en-US" sz="1100" b="1" i="0" u="none" strike="noStrike" cap="none" dirty="0">
                <a:solidFill>
                  <a:srgbClr val="000000"/>
                </a:solidFill>
                <a:latin typeface="Montserrat"/>
                <a:ea typeface="Montserrat"/>
                <a:cs typeface="Montserrat"/>
                <a:sym typeface="Montserrat"/>
              </a:rPr>
              <a:t>Comment</a:t>
            </a:r>
            <a:r>
              <a:rPr lang="en-US" sz="1000" b="0" i="0" u="none" strike="noStrike" cap="none" dirty="0">
                <a:solidFill>
                  <a:srgbClr val="000000"/>
                </a:solidFill>
                <a:latin typeface="Montserrat"/>
                <a:ea typeface="Montserrat"/>
                <a:cs typeface="Montserrat"/>
                <a:sym typeface="Montserrat"/>
              </a:rPr>
              <a:t> </a:t>
            </a:r>
            <a:r>
              <a:rPr lang="en-US" sz="1000" b="1" i="0" u="none" strike="noStrike" cap="none" dirty="0">
                <a:solidFill>
                  <a:srgbClr val="000000"/>
                </a:solidFill>
                <a:latin typeface="Montserrat"/>
                <a:ea typeface="Montserrat"/>
                <a:cs typeface="Montserrat"/>
                <a:sym typeface="Montserrat"/>
              </a:rPr>
              <a:t>: </a:t>
            </a:r>
          </a:p>
          <a:p>
            <a:pPr>
              <a:lnSpc>
                <a:spcPct val="150000"/>
              </a:lnSpc>
              <a:buSzPts val="1400"/>
            </a:pPr>
            <a:r>
              <a:rPr lang="en-US" sz="1000" b="1" dirty="0">
                <a:latin typeface="Montserrat" panose="00000500000000000000" pitchFamily="2" charset="0"/>
              </a:rPr>
              <a:t>Generic and Irrelevant Response:</a:t>
            </a:r>
            <a:r>
              <a:rPr lang="en-US" sz="1000" dirty="0">
                <a:latin typeface="Montserrat" panose="00000500000000000000" pitchFamily="2" charset="0"/>
              </a:rPr>
              <a:t> The model’s answer was overly generic, and Point 2 was entirely irrelevant (e.g., “ABC”). While the question specifically asked for a management protocol, the LLM instead provided information on sepsis and its recognition, failing to address the intended scope of the query.</a:t>
            </a:r>
            <a:endParaRPr lang="en-US" sz="1000" i="0" u="none" strike="noStrike" cap="none" dirty="0">
              <a:solidFill>
                <a:srgbClr val="000000"/>
              </a:solidFill>
              <a:latin typeface="Montserrat" panose="00000500000000000000" pitchFamily="2" charset="0"/>
              <a:ea typeface="Montserrat"/>
              <a:cs typeface="Montserrat"/>
              <a:sym typeface="Montserrat"/>
            </a:endParaRPr>
          </a:p>
        </p:txBody>
      </p:sp>
      <p:sp>
        <p:nvSpPr>
          <p:cNvPr id="3" name="TextBox 2">
            <a:extLst>
              <a:ext uri="{FF2B5EF4-FFF2-40B4-BE49-F238E27FC236}">
                <a16:creationId xmlns:a16="http://schemas.microsoft.com/office/drawing/2014/main" id="{27D5A734-AF42-42A5-1E2E-001F7CCF742F}"/>
              </a:ext>
            </a:extLst>
          </p:cNvPr>
          <p:cNvSpPr txBox="1"/>
          <p:nvPr/>
        </p:nvSpPr>
        <p:spPr>
          <a:xfrm>
            <a:off x="568799" y="835943"/>
            <a:ext cx="7663035" cy="246221"/>
          </a:xfrm>
          <a:prstGeom prst="rect">
            <a:avLst/>
          </a:prstGeom>
          <a:noFill/>
        </p:spPr>
        <p:txBody>
          <a:bodyPr wrap="square" rtlCol="0">
            <a:spAutoFit/>
          </a:bodyPr>
          <a:lstStyle/>
          <a:p>
            <a:r>
              <a:rPr lang="en-US" sz="1000" b="1" dirty="0">
                <a:solidFill>
                  <a:srgbClr val="C00000"/>
                </a:solidFill>
                <a:latin typeface="Montserrat" panose="00000500000000000000" pitchFamily="2" charset="0"/>
              </a:rPr>
              <a:t>Parameters</a:t>
            </a:r>
            <a:r>
              <a:rPr lang="en-US" sz="900" b="1" dirty="0">
                <a:solidFill>
                  <a:srgbClr val="C00000"/>
                </a:solidFill>
                <a:latin typeface="Montserrat" panose="00000500000000000000" pitchFamily="2" charset="0"/>
              </a:rPr>
              <a:t> : </a:t>
            </a:r>
            <a:r>
              <a:rPr lang="en-US" sz="900" i="1" dirty="0">
                <a:solidFill>
                  <a:srgbClr val="C00000"/>
                </a:solidFill>
                <a:latin typeface="Montserrat" panose="00000500000000000000" pitchFamily="2" charset="0"/>
              </a:rPr>
              <a:t>max_tokens=128,temperature=0,top_p=0.95,top_k=50</a:t>
            </a:r>
          </a:p>
        </p:txBody>
      </p:sp>
    </p:spTree>
    <p:extLst>
      <p:ext uri="{BB962C8B-B14F-4D97-AF65-F5344CB8AC3E}">
        <p14:creationId xmlns:p14="http://schemas.microsoft.com/office/powerpoint/2010/main" val="3519180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48">
          <a:extLst>
            <a:ext uri="{FF2B5EF4-FFF2-40B4-BE49-F238E27FC236}">
              <a16:creationId xmlns:a16="http://schemas.microsoft.com/office/drawing/2014/main" id="{AA1AF398-8A63-5AC9-CD2D-EE7FFC100FE9}"/>
            </a:ext>
          </a:extLst>
        </p:cNvPr>
        <p:cNvGrpSpPr/>
        <p:nvPr/>
      </p:nvGrpSpPr>
      <p:grpSpPr>
        <a:xfrm>
          <a:off x="0" y="0"/>
          <a:ext cx="0" cy="0"/>
          <a:chOff x="0" y="0"/>
          <a:chExt cx="0" cy="0"/>
        </a:xfrm>
      </p:grpSpPr>
      <p:sp>
        <p:nvSpPr>
          <p:cNvPr id="250" name="Google Shape;250;p52">
            <a:extLst>
              <a:ext uri="{FF2B5EF4-FFF2-40B4-BE49-F238E27FC236}">
                <a16:creationId xmlns:a16="http://schemas.microsoft.com/office/drawing/2014/main" id="{16187DF5-F06E-8F68-5201-2DBA04E2A07E}"/>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2400" dirty="0">
                <a:solidFill>
                  <a:srgbClr val="0E39A9"/>
                </a:solidFill>
              </a:rPr>
              <a:t>Question Answering using LLM</a:t>
            </a:r>
            <a:endParaRPr sz="2400" dirty="0">
              <a:solidFill>
                <a:srgbClr val="0E39A9"/>
              </a:solidFill>
            </a:endParaRPr>
          </a:p>
        </p:txBody>
      </p:sp>
      <p:sp>
        <p:nvSpPr>
          <p:cNvPr id="252" name="Google Shape;252;p52">
            <a:extLst>
              <a:ext uri="{FF2B5EF4-FFF2-40B4-BE49-F238E27FC236}">
                <a16:creationId xmlns:a16="http://schemas.microsoft.com/office/drawing/2014/main" id="{BCA35B82-B385-8393-31C6-1D3C4E8FEA94}"/>
              </a:ext>
            </a:extLst>
          </p:cNvPr>
          <p:cNvSpPr txBox="1"/>
          <p:nvPr/>
        </p:nvSpPr>
        <p:spPr>
          <a:xfrm>
            <a:off x="307565" y="1174313"/>
            <a:ext cx="8185501" cy="3704830"/>
          </a:xfrm>
          <a:prstGeom prst="rect">
            <a:avLst/>
          </a:prstGeom>
          <a:noFill/>
          <a:ln>
            <a:noFill/>
          </a:ln>
        </p:spPr>
        <p:txBody>
          <a:bodyPr spcFirstLastPara="1" wrap="square" lIns="91425" tIns="91425" rIns="91425" bIns="91425" anchor="t" anchorCtr="0">
            <a:spAutoFit/>
          </a:bodyPr>
          <a:lstStyle/>
          <a:p>
            <a:pPr>
              <a:lnSpc>
                <a:spcPct val="150000"/>
              </a:lnSpc>
              <a:buSzPts val="1400"/>
            </a:pPr>
            <a:r>
              <a:rPr lang="en-US" sz="1050" b="1" dirty="0">
                <a:latin typeface="Montserrat"/>
              </a:rPr>
              <a:t>Question 2  What are the common symptoms for appendicitis, and can it be cured via medicine? If not, what surgical procedure should be followed to treat it?</a:t>
            </a:r>
          </a:p>
          <a:p>
            <a:pPr>
              <a:lnSpc>
                <a:spcPct val="150000"/>
              </a:lnSpc>
              <a:buSzPts val="1400"/>
            </a:pPr>
            <a:r>
              <a:rPr lang="en-US" sz="1050" b="1" u="sng" dirty="0">
                <a:latin typeface="Montserrat"/>
              </a:rPr>
              <a:t>Response Received </a:t>
            </a:r>
          </a:p>
          <a:p>
            <a:pPr>
              <a:lnSpc>
                <a:spcPct val="150000"/>
              </a:lnSpc>
              <a:buSzPts val="1400"/>
            </a:pPr>
            <a:r>
              <a:rPr lang="en-US" sz="1000" dirty="0">
                <a:latin typeface="Montserrat"/>
                <a:ea typeface="Montserrat"/>
                <a:cs typeface="Montserrat"/>
                <a:sym typeface="Montserrat"/>
              </a:rPr>
              <a:t>Appendicitis is a medical condition characterized by inflammation of the appendix, a small tube-shaped organ located in the lower right side of the abdomen. The symptoms of appendicitis can vary from person to person, but some common signs include:</a:t>
            </a:r>
          </a:p>
          <a:p>
            <a:pPr>
              <a:lnSpc>
                <a:spcPct val="150000"/>
              </a:lnSpc>
              <a:buSzPts val="1400"/>
            </a:pPr>
            <a:r>
              <a:rPr lang="en-US" sz="1000" dirty="0">
                <a:latin typeface="Montserrat"/>
                <a:ea typeface="Montserrat"/>
                <a:cs typeface="Montserrat"/>
                <a:sym typeface="Montserrat"/>
              </a:rPr>
              <a:t>1. Abdominal pain: The pain is typically located in the lower right quadrant of the abdomen and may start as a mild discomfort that gradually worsens over time. The pain may be constant or intermittent and may be aggravated by movement, deep breathing, or coughing.</a:t>
            </a:r>
          </a:p>
          <a:p>
            <a:pPr>
              <a:lnSpc>
                <a:spcPct val="150000"/>
              </a:lnSpc>
              <a:buSzPts val="1400"/>
            </a:pPr>
            <a:r>
              <a:rPr lang="en-US" sz="1000" dirty="0">
                <a:latin typeface="Montserrat"/>
                <a:ea typeface="Montserrat"/>
                <a:cs typeface="Montserrat"/>
                <a:sym typeface="Montserrat"/>
              </a:rPr>
              <a:t>2. Loss of appetite.</a:t>
            </a:r>
          </a:p>
          <a:p>
            <a:pPr>
              <a:lnSpc>
                <a:spcPct val="150000"/>
              </a:lnSpc>
              <a:buSzPts val="1400"/>
            </a:pPr>
            <a:r>
              <a:rPr lang="en-US" sz="1050" b="1" i="0" u="none" strike="noStrike" cap="none" dirty="0">
                <a:solidFill>
                  <a:srgbClr val="000000"/>
                </a:solidFill>
                <a:latin typeface="Montserrat"/>
                <a:ea typeface="Montserrat"/>
                <a:cs typeface="Montserrat"/>
                <a:sym typeface="Montserrat"/>
              </a:rPr>
              <a:t>Comment : </a:t>
            </a:r>
            <a:endParaRPr lang="en-US" sz="1050" i="0" u="none" strike="noStrike" cap="none" dirty="0">
              <a:solidFill>
                <a:srgbClr val="000000"/>
              </a:solidFill>
              <a:latin typeface="Montserrat"/>
              <a:ea typeface="Montserrat"/>
              <a:cs typeface="Montserrat"/>
              <a:sym typeface="Montserrat"/>
            </a:endParaRPr>
          </a:p>
          <a:p>
            <a:pPr>
              <a:lnSpc>
                <a:spcPct val="150000"/>
              </a:lnSpc>
              <a:buSzPts val="1400"/>
            </a:pPr>
            <a:r>
              <a:rPr lang="en-US" sz="1050" b="1" dirty="0">
                <a:latin typeface="Montserrat" panose="00000500000000000000" pitchFamily="2" charset="0"/>
              </a:rPr>
              <a:t>Generic Response:</a:t>
            </a:r>
            <a:r>
              <a:rPr lang="en-US" sz="1050" dirty="0">
                <a:latin typeface="Montserrat" panose="00000500000000000000" pitchFamily="2" charset="0"/>
              </a:rPr>
              <a:t> The model  provide general  information for </a:t>
            </a:r>
            <a:r>
              <a:rPr lang="en-US" sz="1000" dirty="0">
                <a:latin typeface="Montserrat"/>
              </a:rPr>
              <a:t>symptoms for appendicitis but not recommending any actual medicines</a:t>
            </a:r>
          </a:p>
          <a:p>
            <a:pPr>
              <a:lnSpc>
                <a:spcPct val="150000"/>
              </a:lnSpc>
              <a:buSzPts val="1400"/>
            </a:pPr>
            <a:r>
              <a:rPr lang="en-US" sz="1000" b="1" dirty="0">
                <a:latin typeface="Montserrat" panose="00000500000000000000" pitchFamily="2" charset="0"/>
                <a:ea typeface="Montserrat"/>
                <a:cs typeface="Montserrat"/>
                <a:sym typeface="Montserrat"/>
              </a:rPr>
              <a:t>Abrupt truncation : </a:t>
            </a:r>
            <a:r>
              <a:rPr lang="en-US" sz="1000" dirty="0">
                <a:latin typeface="Montserrat" panose="00000500000000000000" pitchFamily="2" charset="0"/>
                <a:ea typeface="Montserrat"/>
                <a:cs typeface="Montserrat"/>
                <a:sym typeface="Montserrat"/>
              </a:rPr>
              <a:t>Model suddenly got truncated </a:t>
            </a:r>
            <a:r>
              <a:rPr lang="en-US" sz="1000" b="1" dirty="0">
                <a:latin typeface="Montserrat" panose="00000500000000000000" pitchFamily="2" charset="0"/>
                <a:ea typeface="Montserrat"/>
                <a:cs typeface="Montserrat"/>
                <a:sym typeface="Montserrat"/>
              </a:rPr>
              <a:t>at point number 2 </a:t>
            </a:r>
            <a:r>
              <a:rPr lang="en-US" sz="900" b="1" dirty="0">
                <a:latin typeface="Montserrat"/>
                <a:ea typeface="Montserrat"/>
                <a:cs typeface="Montserrat"/>
                <a:sym typeface="Montserrat"/>
              </a:rPr>
              <a:t>Loss of </a:t>
            </a:r>
            <a:r>
              <a:rPr lang="en-US" sz="900" dirty="0">
                <a:latin typeface="Montserrat"/>
                <a:ea typeface="Montserrat"/>
                <a:cs typeface="Montserrat"/>
                <a:sym typeface="Montserrat"/>
              </a:rPr>
              <a:t>appetite due to the token limit </a:t>
            </a:r>
          </a:p>
          <a:p>
            <a:pPr>
              <a:lnSpc>
                <a:spcPct val="150000"/>
              </a:lnSpc>
              <a:buSzPts val="1400"/>
            </a:pPr>
            <a:endParaRPr sz="1000" b="1" i="0" u="none" strike="noStrike" cap="none" dirty="0">
              <a:solidFill>
                <a:srgbClr val="000000"/>
              </a:solidFill>
              <a:latin typeface="Montserrat" panose="00000500000000000000" pitchFamily="2" charset="0"/>
              <a:ea typeface="Montserrat"/>
              <a:cs typeface="Montserrat"/>
              <a:sym typeface="Montserrat"/>
            </a:endParaRPr>
          </a:p>
        </p:txBody>
      </p:sp>
      <p:sp>
        <p:nvSpPr>
          <p:cNvPr id="3" name="TextBox 2">
            <a:extLst>
              <a:ext uri="{FF2B5EF4-FFF2-40B4-BE49-F238E27FC236}">
                <a16:creationId xmlns:a16="http://schemas.microsoft.com/office/drawing/2014/main" id="{4FA48044-B270-29FB-99DF-F6BB452185DA}"/>
              </a:ext>
            </a:extLst>
          </p:cNvPr>
          <p:cNvSpPr txBox="1"/>
          <p:nvPr/>
        </p:nvSpPr>
        <p:spPr>
          <a:xfrm>
            <a:off x="568799" y="835943"/>
            <a:ext cx="7663035" cy="246221"/>
          </a:xfrm>
          <a:prstGeom prst="rect">
            <a:avLst/>
          </a:prstGeom>
          <a:noFill/>
        </p:spPr>
        <p:txBody>
          <a:bodyPr wrap="square" rtlCol="0">
            <a:spAutoFit/>
          </a:bodyPr>
          <a:lstStyle/>
          <a:p>
            <a:r>
              <a:rPr lang="en-US" sz="1000" b="1" dirty="0">
                <a:solidFill>
                  <a:srgbClr val="C00000"/>
                </a:solidFill>
                <a:latin typeface="Montserrat" panose="00000500000000000000" pitchFamily="2" charset="0"/>
              </a:rPr>
              <a:t>Parameters</a:t>
            </a:r>
            <a:r>
              <a:rPr lang="en-US" sz="900" b="1" dirty="0">
                <a:solidFill>
                  <a:srgbClr val="C00000"/>
                </a:solidFill>
                <a:latin typeface="Montserrat" panose="00000500000000000000" pitchFamily="2" charset="0"/>
              </a:rPr>
              <a:t> : </a:t>
            </a:r>
            <a:r>
              <a:rPr lang="en-US" sz="900" i="1" dirty="0">
                <a:solidFill>
                  <a:srgbClr val="C00000"/>
                </a:solidFill>
                <a:latin typeface="Montserrat" panose="00000500000000000000" pitchFamily="2" charset="0"/>
              </a:rPr>
              <a:t>max_tokens=128,temperature=0,top_p=0.95,top_k=50</a:t>
            </a:r>
          </a:p>
        </p:txBody>
      </p:sp>
    </p:spTree>
    <p:extLst>
      <p:ext uri="{BB962C8B-B14F-4D97-AF65-F5344CB8AC3E}">
        <p14:creationId xmlns:p14="http://schemas.microsoft.com/office/powerpoint/2010/main" val="15953941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48">
          <a:extLst>
            <a:ext uri="{FF2B5EF4-FFF2-40B4-BE49-F238E27FC236}">
              <a16:creationId xmlns:a16="http://schemas.microsoft.com/office/drawing/2014/main" id="{A4B86CF7-068B-DBC9-23AC-CB7147E1BBDE}"/>
            </a:ext>
          </a:extLst>
        </p:cNvPr>
        <p:cNvGrpSpPr/>
        <p:nvPr/>
      </p:nvGrpSpPr>
      <p:grpSpPr>
        <a:xfrm>
          <a:off x="0" y="0"/>
          <a:ext cx="0" cy="0"/>
          <a:chOff x="0" y="0"/>
          <a:chExt cx="0" cy="0"/>
        </a:xfrm>
      </p:grpSpPr>
      <p:sp>
        <p:nvSpPr>
          <p:cNvPr id="250" name="Google Shape;250;p52">
            <a:extLst>
              <a:ext uri="{FF2B5EF4-FFF2-40B4-BE49-F238E27FC236}">
                <a16:creationId xmlns:a16="http://schemas.microsoft.com/office/drawing/2014/main" id="{9CCADC54-C714-6F77-894D-0CFFADF7B08E}"/>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2400" dirty="0">
                <a:solidFill>
                  <a:srgbClr val="0E39A9"/>
                </a:solidFill>
              </a:rPr>
              <a:t>Question Answering using LLM</a:t>
            </a:r>
            <a:endParaRPr sz="2400" dirty="0">
              <a:solidFill>
                <a:srgbClr val="0E39A9"/>
              </a:solidFill>
            </a:endParaRPr>
          </a:p>
        </p:txBody>
      </p:sp>
      <p:sp>
        <p:nvSpPr>
          <p:cNvPr id="252" name="Google Shape;252;p52">
            <a:extLst>
              <a:ext uri="{FF2B5EF4-FFF2-40B4-BE49-F238E27FC236}">
                <a16:creationId xmlns:a16="http://schemas.microsoft.com/office/drawing/2014/main" id="{5939061B-79D6-7EDB-638A-E6AA9DFF33B3}"/>
              </a:ext>
            </a:extLst>
          </p:cNvPr>
          <p:cNvSpPr txBox="1"/>
          <p:nvPr/>
        </p:nvSpPr>
        <p:spPr>
          <a:xfrm>
            <a:off x="307565" y="1155263"/>
            <a:ext cx="8185501" cy="3520164"/>
          </a:xfrm>
          <a:prstGeom prst="rect">
            <a:avLst/>
          </a:prstGeom>
          <a:noFill/>
          <a:ln>
            <a:noFill/>
          </a:ln>
        </p:spPr>
        <p:txBody>
          <a:bodyPr spcFirstLastPara="1" wrap="square" lIns="91425" tIns="91425" rIns="91425" bIns="91425" anchor="t" anchorCtr="0">
            <a:spAutoFit/>
          </a:bodyPr>
          <a:lstStyle/>
          <a:p>
            <a:pPr>
              <a:lnSpc>
                <a:spcPct val="150000"/>
              </a:lnSpc>
              <a:buSzPts val="1400"/>
            </a:pPr>
            <a:r>
              <a:rPr lang="en-US" sz="1050" b="1" dirty="0">
                <a:latin typeface="Montserrat"/>
              </a:rPr>
              <a:t>Question 3. What are the effective treatments or solutions for addressing sudden patchy hair loss, commonly seen as localized bald spots on the scalp, and what could be the possible causes behind it?</a:t>
            </a:r>
          </a:p>
          <a:p>
            <a:pPr>
              <a:lnSpc>
                <a:spcPct val="150000"/>
              </a:lnSpc>
              <a:buSzPts val="1400"/>
            </a:pPr>
            <a:endParaRPr lang="en-US" sz="1050" b="1" dirty="0">
              <a:latin typeface="Montserrat"/>
            </a:endParaRPr>
          </a:p>
          <a:p>
            <a:pPr>
              <a:lnSpc>
                <a:spcPct val="150000"/>
              </a:lnSpc>
              <a:buSzPts val="1400"/>
            </a:pPr>
            <a:r>
              <a:rPr lang="en-US" sz="1050" b="1" u="sng" dirty="0">
                <a:latin typeface="Montserrat"/>
              </a:rPr>
              <a:t>Response Received </a:t>
            </a:r>
          </a:p>
          <a:p>
            <a:pPr>
              <a:lnSpc>
                <a:spcPct val="150000"/>
              </a:lnSpc>
              <a:buSzPts val="1400"/>
            </a:pPr>
            <a:r>
              <a:rPr lang="en-US" sz="1000" dirty="0">
                <a:latin typeface="Montserrat"/>
                <a:ea typeface="Montserrat"/>
                <a:cs typeface="Montserrat"/>
                <a:sym typeface="Montserrat"/>
              </a:rPr>
              <a:t>Sudden patchy hair loss, also known as alopecia areata, is a common autoimmune disorder that affects the hair follicles. It can result in round or oval bald patches on the scalp, but it can also occur on other parts of the body such as the beard area, eyebrows, and eyelashes.</a:t>
            </a:r>
          </a:p>
          <a:p>
            <a:pPr>
              <a:lnSpc>
                <a:spcPct val="150000"/>
              </a:lnSpc>
              <a:buSzPts val="1400"/>
            </a:pPr>
            <a:r>
              <a:rPr lang="en-US" sz="1000" dirty="0">
                <a:latin typeface="Montserrat"/>
                <a:ea typeface="Montserrat"/>
                <a:cs typeface="Montserrat"/>
                <a:sym typeface="Montserrat"/>
              </a:rPr>
              <a:t>The exact cause of alopecia areata is not known, but it's believed to be related to a problem with the immune system. Some possible triggers for this condition include stress, genetics, viral infections, and certain medications.</a:t>
            </a:r>
          </a:p>
          <a:p>
            <a:pPr>
              <a:lnSpc>
                <a:spcPct val="150000"/>
              </a:lnSpc>
              <a:buSzPts val="1400"/>
            </a:pPr>
            <a:r>
              <a:rPr lang="en-US" sz="1050" b="1" i="0" u="sng" strike="noStrike" cap="none" dirty="0">
                <a:solidFill>
                  <a:srgbClr val="000000"/>
                </a:solidFill>
                <a:latin typeface="Montserrat"/>
                <a:ea typeface="Montserrat"/>
                <a:cs typeface="Montserrat"/>
                <a:sym typeface="Montserrat"/>
              </a:rPr>
              <a:t>Comment : </a:t>
            </a:r>
            <a:endParaRPr lang="en-US" sz="1050" i="0" u="sng" strike="noStrike" cap="none" dirty="0">
              <a:solidFill>
                <a:srgbClr val="000000"/>
              </a:solidFill>
              <a:latin typeface="Montserrat"/>
              <a:ea typeface="Montserrat"/>
              <a:cs typeface="Montserrat"/>
              <a:sym typeface="Montserrat"/>
            </a:endParaRPr>
          </a:p>
          <a:p>
            <a:pPr>
              <a:lnSpc>
                <a:spcPct val="150000"/>
              </a:lnSpc>
              <a:buSzPts val="1400"/>
            </a:pPr>
            <a:r>
              <a:rPr lang="en-US" sz="1050" b="1" dirty="0">
                <a:latin typeface="Montserrat" panose="00000500000000000000" pitchFamily="2" charset="0"/>
              </a:rPr>
              <a:t>Generic and Incomplete Response:</a:t>
            </a:r>
            <a:r>
              <a:rPr lang="en-US" sz="1050" dirty="0">
                <a:latin typeface="Montserrat" panose="00000500000000000000" pitchFamily="2" charset="0"/>
              </a:rPr>
              <a:t> The model failed to provide information on effective treatment options for patchy hair loss. Additionally, it did not adequately address the core question regarding potential causes of the condition, instead offering a generic statement that the exact cause of alopecia areata is unknown, without further explanation or contextual detail</a:t>
            </a:r>
            <a:endParaRPr sz="1000" b="1" i="0" u="none" strike="noStrike" cap="none" dirty="0">
              <a:solidFill>
                <a:srgbClr val="000000"/>
              </a:solidFill>
              <a:latin typeface="Montserrat" panose="00000500000000000000" pitchFamily="2" charset="0"/>
              <a:ea typeface="Montserrat"/>
              <a:cs typeface="Montserrat"/>
              <a:sym typeface="Montserrat"/>
            </a:endParaRPr>
          </a:p>
        </p:txBody>
      </p:sp>
      <p:sp>
        <p:nvSpPr>
          <p:cNvPr id="3" name="TextBox 2">
            <a:extLst>
              <a:ext uri="{FF2B5EF4-FFF2-40B4-BE49-F238E27FC236}">
                <a16:creationId xmlns:a16="http://schemas.microsoft.com/office/drawing/2014/main" id="{82DBD06E-3163-6EFB-181D-E38F49C79C45}"/>
              </a:ext>
            </a:extLst>
          </p:cNvPr>
          <p:cNvSpPr txBox="1"/>
          <p:nvPr/>
        </p:nvSpPr>
        <p:spPr>
          <a:xfrm>
            <a:off x="568799" y="835943"/>
            <a:ext cx="7663035" cy="246221"/>
          </a:xfrm>
          <a:prstGeom prst="rect">
            <a:avLst/>
          </a:prstGeom>
          <a:noFill/>
        </p:spPr>
        <p:txBody>
          <a:bodyPr wrap="square" rtlCol="0">
            <a:spAutoFit/>
          </a:bodyPr>
          <a:lstStyle/>
          <a:p>
            <a:r>
              <a:rPr lang="en-US" sz="1000" b="1" dirty="0">
                <a:solidFill>
                  <a:srgbClr val="C00000"/>
                </a:solidFill>
                <a:latin typeface="Montserrat" panose="00000500000000000000" pitchFamily="2" charset="0"/>
              </a:rPr>
              <a:t>Parameters</a:t>
            </a:r>
            <a:r>
              <a:rPr lang="en-US" sz="900" b="1" dirty="0">
                <a:solidFill>
                  <a:srgbClr val="C00000"/>
                </a:solidFill>
                <a:latin typeface="Montserrat" panose="00000500000000000000" pitchFamily="2" charset="0"/>
              </a:rPr>
              <a:t> : </a:t>
            </a:r>
            <a:r>
              <a:rPr lang="en-US" sz="900" i="1" dirty="0">
                <a:solidFill>
                  <a:srgbClr val="C00000"/>
                </a:solidFill>
                <a:latin typeface="Montserrat" panose="00000500000000000000" pitchFamily="2" charset="0"/>
              </a:rPr>
              <a:t>max_tokens=128,temperature=0,top_p=0.95,top_k=50</a:t>
            </a:r>
          </a:p>
        </p:txBody>
      </p:sp>
    </p:spTree>
    <p:extLst>
      <p:ext uri="{BB962C8B-B14F-4D97-AF65-F5344CB8AC3E}">
        <p14:creationId xmlns:p14="http://schemas.microsoft.com/office/powerpoint/2010/main" val="25239134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48">
          <a:extLst>
            <a:ext uri="{FF2B5EF4-FFF2-40B4-BE49-F238E27FC236}">
              <a16:creationId xmlns:a16="http://schemas.microsoft.com/office/drawing/2014/main" id="{DCF14EE4-A7C2-C5AB-C7E1-2B013502FE61}"/>
            </a:ext>
          </a:extLst>
        </p:cNvPr>
        <p:cNvGrpSpPr/>
        <p:nvPr/>
      </p:nvGrpSpPr>
      <p:grpSpPr>
        <a:xfrm>
          <a:off x="0" y="0"/>
          <a:ext cx="0" cy="0"/>
          <a:chOff x="0" y="0"/>
          <a:chExt cx="0" cy="0"/>
        </a:xfrm>
      </p:grpSpPr>
      <p:sp>
        <p:nvSpPr>
          <p:cNvPr id="250" name="Google Shape;250;p52">
            <a:extLst>
              <a:ext uri="{FF2B5EF4-FFF2-40B4-BE49-F238E27FC236}">
                <a16:creationId xmlns:a16="http://schemas.microsoft.com/office/drawing/2014/main" id="{FEBFDE8F-AEFB-FD87-94E9-7E28033CA123}"/>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2400" dirty="0">
                <a:solidFill>
                  <a:srgbClr val="0E39A9"/>
                </a:solidFill>
              </a:rPr>
              <a:t>Question Answering using LLM</a:t>
            </a:r>
            <a:endParaRPr sz="2400" dirty="0">
              <a:solidFill>
                <a:srgbClr val="0E39A9"/>
              </a:solidFill>
            </a:endParaRPr>
          </a:p>
        </p:txBody>
      </p:sp>
      <p:sp>
        <p:nvSpPr>
          <p:cNvPr id="252" name="Google Shape;252;p52">
            <a:extLst>
              <a:ext uri="{FF2B5EF4-FFF2-40B4-BE49-F238E27FC236}">
                <a16:creationId xmlns:a16="http://schemas.microsoft.com/office/drawing/2014/main" id="{56E683E1-3101-F211-EBE1-12177B75E15A}"/>
              </a:ext>
            </a:extLst>
          </p:cNvPr>
          <p:cNvSpPr txBox="1"/>
          <p:nvPr/>
        </p:nvSpPr>
        <p:spPr>
          <a:xfrm>
            <a:off x="442377" y="1194465"/>
            <a:ext cx="8520600" cy="2754570"/>
          </a:xfrm>
          <a:prstGeom prst="rect">
            <a:avLst/>
          </a:prstGeom>
          <a:noFill/>
          <a:ln>
            <a:noFill/>
          </a:ln>
        </p:spPr>
        <p:txBody>
          <a:bodyPr spcFirstLastPara="1" wrap="square" lIns="91425" tIns="91425" rIns="91425" bIns="91425" anchor="t" anchorCtr="0">
            <a:spAutoFit/>
          </a:bodyPr>
          <a:lstStyle/>
          <a:p>
            <a:r>
              <a:rPr lang="en-US" sz="1050" b="1" dirty="0">
                <a:latin typeface="Montserrat"/>
              </a:rPr>
              <a:t>Question 4. </a:t>
            </a:r>
            <a:r>
              <a:rPr lang="en-US" sz="1050" dirty="0">
                <a:latin typeface="Montserrat"/>
              </a:rPr>
              <a:t>What treatments are recommended for a person who has sustained a physical injury to brain tissue, resulting in temporary or permanent impairment of brain function?</a:t>
            </a:r>
          </a:p>
          <a:p>
            <a:endParaRPr lang="en-US" sz="1000" dirty="0">
              <a:latin typeface="Montserrat"/>
              <a:ea typeface="Montserrat"/>
              <a:cs typeface="Montserrat"/>
              <a:sym typeface="Montserrat"/>
            </a:endParaRPr>
          </a:p>
          <a:p>
            <a:r>
              <a:rPr lang="en-US" sz="1000" b="1" u="sng" dirty="0">
                <a:latin typeface="Montserrat"/>
                <a:ea typeface="Montserrat"/>
                <a:cs typeface="Montserrat"/>
                <a:sym typeface="Montserrat"/>
              </a:rPr>
              <a:t>Response received </a:t>
            </a:r>
          </a:p>
          <a:p>
            <a:r>
              <a:rPr lang="en-US" sz="900" dirty="0">
                <a:latin typeface="Montserrat"/>
                <a:ea typeface="Montserrat"/>
                <a:cs typeface="Montserrat"/>
                <a:sym typeface="Montserrat"/>
              </a:rPr>
              <a:t>A person who has sustained a physical injury to the brain, also known as a traumatic brain injury (TBI), may require various treatments depending on the severity and location of the injury. Here are some common treatments recommended for individuals with TBIs:</a:t>
            </a:r>
          </a:p>
          <a:p>
            <a:r>
              <a:rPr lang="en-US" sz="900" dirty="0">
                <a:latin typeface="Montserrat"/>
                <a:ea typeface="Montserrat"/>
                <a:cs typeface="Montserrat"/>
                <a:sym typeface="Montserrat"/>
              </a:rPr>
              <a:t>1. Emergency care: In case of a severe TBI, the first priority is to provide emergency care to ensure the person's airway is clear, breathing is stable, and circulation is adequate. This may involve intubation, oxygen therapy, and intravenous fluids.</a:t>
            </a:r>
          </a:p>
          <a:p>
            <a:r>
              <a:rPr lang="en-US" sz="900" dirty="0">
                <a:latin typeface="Montserrat"/>
                <a:ea typeface="Montserrat"/>
                <a:cs typeface="Montserrat"/>
                <a:sym typeface="Montserrat"/>
              </a:rPr>
              <a:t>2. Surgery: Depending on the location and</a:t>
            </a:r>
          </a:p>
          <a:p>
            <a:endParaRPr lang="en-US" sz="1000" b="1" i="0" u="none" strike="noStrike" cap="none" dirty="0">
              <a:solidFill>
                <a:srgbClr val="000000"/>
              </a:solidFill>
              <a:latin typeface="Montserrat"/>
              <a:ea typeface="Montserrat"/>
              <a:cs typeface="Montserrat"/>
              <a:sym typeface="Montserrat"/>
            </a:endParaRPr>
          </a:p>
          <a:p>
            <a:r>
              <a:rPr lang="en-US" sz="1100" b="1" i="0" u="sng" strike="noStrike" cap="none" dirty="0">
                <a:solidFill>
                  <a:srgbClr val="000000"/>
                </a:solidFill>
                <a:latin typeface="Montserrat"/>
                <a:ea typeface="Montserrat"/>
                <a:cs typeface="Montserrat"/>
                <a:sym typeface="Montserrat"/>
              </a:rPr>
              <a:t>Comment</a:t>
            </a:r>
            <a:r>
              <a:rPr lang="en-US" sz="1000" b="0" i="0" u="sng" strike="noStrike" cap="none" dirty="0">
                <a:solidFill>
                  <a:srgbClr val="000000"/>
                </a:solidFill>
                <a:latin typeface="Montserrat"/>
                <a:ea typeface="Montserrat"/>
                <a:cs typeface="Montserrat"/>
                <a:sym typeface="Montserrat"/>
              </a:rPr>
              <a:t> :</a:t>
            </a:r>
          </a:p>
          <a:p>
            <a:pPr marL="228600" indent="-228600">
              <a:buFont typeface="+mj-lt"/>
              <a:buAutoNum type="arabicPeriod"/>
            </a:pPr>
            <a:r>
              <a:rPr lang="en-US" sz="1000" b="1" dirty="0">
                <a:latin typeface="Montserrat" panose="00000500000000000000" pitchFamily="2" charset="0"/>
              </a:rPr>
              <a:t>Generic and Incomplete Response:</a:t>
            </a:r>
            <a:r>
              <a:rPr lang="en-US" sz="1000" dirty="0">
                <a:latin typeface="Montserrat" panose="00000500000000000000" pitchFamily="2" charset="0"/>
              </a:rPr>
              <a:t> The model failed to provide information on effective treatment options for </a:t>
            </a:r>
            <a:r>
              <a:rPr lang="en-US" sz="1000" dirty="0">
                <a:latin typeface="Montserrat"/>
              </a:rPr>
              <a:t>sustained a physical injury to brain tissue</a:t>
            </a:r>
            <a:r>
              <a:rPr lang="en-US" sz="1000" dirty="0">
                <a:latin typeface="Montserrat" panose="00000500000000000000" pitchFamily="2" charset="0"/>
              </a:rPr>
              <a:t>, instead offering a generic statement that </a:t>
            </a:r>
            <a:r>
              <a:rPr lang="en-US" sz="1000" dirty="0">
                <a:latin typeface="Montserrat"/>
                <a:ea typeface="Montserrat"/>
                <a:cs typeface="Montserrat"/>
                <a:sym typeface="Montserrat"/>
              </a:rPr>
              <a:t>A person who has sustained a physical injury to the brain, also known as a traumatic brain injury (TBI), </a:t>
            </a:r>
            <a:r>
              <a:rPr lang="en-US" sz="1000" dirty="0">
                <a:latin typeface="Montserrat" panose="00000500000000000000" pitchFamily="2" charset="0"/>
              </a:rPr>
              <a:t> without further explanation or contextual detail</a:t>
            </a:r>
          </a:p>
          <a:p>
            <a:pPr marL="228600" indent="-228600">
              <a:buFont typeface="+mj-lt"/>
              <a:buAutoNum type="arabicPeriod"/>
            </a:pPr>
            <a:endParaRPr lang="en-US" sz="1000" b="1" dirty="0">
              <a:latin typeface="Montserrat" panose="00000500000000000000" pitchFamily="2" charset="0"/>
              <a:ea typeface="Montserrat"/>
              <a:cs typeface="Montserrat"/>
              <a:sym typeface="Montserrat"/>
            </a:endParaRPr>
          </a:p>
          <a:p>
            <a:pPr marL="228600" indent="-228600">
              <a:buFont typeface="+mj-lt"/>
              <a:buAutoNum type="arabicPeriod"/>
            </a:pPr>
            <a:r>
              <a:rPr lang="en-US" sz="1000" b="1" dirty="0">
                <a:latin typeface="Montserrat" panose="00000500000000000000" pitchFamily="2" charset="0"/>
                <a:ea typeface="Montserrat"/>
                <a:cs typeface="Montserrat"/>
                <a:sym typeface="Montserrat"/>
              </a:rPr>
              <a:t>Abrupt truncation : </a:t>
            </a:r>
            <a:r>
              <a:rPr lang="en-US" sz="1000" dirty="0">
                <a:latin typeface="Montserrat" panose="00000500000000000000" pitchFamily="2" charset="0"/>
                <a:ea typeface="Montserrat"/>
                <a:cs typeface="Montserrat"/>
                <a:sym typeface="Montserrat"/>
              </a:rPr>
              <a:t>Model suddenly got truncated at point number 2 </a:t>
            </a:r>
            <a:r>
              <a:rPr lang="en-US" sz="900" dirty="0">
                <a:latin typeface="Montserrat"/>
                <a:ea typeface="Montserrat"/>
                <a:cs typeface="Montserrat"/>
                <a:sym typeface="Montserrat"/>
              </a:rPr>
              <a:t>Surgery: Depending on the location and due to the token limit </a:t>
            </a:r>
          </a:p>
          <a:p>
            <a:endParaRPr lang="en-US" sz="1000" b="0" i="0" u="none" strike="noStrike" cap="none" dirty="0">
              <a:solidFill>
                <a:srgbClr val="000000"/>
              </a:solidFill>
              <a:latin typeface="Montserrat"/>
              <a:ea typeface="Montserrat"/>
              <a:cs typeface="Montserrat"/>
              <a:sym typeface="Montserrat"/>
            </a:endParaRPr>
          </a:p>
        </p:txBody>
      </p:sp>
      <p:sp>
        <p:nvSpPr>
          <p:cNvPr id="3" name="TextBox 2">
            <a:extLst>
              <a:ext uri="{FF2B5EF4-FFF2-40B4-BE49-F238E27FC236}">
                <a16:creationId xmlns:a16="http://schemas.microsoft.com/office/drawing/2014/main" id="{991F9301-1809-A39E-62E5-E630D5E7D50E}"/>
              </a:ext>
            </a:extLst>
          </p:cNvPr>
          <p:cNvSpPr txBox="1"/>
          <p:nvPr/>
        </p:nvSpPr>
        <p:spPr>
          <a:xfrm>
            <a:off x="442377" y="861979"/>
            <a:ext cx="7663035" cy="246221"/>
          </a:xfrm>
          <a:prstGeom prst="rect">
            <a:avLst/>
          </a:prstGeom>
          <a:noFill/>
        </p:spPr>
        <p:txBody>
          <a:bodyPr wrap="square" rtlCol="0">
            <a:spAutoFit/>
          </a:bodyPr>
          <a:lstStyle/>
          <a:p>
            <a:r>
              <a:rPr lang="en-US" sz="1000" b="1" dirty="0">
                <a:solidFill>
                  <a:srgbClr val="C00000"/>
                </a:solidFill>
                <a:latin typeface="Montserrat" panose="00000500000000000000" pitchFamily="2" charset="0"/>
              </a:rPr>
              <a:t>Parameters</a:t>
            </a:r>
            <a:r>
              <a:rPr lang="en-US" sz="900" b="1" dirty="0">
                <a:solidFill>
                  <a:srgbClr val="C00000"/>
                </a:solidFill>
                <a:latin typeface="Montserrat" panose="00000500000000000000" pitchFamily="2" charset="0"/>
              </a:rPr>
              <a:t> : </a:t>
            </a:r>
            <a:r>
              <a:rPr lang="en-US" sz="900" i="1" dirty="0">
                <a:solidFill>
                  <a:srgbClr val="C00000"/>
                </a:solidFill>
                <a:latin typeface="Montserrat" panose="00000500000000000000" pitchFamily="2" charset="0"/>
              </a:rPr>
              <a:t>max_tokens=128,temperature=0,top_p=0.95,top_k=50</a:t>
            </a:r>
          </a:p>
        </p:txBody>
      </p:sp>
    </p:spTree>
    <p:extLst>
      <p:ext uri="{BB962C8B-B14F-4D97-AF65-F5344CB8AC3E}">
        <p14:creationId xmlns:p14="http://schemas.microsoft.com/office/powerpoint/2010/main" val="35656657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48">
          <a:extLst>
            <a:ext uri="{FF2B5EF4-FFF2-40B4-BE49-F238E27FC236}">
              <a16:creationId xmlns:a16="http://schemas.microsoft.com/office/drawing/2014/main" id="{0407C557-F48C-1342-5DAF-1A79E828E3BE}"/>
            </a:ext>
          </a:extLst>
        </p:cNvPr>
        <p:cNvGrpSpPr/>
        <p:nvPr/>
      </p:nvGrpSpPr>
      <p:grpSpPr>
        <a:xfrm>
          <a:off x="0" y="0"/>
          <a:ext cx="0" cy="0"/>
          <a:chOff x="0" y="0"/>
          <a:chExt cx="0" cy="0"/>
        </a:xfrm>
      </p:grpSpPr>
      <p:sp>
        <p:nvSpPr>
          <p:cNvPr id="250" name="Google Shape;250;p52">
            <a:extLst>
              <a:ext uri="{FF2B5EF4-FFF2-40B4-BE49-F238E27FC236}">
                <a16:creationId xmlns:a16="http://schemas.microsoft.com/office/drawing/2014/main" id="{233EBE63-0D4D-E045-76A7-72139328E492}"/>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2400" dirty="0">
                <a:solidFill>
                  <a:srgbClr val="0E39A9"/>
                </a:solidFill>
              </a:rPr>
              <a:t>Question Answering using LLM</a:t>
            </a:r>
            <a:endParaRPr sz="2400" dirty="0">
              <a:solidFill>
                <a:srgbClr val="0E39A9"/>
              </a:solidFill>
            </a:endParaRPr>
          </a:p>
        </p:txBody>
      </p:sp>
      <p:sp>
        <p:nvSpPr>
          <p:cNvPr id="252" name="Google Shape;252;p52">
            <a:extLst>
              <a:ext uri="{FF2B5EF4-FFF2-40B4-BE49-F238E27FC236}">
                <a16:creationId xmlns:a16="http://schemas.microsoft.com/office/drawing/2014/main" id="{37C05C65-C17B-7E0A-EFCB-EC9227770DF1}"/>
              </a:ext>
            </a:extLst>
          </p:cNvPr>
          <p:cNvSpPr txBox="1"/>
          <p:nvPr/>
        </p:nvSpPr>
        <p:spPr>
          <a:xfrm>
            <a:off x="442376" y="1203990"/>
            <a:ext cx="8520600" cy="3785621"/>
          </a:xfrm>
          <a:prstGeom prst="rect">
            <a:avLst/>
          </a:prstGeom>
          <a:noFill/>
          <a:ln>
            <a:noFill/>
          </a:ln>
        </p:spPr>
        <p:txBody>
          <a:bodyPr spcFirstLastPara="1" wrap="square" lIns="91425" tIns="91425" rIns="91425" bIns="91425" anchor="t" anchorCtr="0">
            <a:spAutoFit/>
          </a:bodyPr>
          <a:lstStyle/>
          <a:p>
            <a:pPr>
              <a:lnSpc>
                <a:spcPct val="150000"/>
              </a:lnSpc>
              <a:buSzPts val="1400"/>
            </a:pPr>
            <a:r>
              <a:rPr lang="en-US" sz="1200" b="1" dirty="0">
                <a:latin typeface="Montserrat"/>
              </a:rPr>
              <a:t>Question 5.</a:t>
            </a:r>
            <a:r>
              <a:rPr lang="en-US" sz="1050" b="1" dirty="0">
                <a:latin typeface="Montserrat"/>
              </a:rPr>
              <a:t> </a:t>
            </a:r>
            <a:r>
              <a:rPr lang="en-US" sz="1000" b="1" dirty="0">
                <a:latin typeface="Montserrat"/>
              </a:rPr>
              <a:t>What are the necessary precautions and treatment steps for a person who has fractured their leg during a hiking trip, and what should be considered for their care and recovery?</a:t>
            </a:r>
          </a:p>
          <a:p>
            <a:pPr>
              <a:lnSpc>
                <a:spcPct val="150000"/>
              </a:lnSpc>
              <a:buSzPts val="1400"/>
            </a:pPr>
            <a:r>
              <a:rPr lang="en-US" sz="1200" b="1" u="sng" dirty="0">
                <a:latin typeface="Montserrat"/>
              </a:rPr>
              <a:t>Response Received </a:t>
            </a:r>
          </a:p>
          <a:p>
            <a:pPr>
              <a:lnSpc>
                <a:spcPct val="150000"/>
              </a:lnSpc>
              <a:buSzPts val="1400"/>
            </a:pPr>
            <a:r>
              <a:rPr lang="en-US" sz="1000" dirty="0">
                <a:latin typeface="Montserrat"/>
                <a:ea typeface="Montserrat"/>
                <a:cs typeface="Montserrat"/>
                <a:sym typeface="Montserrat"/>
              </a:rPr>
              <a:t>First and foremost, if you suspect that someone has fractured their leg while hiking, it's essential to ensure their safety and prevent further injury. Here are some necessary precautions:</a:t>
            </a:r>
          </a:p>
          <a:p>
            <a:pPr>
              <a:lnSpc>
                <a:spcPct val="150000"/>
              </a:lnSpc>
              <a:buSzPts val="1400"/>
            </a:pPr>
            <a:r>
              <a:rPr lang="en-US" sz="1000" dirty="0">
                <a:latin typeface="Montserrat"/>
                <a:ea typeface="Montserrat"/>
                <a:cs typeface="Montserrat"/>
                <a:sym typeface="Montserrat"/>
              </a:rPr>
              <a:t>1. Keep the person calm and still: Encourage them to remain as still as possible to minimize pain and prevent worsening the injury.</a:t>
            </a:r>
          </a:p>
          <a:p>
            <a:pPr>
              <a:lnSpc>
                <a:spcPct val="150000"/>
              </a:lnSpc>
              <a:buSzPts val="1400"/>
            </a:pPr>
            <a:r>
              <a:rPr lang="en-US" sz="1000" dirty="0">
                <a:latin typeface="Montserrat"/>
                <a:ea typeface="Montserrat"/>
                <a:cs typeface="Montserrat"/>
                <a:sym typeface="Montserrat"/>
              </a:rPr>
              <a:t>2. Assess the situation: Check for any signs of shock, such as pale skin, rapid heartbeat, or shallow breathing. If you notice these symptoms, seek medical help immediately.</a:t>
            </a:r>
          </a:p>
          <a:p>
            <a:pPr>
              <a:lnSpc>
                <a:spcPct val="150000"/>
              </a:lnSpc>
              <a:buSzPts val="1400"/>
            </a:pPr>
            <a:r>
              <a:rPr lang="en-US" sz="1000" dirty="0">
                <a:latin typeface="Montserrat"/>
                <a:ea typeface="Montserrat"/>
                <a:cs typeface="Montserrat"/>
                <a:sym typeface="Montserrat"/>
              </a:rPr>
              <a:t>3. Immobilize the leg: Use a splint, </a:t>
            </a:r>
            <a:r>
              <a:rPr lang="en-US" sz="1000" dirty="0" err="1">
                <a:latin typeface="Montserrat"/>
                <a:ea typeface="Montserrat"/>
                <a:cs typeface="Montserrat"/>
                <a:sym typeface="Montserrat"/>
              </a:rPr>
              <a:t>sl</a:t>
            </a:r>
            <a:endParaRPr lang="en-US" sz="1000" i="0" u="none" strike="noStrike" cap="none" dirty="0">
              <a:solidFill>
                <a:srgbClr val="000000"/>
              </a:solidFill>
              <a:latin typeface="Montserrat"/>
              <a:ea typeface="Montserrat"/>
              <a:cs typeface="Montserrat"/>
              <a:sym typeface="Montserrat"/>
            </a:endParaRPr>
          </a:p>
          <a:p>
            <a:endParaRPr lang="en-US" sz="1200" b="1" dirty="0">
              <a:latin typeface="Montserrat"/>
              <a:ea typeface="Montserrat"/>
              <a:cs typeface="Montserrat"/>
              <a:sym typeface="Montserrat"/>
            </a:endParaRPr>
          </a:p>
          <a:p>
            <a:r>
              <a:rPr lang="en-US" sz="1200" b="1" u="sng" dirty="0">
                <a:latin typeface="Montserrat"/>
                <a:ea typeface="Montserrat"/>
                <a:cs typeface="Montserrat"/>
                <a:sym typeface="Montserrat"/>
              </a:rPr>
              <a:t>Comments</a:t>
            </a:r>
            <a:r>
              <a:rPr lang="en-US" sz="1050" u="sng" dirty="0">
                <a:latin typeface="Montserrat"/>
                <a:ea typeface="Montserrat"/>
                <a:cs typeface="Montserrat"/>
                <a:sym typeface="Montserrat"/>
              </a:rPr>
              <a:t> :</a:t>
            </a:r>
          </a:p>
          <a:p>
            <a:pPr marL="228600" indent="-228600">
              <a:buFont typeface="+mj-lt"/>
              <a:buAutoNum type="arabicPeriod"/>
            </a:pPr>
            <a:r>
              <a:rPr lang="en-US" sz="1050" b="1" dirty="0">
                <a:latin typeface="Montserrat" panose="00000500000000000000" pitchFamily="2" charset="0"/>
              </a:rPr>
              <a:t>Generic and Incomplete Response:</a:t>
            </a:r>
            <a:r>
              <a:rPr lang="en-US" sz="1050" dirty="0">
                <a:latin typeface="Montserrat" panose="00000500000000000000" pitchFamily="2" charset="0"/>
              </a:rPr>
              <a:t> </a:t>
            </a:r>
            <a:r>
              <a:rPr lang="en-US" sz="1000" dirty="0">
                <a:latin typeface="Montserrat" panose="00000500000000000000" pitchFamily="2" charset="0"/>
              </a:rPr>
              <a:t>The model failed to provide information on effective treatment options for </a:t>
            </a:r>
            <a:r>
              <a:rPr lang="en-US" sz="1000" dirty="0">
                <a:latin typeface="Montserrat"/>
              </a:rPr>
              <a:t>a person who has fractured their leg during a hiking trip, and what should be considered for their care and recovery</a:t>
            </a:r>
            <a:r>
              <a:rPr lang="en-US" sz="1000" dirty="0">
                <a:latin typeface="Montserrat" panose="00000500000000000000" pitchFamily="2" charset="0"/>
              </a:rPr>
              <a:t>, instead offering a generic statement that </a:t>
            </a:r>
            <a:r>
              <a:rPr lang="en-US" sz="1000" dirty="0">
                <a:latin typeface="Montserrat"/>
                <a:ea typeface="Montserrat"/>
                <a:cs typeface="Montserrat"/>
                <a:sym typeface="Montserrat"/>
              </a:rPr>
              <a:t>First and foremost, if you suspect that someone has fractured their leg while hiking, it's essential to ensure their safety and prevent further injury </a:t>
            </a:r>
            <a:endParaRPr lang="en-US" sz="1050" dirty="0">
              <a:latin typeface="Montserrat"/>
              <a:ea typeface="Montserrat"/>
              <a:cs typeface="Montserrat"/>
              <a:sym typeface="Montserrat"/>
            </a:endParaRPr>
          </a:p>
          <a:p>
            <a:pPr marL="228600" indent="-228600">
              <a:buFont typeface="+mj-lt"/>
              <a:buAutoNum type="arabicPeriod"/>
            </a:pPr>
            <a:r>
              <a:rPr lang="en-US" sz="1050" b="1" dirty="0">
                <a:latin typeface="Montserrat" panose="00000500000000000000" pitchFamily="2" charset="0"/>
                <a:ea typeface="Montserrat"/>
                <a:cs typeface="Montserrat"/>
                <a:sym typeface="Montserrat"/>
              </a:rPr>
              <a:t>Abrupt truncation : </a:t>
            </a:r>
            <a:r>
              <a:rPr lang="en-US" sz="1000" dirty="0">
                <a:latin typeface="Montserrat" panose="00000500000000000000" pitchFamily="2" charset="0"/>
                <a:ea typeface="Montserrat"/>
                <a:cs typeface="Montserrat"/>
                <a:sym typeface="Montserrat"/>
              </a:rPr>
              <a:t>Model suddenly got truncated at point number 3 </a:t>
            </a:r>
            <a:r>
              <a:rPr lang="en-US" sz="1000" dirty="0">
                <a:latin typeface="Montserrat"/>
                <a:ea typeface="Montserrat"/>
                <a:cs typeface="Montserrat"/>
                <a:sym typeface="Montserrat"/>
              </a:rPr>
              <a:t>Immobilize the leg: Use a splint, </a:t>
            </a:r>
            <a:r>
              <a:rPr lang="en-US" sz="1000" dirty="0" err="1">
                <a:latin typeface="Montserrat"/>
                <a:ea typeface="Montserrat"/>
                <a:cs typeface="Montserrat"/>
                <a:sym typeface="Montserrat"/>
              </a:rPr>
              <a:t>sl</a:t>
            </a:r>
            <a:endParaRPr lang="en-US" sz="1000" dirty="0">
              <a:latin typeface="Montserrat"/>
              <a:ea typeface="Montserrat"/>
              <a:cs typeface="Montserrat"/>
              <a:sym typeface="Montserrat"/>
            </a:endParaRPr>
          </a:p>
          <a:p>
            <a:pPr>
              <a:lnSpc>
                <a:spcPct val="150000"/>
              </a:lnSpc>
              <a:buSzPts val="1400"/>
            </a:pPr>
            <a:endParaRPr lang="en-US" sz="1050" b="1" i="0" u="none" strike="noStrike" cap="none" dirty="0">
              <a:solidFill>
                <a:srgbClr val="000000"/>
              </a:solidFill>
              <a:latin typeface="Montserrat"/>
              <a:ea typeface="Montserrat"/>
              <a:cs typeface="Montserrat"/>
              <a:sym typeface="Montserrat"/>
            </a:endParaRPr>
          </a:p>
        </p:txBody>
      </p:sp>
      <p:sp>
        <p:nvSpPr>
          <p:cNvPr id="2" name="TextBox 1">
            <a:extLst>
              <a:ext uri="{FF2B5EF4-FFF2-40B4-BE49-F238E27FC236}">
                <a16:creationId xmlns:a16="http://schemas.microsoft.com/office/drawing/2014/main" id="{0A280D7A-3FFF-B620-A06E-7D957BCC80B5}"/>
              </a:ext>
            </a:extLst>
          </p:cNvPr>
          <p:cNvSpPr txBox="1"/>
          <p:nvPr/>
        </p:nvSpPr>
        <p:spPr>
          <a:xfrm>
            <a:off x="568799" y="835943"/>
            <a:ext cx="7663035" cy="246221"/>
          </a:xfrm>
          <a:prstGeom prst="rect">
            <a:avLst/>
          </a:prstGeom>
          <a:noFill/>
        </p:spPr>
        <p:txBody>
          <a:bodyPr wrap="square" rtlCol="0">
            <a:spAutoFit/>
          </a:bodyPr>
          <a:lstStyle/>
          <a:p>
            <a:r>
              <a:rPr lang="en-US" sz="1000" b="1" dirty="0">
                <a:solidFill>
                  <a:srgbClr val="C00000"/>
                </a:solidFill>
                <a:latin typeface="Montserrat" panose="00000500000000000000" pitchFamily="2" charset="0"/>
              </a:rPr>
              <a:t>Parameters</a:t>
            </a:r>
            <a:r>
              <a:rPr lang="en-US" sz="900" b="1" dirty="0">
                <a:solidFill>
                  <a:srgbClr val="C00000"/>
                </a:solidFill>
                <a:latin typeface="Montserrat" panose="00000500000000000000" pitchFamily="2" charset="0"/>
              </a:rPr>
              <a:t> : </a:t>
            </a:r>
            <a:r>
              <a:rPr lang="en-US" sz="900" i="1" dirty="0">
                <a:solidFill>
                  <a:srgbClr val="C00000"/>
                </a:solidFill>
                <a:latin typeface="Montserrat" panose="00000500000000000000" pitchFamily="2" charset="0"/>
              </a:rPr>
              <a:t>max_tokens=128,temperature=0,top_p=0.95,top_k=50</a:t>
            </a:r>
          </a:p>
        </p:txBody>
      </p:sp>
    </p:spTree>
    <p:extLst>
      <p:ext uri="{BB962C8B-B14F-4D97-AF65-F5344CB8AC3E}">
        <p14:creationId xmlns:p14="http://schemas.microsoft.com/office/powerpoint/2010/main" val="33423422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48">
          <a:extLst>
            <a:ext uri="{FF2B5EF4-FFF2-40B4-BE49-F238E27FC236}">
              <a16:creationId xmlns:a16="http://schemas.microsoft.com/office/drawing/2014/main" id="{4A9C07E4-852D-371E-8806-C113D7008A63}"/>
            </a:ext>
          </a:extLst>
        </p:cNvPr>
        <p:cNvGrpSpPr/>
        <p:nvPr/>
      </p:nvGrpSpPr>
      <p:grpSpPr>
        <a:xfrm>
          <a:off x="0" y="0"/>
          <a:ext cx="0" cy="0"/>
          <a:chOff x="0" y="0"/>
          <a:chExt cx="0" cy="0"/>
        </a:xfrm>
      </p:grpSpPr>
      <p:sp>
        <p:nvSpPr>
          <p:cNvPr id="250" name="Google Shape;250;p52">
            <a:extLst>
              <a:ext uri="{FF2B5EF4-FFF2-40B4-BE49-F238E27FC236}">
                <a16:creationId xmlns:a16="http://schemas.microsoft.com/office/drawing/2014/main" id="{76502484-F061-E243-D9A4-60A2EBBEDE2D}"/>
              </a:ext>
            </a:extLst>
          </p:cNvPr>
          <p:cNvSpPr txBox="1">
            <a:spLocks noGrp="1"/>
          </p:cNvSpPr>
          <p:nvPr>
            <p:ph type="title"/>
          </p:nvPr>
        </p:nvSpPr>
        <p:spPr>
          <a:xfrm>
            <a:off x="229982" y="115543"/>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2400" dirty="0">
                <a:solidFill>
                  <a:srgbClr val="0E39A9"/>
                </a:solidFill>
              </a:rPr>
              <a:t>Question Answering using LLM </a:t>
            </a:r>
            <a:r>
              <a:rPr lang="en" sz="2000" dirty="0">
                <a:solidFill>
                  <a:srgbClr val="0E39A9"/>
                </a:solidFill>
              </a:rPr>
              <a:t>with Prompt Engineering</a:t>
            </a:r>
            <a:endParaRPr sz="2400" dirty="0">
              <a:solidFill>
                <a:srgbClr val="0E39A9"/>
              </a:solidFill>
            </a:endParaRPr>
          </a:p>
        </p:txBody>
      </p:sp>
      <p:sp>
        <p:nvSpPr>
          <p:cNvPr id="252" name="Google Shape;252;p52">
            <a:extLst>
              <a:ext uri="{FF2B5EF4-FFF2-40B4-BE49-F238E27FC236}">
                <a16:creationId xmlns:a16="http://schemas.microsoft.com/office/drawing/2014/main" id="{3FB05893-3886-33AB-BCD0-23A5F069ACAA}"/>
              </a:ext>
            </a:extLst>
          </p:cNvPr>
          <p:cNvSpPr txBox="1"/>
          <p:nvPr/>
        </p:nvSpPr>
        <p:spPr>
          <a:xfrm>
            <a:off x="393418" y="605947"/>
            <a:ext cx="8668427" cy="4443494"/>
          </a:xfrm>
          <a:prstGeom prst="rect">
            <a:avLst/>
          </a:prstGeom>
          <a:noFill/>
          <a:ln>
            <a:noFill/>
          </a:ln>
        </p:spPr>
        <p:txBody>
          <a:bodyPr spcFirstLastPara="1" wrap="square" lIns="91425" tIns="91425" rIns="91425" bIns="91425" anchor="t" anchorCtr="0">
            <a:spAutoFit/>
          </a:bodyPr>
          <a:lstStyle/>
          <a:p>
            <a:r>
              <a:rPr lang="en-US" sz="1050" b="1" u="sng" dirty="0">
                <a:solidFill>
                  <a:schemeClr val="accent2">
                    <a:lumMod val="50000"/>
                  </a:schemeClr>
                </a:solidFill>
                <a:latin typeface="Montserrat"/>
              </a:rPr>
              <a:t>System Prompt :</a:t>
            </a:r>
          </a:p>
          <a:p>
            <a:r>
              <a:rPr lang="en-US" sz="1050" dirty="0">
                <a:solidFill>
                  <a:schemeClr val="accent2">
                    <a:lumMod val="50000"/>
                  </a:schemeClr>
                </a:solidFill>
                <a:latin typeface="Montserrat"/>
              </a:rPr>
              <a:t>You are a highly experienced Medical Consultant and Critical Care Specialist. </a:t>
            </a:r>
          </a:p>
          <a:p>
            <a:r>
              <a:rPr lang="en-US" sz="1050" dirty="0">
                <a:solidFill>
                  <a:schemeClr val="accent2">
                    <a:lumMod val="50000"/>
                  </a:schemeClr>
                </a:solidFill>
                <a:latin typeface="Montserrat"/>
              </a:rPr>
              <a:t>Your task is to provide detailed, evidence-based medical information based on current </a:t>
            </a:r>
          </a:p>
          <a:p>
            <a:r>
              <a:rPr lang="en-US" sz="1050" dirty="0">
                <a:solidFill>
                  <a:schemeClr val="accent2">
                    <a:lumMod val="50000"/>
                  </a:schemeClr>
                </a:solidFill>
                <a:latin typeface="Montserrat"/>
              </a:rPr>
              <a:t>clinical guidelines (such as the Surviving Sepsis Campaign or WHO standards).</a:t>
            </a:r>
          </a:p>
          <a:p>
            <a:endParaRPr lang="en-US" sz="1050" dirty="0">
              <a:solidFill>
                <a:schemeClr val="accent2">
                  <a:lumMod val="50000"/>
                </a:schemeClr>
              </a:solidFill>
              <a:latin typeface="Montserrat"/>
            </a:endParaRPr>
          </a:p>
          <a:p>
            <a:r>
              <a:rPr lang="en-US" sz="1050" dirty="0">
                <a:solidFill>
                  <a:schemeClr val="accent2">
                    <a:lumMod val="50000"/>
                  </a:schemeClr>
                </a:solidFill>
                <a:latin typeface="Montserrat"/>
              </a:rPr>
              <a:t>For each question provided:</a:t>
            </a:r>
          </a:p>
          <a:p>
            <a:r>
              <a:rPr lang="en-US" sz="1050" dirty="0">
                <a:solidFill>
                  <a:schemeClr val="accent2">
                    <a:lumMod val="50000"/>
                  </a:schemeClr>
                </a:solidFill>
                <a:latin typeface="Montserrat"/>
              </a:rPr>
              <a:t>1. Use clear headings for different sections of the answer.</a:t>
            </a:r>
          </a:p>
          <a:p>
            <a:r>
              <a:rPr lang="en-US" sz="1050" dirty="0">
                <a:solidFill>
                  <a:schemeClr val="accent2">
                    <a:lumMod val="50000"/>
                  </a:schemeClr>
                </a:solidFill>
                <a:latin typeface="Montserrat"/>
              </a:rPr>
              <a:t>2. Maintain a professional, clinical, yet accessible tone.</a:t>
            </a:r>
          </a:p>
          <a:p>
            <a:r>
              <a:rPr lang="en-US" sz="1050" dirty="0">
                <a:solidFill>
                  <a:schemeClr val="accent2">
                    <a:lumMod val="50000"/>
                  </a:schemeClr>
                </a:solidFill>
                <a:latin typeface="Montserrat"/>
              </a:rPr>
              <a:t>3. Distinguish clearly between diagnostic signs, immediate interventions, and long-term recovery.</a:t>
            </a:r>
          </a:p>
          <a:p>
            <a:r>
              <a:rPr lang="en-US" sz="1050" dirty="0">
                <a:solidFill>
                  <a:schemeClr val="accent2">
                    <a:lumMod val="50000"/>
                  </a:schemeClr>
                </a:solidFill>
                <a:latin typeface="Montserrat"/>
              </a:rPr>
              <a:t>4. Include a standard medical disclaimer at the end.</a:t>
            </a:r>
          </a:p>
          <a:p>
            <a:r>
              <a:rPr lang="en-US" sz="1050" b="1" dirty="0">
                <a:solidFill>
                  <a:schemeClr val="bg2"/>
                </a:solidFill>
                <a:latin typeface="Montserrat"/>
              </a:rPr>
              <a:t>Question 1.</a:t>
            </a:r>
          </a:p>
          <a:p>
            <a:r>
              <a:rPr lang="en-US" sz="1050" b="1" dirty="0">
                <a:latin typeface="Montserrat"/>
              </a:rPr>
              <a:t>What is the protocol for managing sepsis in a critical care unit?</a:t>
            </a:r>
          </a:p>
          <a:p>
            <a:r>
              <a:rPr lang="en-US" sz="1050" b="1" u="sng" dirty="0">
                <a:latin typeface="Montserrat"/>
              </a:rPr>
              <a:t>Response Received :</a:t>
            </a:r>
          </a:p>
          <a:p>
            <a:endParaRPr lang="en-US" sz="1050" b="1" u="sng" dirty="0">
              <a:latin typeface="Montserrat"/>
            </a:endParaRPr>
          </a:p>
          <a:p>
            <a:r>
              <a:rPr lang="en-US" sz="900" dirty="0">
                <a:latin typeface="Montserrat"/>
              </a:rPr>
              <a:t>**Section 1: Definition and Recognition of Sepsis**</a:t>
            </a:r>
          </a:p>
          <a:p>
            <a:r>
              <a:rPr lang="en-US" sz="900" dirty="0">
                <a:latin typeface="Montserrat"/>
              </a:rPr>
              <a:t>Sepsis is a life-threatening condition caused by a dysregulated host response to infection. It can lead to tissue damage, multiple organ failure, and even death if not recognized and treated promptly. The definition of sepsis has evolved over the years, with the most recent update being from the Third International Consensus Definitions for Sepsis and Septic Shock (Sepsis-3) in 2016.</a:t>
            </a:r>
          </a:p>
          <a:p>
            <a:endParaRPr lang="en-US" sz="900" dirty="0">
              <a:latin typeface="Montserrat"/>
            </a:endParaRPr>
          </a:p>
          <a:p>
            <a:r>
              <a:rPr lang="en-US" sz="900" dirty="0">
                <a:latin typeface="Montserrat"/>
              </a:rPr>
              <a:t>**Section 2: Early Recognition and Diagnosis**</a:t>
            </a:r>
          </a:p>
          <a:p>
            <a:pPr>
              <a:lnSpc>
                <a:spcPct val="150000"/>
              </a:lnSpc>
              <a:buSzPts val="1400"/>
            </a:pPr>
            <a:r>
              <a:rPr lang="en-US" sz="1050" b="1" u="sng" dirty="0">
                <a:latin typeface="Montserrat"/>
                <a:sym typeface="Montserrat"/>
              </a:rPr>
              <a:t>Comments</a:t>
            </a:r>
            <a:r>
              <a:rPr lang="en-US" sz="1050" b="1" dirty="0">
                <a:latin typeface="Montserrat"/>
                <a:sym typeface="Montserrat"/>
              </a:rPr>
              <a:t> :</a:t>
            </a:r>
          </a:p>
          <a:p>
            <a:pPr marL="171450" indent="-171450">
              <a:lnSpc>
                <a:spcPct val="150000"/>
              </a:lnSpc>
              <a:buSzPts val="1400"/>
              <a:buFont typeface="Arial" panose="020B0604020202020204" pitchFamily="34" charset="0"/>
              <a:buChar char="•"/>
            </a:pPr>
            <a:r>
              <a:rPr lang="en-US" sz="1000" b="1" dirty="0">
                <a:latin typeface="Montserrat"/>
                <a:ea typeface="Montserrat"/>
                <a:cs typeface="Montserrat"/>
                <a:sym typeface="Montserrat"/>
              </a:rPr>
              <a:t>Structural Integrity : </a:t>
            </a:r>
            <a:r>
              <a:rPr lang="en-US" sz="1000" dirty="0">
                <a:latin typeface="Montserrat"/>
                <a:ea typeface="Montserrat"/>
                <a:cs typeface="Montserrat"/>
                <a:sym typeface="Montserrat"/>
              </a:rPr>
              <a:t>This time LLM structured the answer in various sections based on System prompt </a:t>
            </a:r>
          </a:p>
          <a:p>
            <a:pPr marL="171450" indent="-171450">
              <a:lnSpc>
                <a:spcPct val="150000"/>
              </a:lnSpc>
              <a:buSzPts val="1400"/>
              <a:buFont typeface="Arial" panose="020B0604020202020204" pitchFamily="34" charset="0"/>
              <a:buChar char="•"/>
            </a:pPr>
            <a:r>
              <a:rPr lang="en-US" sz="1000" b="0" i="0" u="none" strike="noStrike" cap="none" dirty="0">
                <a:solidFill>
                  <a:srgbClr val="000000"/>
                </a:solidFill>
                <a:latin typeface="Montserrat"/>
                <a:ea typeface="Montserrat"/>
                <a:cs typeface="Montserrat"/>
                <a:sym typeface="Montserrat"/>
              </a:rPr>
              <a:t> </a:t>
            </a:r>
            <a:r>
              <a:rPr lang="en-US" sz="1000" b="1" i="0" u="none" strike="noStrike" cap="none" dirty="0">
                <a:solidFill>
                  <a:srgbClr val="000000"/>
                </a:solidFill>
                <a:latin typeface="Montserrat"/>
                <a:ea typeface="Montserrat"/>
                <a:cs typeface="Montserrat"/>
                <a:sym typeface="Montserrat"/>
              </a:rPr>
              <a:t>Clinical Accuracy and Alignment : </a:t>
            </a:r>
            <a:r>
              <a:rPr lang="en-US" sz="1000" b="0" i="0" u="none" strike="noStrike" cap="none" dirty="0">
                <a:solidFill>
                  <a:srgbClr val="000000"/>
                </a:solidFill>
                <a:latin typeface="Montserrat"/>
                <a:ea typeface="Montserrat"/>
                <a:cs typeface="Montserrat"/>
                <a:sym typeface="Montserrat"/>
              </a:rPr>
              <a:t>It adhered well to the instruction to use clear headings, improving scan ability for complex protocols like ICU management.</a:t>
            </a:r>
          </a:p>
          <a:p>
            <a:pPr marL="171450" indent="-171450">
              <a:lnSpc>
                <a:spcPct val="150000"/>
              </a:lnSpc>
              <a:buSzPts val="1400"/>
              <a:buFont typeface="Arial" panose="020B0604020202020204" pitchFamily="34" charset="0"/>
              <a:buChar char="•"/>
            </a:pPr>
            <a:r>
              <a:rPr lang="en-US" sz="1000" dirty="0">
                <a:latin typeface="Montserrat"/>
                <a:ea typeface="Montserrat"/>
                <a:cs typeface="Montserrat"/>
                <a:sym typeface="Montserrat"/>
              </a:rPr>
              <a:t> </a:t>
            </a:r>
            <a:r>
              <a:rPr lang="en-US" sz="1000" b="1" dirty="0">
                <a:latin typeface="Montserrat"/>
              </a:rPr>
              <a:t>Conciseness vs. Depth </a:t>
            </a:r>
            <a:r>
              <a:rPr lang="en-US" sz="1000" dirty="0"/>
              <a:t>:</a:t>
            </a:r>
            <a:r>
              <a:rPr lang="en-US" sz="1000" dirty="0">
                <a:latin typeface="Montserrat"/>
                <a:ea typeface="Montserrat"/>
                <a:cs typeface="Montserrat"/>
                <a:sym typeface="Montserrat"/>
              </a:rPr>
              <a:t>While the recognition phase is accurate, </a:t>
            </a:r>
            <a:r>
              <a:rPr lang="en-US" sz="1000" b="1" dirty="0">
                <a:latin typeface="Montserrat"/>
                <a:ea typeface="Montserrat"/>
                <a:cs typeface="Montserrat"/>
                <a:sym typeface="Montserrat"/>
              </a:rPr>
              <a:t>the model stopped due to token limits</a:t>
            </a:r>
            <a:endParaRPr lang="en-US" sz="1000" b="1" i="0" u="none" strike="noStrike" cap="none" dirty="0">
              <a:solidFill>
                <a:srgbClr val="000000"/>
              </a:solidFill>
              <a:latin typeface="Montserrat"/>
              <a:ea typeface="Montserrat"/>
              <a:cs typeface="Montserrat"/>
              <a:sym typeface="Montserrat"/>
            </a:endParaRPr>
          </a:p>
        </p:txBody>
      </p:sp>
    </p:spTree>
    <p:extLst>
      <p:ext uri="{BB962C8B-B14F-4D97-AF65-F5344CB8AC3E}">
        <p14:creationId xmlns:p14="http://schemas.microsoft.com/office/powerpoint/2010/main" val="31516491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48">
          <a:extLst>
            <a:ext uri="{FF2B5EF4-FFF2-40B4-BE49-F238E27FC236}">
              <a16:creationId xmlns:a16="http://schemas.microsoft.com/office/drawing/2014/main" id="{64FAE3F6-3F93-1781-B492-F919901F28BB}"/>
            </a:ext>
          </a:extLst>
        </p:cNvPr>
        <p:cNvGrpSpPr/>
        <p:nvPr/>
      </p:nvGrpSpPr>
      <p:grpSpPr>
        <a:xfrm>
          <a:off x="0" y="0"/>
          <a:ext cx="0" cy="0"/>
          <a:chOff x="0" y="0"/>
          <a:chExt cx="0" cy="0"/>
        </a:xfrm>
      </p:grpSpPr>
      <p:sp>
        <p:nvSpPr>
          <p:cNvPr id="250" name="Google Shape;250;p52">
            <a:extLst>
              <a:ext uri="{FF2B5EF4-FFF2-40B4-BE49-F238E27FC236}">
                <a16:creationId xmlns:a16="http://schemas.microsoft.com/office/drawing/2014/main" id="{573A7976-AC6E-9BEF-23E7-EBC6BE049F09}"/>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2400" dirty="0">
                <a:solidFill>
                  <a:srgbClr val="0E39A9"/>
                </a:solidFill>
              </a:rPr>
              <a:t>Question Answering using LLM </a:t>
            </a:r>
            <a:r>
              <a:rPr lang="en" sz="2000" dirty="0">
                <a:solidFill>
                  <a:srgbClr val="0E39A9"/>
                </a:solidFill>
              </a:rPr>
              <a:t>with Prompt Engineering</a:t>
            </a:r>
            <a:endParaRPr sz="2400" dirty="0">
              <a:solidFill>
                <a:srgbClr val="0E39A9"/>
              </a:solidFill>
            </a:endParaRPr>
          </a:p>
        </p:txBody>
      </p:sp>
      <p:sp>
        <p:nvSpPr>
          <p:cNvPr id="252" name="Google Shape;252;p52">
            <a:extLst>
              <a:ext uri="{FF2B5EF4-FFF2-40B4-BE49-F238E27FC236}">
                <a16:creationId xmlns:a16="http://schemas.microsoft.com/office/drawing/2014/main" id="{6F944098-1023-619C-A6FA-1D6B0387373A}"/>
              </a:ext>
            </a:extLst>
          </p:cNvPr>
          <p:cNvSpPr txBox="1"/>
          <p:nvPr/>
        </p:nvSpPr>
        <p:spPr>
          <a:xfrm>
            <a:off x="440521" y="886150"/>
            <a:ext cx="8520599" cy="3785621"/>
          </a:xfrm>
          <a:prstGeom prst="rect">
            <a:avLst/>
          </a:prstGeom>
          <a:noFill/>
          <a:ln>
            <a:noFill/>
          </a:ln>
        </p:spPr>
        <p:txBody>
          <a:bodyPr spcFirstLastPara="1" wrap="square" lIns="91425" tIns="91425" rIns="91425" bIns="91425" anchor="t" anchorCtr="0">
            <a:spAutoFit/>
          </a:bodyPr>
          <a:lstStyle/>
          <a:p>
            <a:r>
              <a:rPr lang="en-US" sz="1050" b="1" dirty="0">
                <a:latin typeface="Montserrat"/>
              </a:rPr>
              <a:t>Question 2</a:t>
            </a:r>
          </a:p>
          <a:p>
            <a:r>
              <a:rPr lang="en-US" sz="1050" b="1" dirty="0">
                <a:latin typeface="Montserrat"/>
              </a:rPr>
              <a:t>What are the common symptoms for appendicitis, and can it be cured via medicine? If not, what surgical procedure should be followed to treat it??</a:t>
            </a:r>
          </a:p>
          <a:p>
            <a:pPr>
              <a:lnSpc>
                <a:spcPct val="150000"/>
              </a:lnSpc>
              <a:buSzPts val="1400"/>
            </a:pPr>
            <a:r>
              <a:rPr lang="en-US" sz="1100" b="1" u="sng" dirty="0">
                <a:latin typeface="Montserrat"/>
                <a:ea typeface="Montserrat"/>
                <a:cs typeface="Montserrat"/>
                <a:sym typeface="Montserrat"/>
              </a:rPr>
              <a:t>Response Received:</a:t>
            </a:r>
          </a:p>
          <a:p>
            <a:pPr>
              <a:lnSpc>
                <a:spcPct val="150000"/>
              </a:lnSpc>
              <a:buSzPts val="1400"/>
            </a:pPr>
            <a:r>
              <a:rPr lang="en-US" sz="1050" dirty="0">
                <a:latin typeface="Montserrat"/>
                <a:ea typeface="Montserrat"/>
                <a:cs typeface="Montserrat"/>
                <a:sym typeface="Montserrat"/>
              </a:rPr>
              <a:t>**Symptoms of Appendicitis:**</a:t>
            </a:r>
          </a:p>
          <a:p>
            <a:pPr>
              <a:lnSpc>
                <a:spcPct val="150000"/>
              </a:lnSpc>
              <a:buSzPts val="1400"/>
            </a:pPr>
            <a:r>
              <a:rPr lang="en-US" sz="1050" dirty="0">
                <a:latin typeface="Montserrat"/>
                <a:ea typeface="Montserrat"/>
                <a:cs typeface="Montserrat"/>
                <a:sym typeface="Montserrat"/>
              </a:rPr>
              <a:t>Appendicitis is a common inflammatory condition characterized by the swelling and eventual rupture of the appendix. The following are the most common symptoms:</a:t>
            </a:r>
          </a:p>
          <a:p>
            <a:pPr>
              <a:lnSpc>
                <a:spcPct val="150000"/>
              </a:lnSpc>
              <a:buSzPts val="1400"/>
            </a:pPr>
            <a:r>
              <a:rPr lang="en-US" sz="1050" dirty="0">
                <a:latin typeface="Montserrat"/>
                <a:ea typeface="Montserrat"/>
                <a:cs typeface="Montserrat"/>
                <a:sym typeface="Montserrat"/>
              </a:rPr>
              <a:t>1. **Periumbilical or right lower quadrant abdominal pain:** This is often described as a dull ache that may progress to sharp, localized pain in the right lower quadrant of the abdomen.</a:t>
            </a:r>
          </a:p>
          <a:p>
            <a:pPr>
              <a:lnSpc>
                <a:spcPct val="150000"/>
              </a:lnSpc>
              <a:buSzPts val="1400"/>
            </a:pPr>
            <a:r>
              <a:rPr lang="en-US" sz="1050" dirty="0">
                <a:latin typeface="Montserrat"/>
                <a:ea typeface="Montserrat"/>
                <a:cs typeface="Montserrat"/>
                <a:sym typeface="Montserrat"/>
              </a:rPr>
              <a:t>2. **Anorexia and nausea:** Loss of appetite and feeling sick to your stomach are common symptoms. Vomiting may occur</a:t>
            </a:r>
            <a:endParaRPr lang="en-US" sz="1050" i="0" u="none" strike="noStrike" cap="none" dirty="0">
              <a:solidFill>
                <a:srgbClr val="000000"/>
              </a:solidFill>
              <a:latin typeface="Montserrat"/>
              <a:ea typeface="Montserrat"/>
              <a:cs typeface="Montserrat"/>
              <a:sym typeface="Montserrat"/>
            </a:endParaRPr>
          </a:p>
          <a:p>
            <a:pPr>
              <a:lnSpc>
                <a:spcPct val="150000"/>
              </a:lnSpc>
              <a:buSzPts val="1400"/>
            </a:pPr>
            <a:r>
              <a:rPr lang="en-US" sz="1100" b="1" i="0" u="sng" strike="noStrike" cap="none" dirty="0">
                <a:solidFill>
                  <a:srgbClr val="000000"/>
                </a:solidFill>
                <a:latin typeface="Montserrat"/>
                <a:ea typeface="Montserrat"/>
                <a:cs typeface="Montserrat"/>
                <a:sym typeface="Montserrat"/>
              </a:rPr>
              <a:t>Comments</a:t>
            </a:r>
            <a:r>
              <a:rPr lang="en-US" sz="1000" b="0" i="0" u="none" strike="noStrike" cap="none" dirty="0">
                <a:solidFill>
                  <a:srgbClr val="000000"/>
                </a:solidFill>
                <a:latin typeface="Montserrat"/>
                <a:ea typeface="Montserrat"/>
                <a:cs typeface="Montserrat"/>
                <a:sym typeface="Montserrat"/>
              </a:rPr>
              <a:t> </a:t>
            </a:r>
            <a:r>
              <a:rPr lang="en-US" sz="1000" b="1" i="0" u="none" strike="noStrike" cap="none" dirty="0">
                <a:solidFill>
                  <a:srgbClr val="000000"/>
                </a:solidFill>
                <a:latin typeface="Montserrat"/>
                <a:ea typeface="Montserrat"/>
                <a:cs typeface="Montserrat"/>
                <a:sym typeface="Montserrat"/>
              </a:rPr>
              <a:t>:</a:t>
            </a:r>
          </a:p>
          <a:p>
            <a:pPr marL="171450" indent="-171450">
              <a:lnSpc>
                <a:spcPct val="150000"/>
              </a:lnSpc>
              <a:buSzPts val="1400"/>
              <a:buFont typeface="Wingdings" panose="05000000000000000000" pitchFamily="2" charset="2"/>
              <a:buChar char="§"/>
            </a:pPr>
            <a:r>
              <a:rPr lang="en-US" sz="1000" b="1" dirty="0">
                <a:latin typeface="Montserrat"/>
                <a:ea typeface="Montserrat"/>
                <a:cs typeface="Montserrat"/>
                <a:sym typeface="Montserrat"/>
              </a:rPr>
              <a:t>Clinical Detail &amp; Accuracy: </a:t>
            </a:r>
            <a:r>
              <a:rPr lang="en-US" sz="1000" dirty="0">
                <a:latin typeface="Montserrat"/>
                <a:ea typeface="Montserrat"/>
                <a:cs typeface="Montserrat"/>
                <a:sym typeface="Montserrat"/>
              </a:rPr>
              <a:t>The model correctly identified the</a:t>
            </a:r>
            <a:r>
              <a:rPr lang="en-US" sz="1000" b="1" dirty="0">
                <a:latin typeface="Montserrat"/>
                <a:ea typeface="Montserrat"/>
                <a:cs typeface="Montserrat"/>
                <a:sym typeface="Montserrat"/>
              </a:rPr>
              <a:t> classic migrating pain</a:t>
            </a:r>
            <a:r>
              <a:rPr lang="en-US" sz="1000" dirty="0">
                <a:latin typeface="Montserrat"/>
                <a:ea typeface="Montserrat"/>
                <a:cs typeface="Montserrat"/>
                <a:sym typeface="Montserrat"/>
              </a:rPr>
              <a:t> (periumbilical to right lower quadrant abdominal pain ) and associated gastrointestinal symptoms (</a:t>
            </a:r>
            <a:r>
              <a:rPr lang="en-US" sz="1000" b="1" dirty="0">
                <a:latin typeface="Montserrat"/>
                <a:ea typeface="Montserrat"/>
                <a:cs typeface="Montserrat"/>
                <a:sym typeface="Montserrat"/>
              </a:rPr>
              <a:t>anorexia, nausea</a:t>
            </a:r>
            <a:r>
              <a:rPr lang="en-US" sz="1000" dirty="0">
                <a:latin typeface="Montserrat"/>
                <a:ea typeface="Montserrat"/>
                <a:cs typeface="Montserrat"/>
                <a:sym typeface="Montserrat"/>
              </a:rPr>
              <a:t>), which are hallmark diagnostic indicators.</a:t>
            </a:r>
          </a:p>
          <a:p>
            <a:pPr marL="171450" indent="-171450">
              <a:lnSpc>
                <a:spcPct val="150000"/>
              </a:lnSpc>
              <a:buSzPts val="1400"/>
              <a:buFont typeface="Wingdings" panose="05000000000000000000" pitchFamily="2" charset="2"/>
              <a:buChar char="§"/>
            </a:pPr>
            <a:r>
              <a:rPr lang="en-US" sz="1000" b="1" dirty="0">
                <a:latin typeface="Montserrat"/>
                <a:ea typeface="Montserrat"/>
                <a:cs typeface="Montserrat"/>
                <a:sym typeface="Montserrat"/>
              </a:rPr>
              <a:t>Abrupt Truncation: </a:t>
            </a:r>
            <a:r>
              <a:rPr lang="en-US" sz="1000" dirty="0">
                <a:latin typeface="Montserrat"/>
                <a:ea typeface="Montserrat"/>
                <a:cs typeface="Montserrat"/>
                <a:sym typeface="Montserrat"/>
              </a:rPr>
              <a:t>The response cut off mid-sentence ("</a:t>
            </a:r>
            <a:r>
              <a:rPr lang="en-US" sz="1000" b="1" dirty="0">
                <a:latin typeface="Montserrat"/>
                <a:ea typeface="Montserrat"/>
                <a:cs typeface="Montserrat"/>
                <a:sym typeface="Montserrat"/>
              </a:rPr>
              <a:t>Vomiting may occur</a:t>
            </a:r>
            <a:r>
              <a:rPr lang="en-US" sz="1000" dirty="0">
                <a:latin typeface="Montserrat"/>
                <a:ea typeface="Montserrat"/>
                <a:cs typeface="Montserrat"/>
                <a:sym typeface="Montserrat"/>
              </a:rPr>
              <a:t>"), due to  token</a:t>
            </a:r>
          </a:p>
          <a:p>
            <a:pPr marL="171450" indent="-171450">
              <a:lnSpc>
                <a:spcPct val="150000"/>
              </a:lnSpc>
              <a:buSzPts val="1400"/>
              <a:buFont typeface="Wingdings" panose="05000000000000000000" pitchFamily="2" charset="2"/>
              <a:buChar char="§"/>
            </a:pPr>
            <a:r>
              <a:rPr lang="en-US" sz="1000" b="1" dirty="0">
                <a:latin typeface="Montserrat"/>
                <a:ea typeface="Montserrat"/>
                <a:cs typeface="Montserrat"/>
                <a:sym typeface="Montserrat"/>
              </a:rPr>
              <a:t>Missed Core Question</a:t>
            </a:r>
            <a:r>
              <a:rPr lang="en-US" sz="1000" dirty="0">
                <a:latin typeface="Montserrat"/>
                <a:ea typeface="Montserrat"/>
                <a:cs typeface="Montserrat"/>
                <a:sym typeface="Montserrat"/>
              </a:rPr>
              <a:t>: It failed to address the most critical part of your request: whether it can be cured with medicine (antibiotics) and the specifics of the surgical procedure.</a:t>
            </a:r>
            <a:endParaRPr lang="en-US" sz="1000" b="0" i="0" u="none" strike="noStrike" cap="none" dirty="0">
              <a:solidFill>
                <a:srgbClr val="000000"/>
              </a:solidFill>
              <a:latin typeface="Montserrat"/>
              <a:ea typeface="Montserrat"/>
              <a:cs typeface="Montserrat"/>
              <a:sym typeface="Montserrat"/>
            </a:endParaRPr>
          </a:p>
        </p:txBody>
      </p:sp>
    </p:spTree>
    <p:extLst>
      <p:ext uri="{BB962C8B-B14F-4D97-AF65-F5344CB8AC3E}">
        <p14:creationId xmlns:p14="http://schemas.microsoft.com/office/powerpoint/2010/main" val="37060189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48">
          <a:extLst>
            <a:ext uri="{FF2B5EF4-FFF2-40B4-BE49-F238E27FC236}">
              <a16:creationId xmlns:a16="http://schemas.microsoft.com/office/drawing/2014/main" id="{C3E10B72-1427-CE53-BC56-F76C954DC620}"/>
            </a:ext>
          </a:extLst>
        </p:cNvPr>
        <p:cNvGrpSpPr/>
        <p:nvPr/>
      </p:nvGrpSpPr>
      <p:grpSpPr>
        <a:xfrm>
          <a:off x="0" y="0"/>
          <a:ext cx="0" cy="0"/>
          <a:chOff x="0" y="0"/>
          <a:chExt cx="0" cy="0"/>
        </a:xfrm>
      </p:grpSpPr>
      <p:sp>
        <p:nvSpPr>
          <p:cNvPr id="250" name="Google Shape;250;p52">
            <a:extLst>
              <a:ext uri="{FF2B5EF4-FFF2-40B4-BE49-F238E27FC236}">
                <a16:creationId xmlns:a16="http://schemas.microsoft.com/office/drawing/2014/main" id="{14A2A955-3025-49B2-80E5-22441DE3A67D}"/>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2400" dirty="0">
                <a:solidFill>
                  <a:srgbClr val="0E39A9"/>
                </a:solidFill>
              </a:rPr>
              <a:t>Question Answering using LLM </a:t>
            </a:r>
            <a:r>
              <a:rPr lang="en" sz="2000" dirty="0">
                <a:solidFill>
                  <a:srgbClr val="0E39A9"/>
                </a:solidFill>
              </a:rPr>
              <a:t>with Prompt Engineering</a:t>
            </a:r>
            <a:endParaRPr sz="2400" dirty="0">
              <a:solidFill>
                <a:srgbClr val="0E39A9"/>
              </a:solidFill>
            </a:endParaRPr>
          </a:p>
        </p:txBody>
      </p:sp>
      <p:sp>
        <p:nvSpPr>
          <p:cNvPr id="252" name="Google Shape;252;p52">
            <a:extLst>
              <a:ext uri="{FF2B5EF4-FFF2-40B4-BE49-F238E27FC236}">
                <a16:creationId xmlns:a16="http://schemas.microsoft.com/office/drawing/2014/main" id="{17AE23E0-3E27-15CA-D9A2-ABA4D2673CD4}"/>
              </a:ext>
            </a:extLst>
          </p:cNvPr>
          <p:cNvSpPr txBox="1"/>
          <p:nvPr/>
        </p:nvSpPr>
        <p:spPr>
          <a:xfrm>
            <a:off x="691799" y="886150"/>
            <a:ext cx="8185501" cy="3924121"/>
          </a:xfrm>
          <a:prstGeom prst="rect">
            <a:avLst/>
          </a:prstGeom>
          <a:noFill/>
          <a:ln>
            <a:noFill/>
          </a:ln>
        </p:spPr>
        <p:txBody>
          <a:bodyPr spcFirstLastPara="1" wrap="square" lIns="91425" tIns="91425" rIns="91425" bIns="91425" anchor="t" anchorCtr="0">
            <a:spAutoFit/>
          </a:bodyPr>
          <a:lstStyle/>
          <a:p>
            <a:r>
              <a:rPr lang="en-US" sz="1050" b="1" dirty="0">
                <a:latin typeface="Montserrat"/>
              </a:rPr>
              <a:t>Question 3</a:t>
            </a:r>
          </a:p>
          <a:p>
            <a:r>
              <a:rPr lang="en-US" sz="1050" b="1" dirty="0">
                <a:latin typeface="Montserrat"/>
              </a:rPr>
              <a:t>What are the effective treatments or solutions for addressing sudden patchy hair loss, commonly seen as localized bald spots on the scalp, and what could be the possible causes behind it?</a:t>
            </a:r>
            <a:endParaRPr lang="en-US" sz="1000" dirty="0">
              <a:latin typeface="Montserrat"/>
              <a:ea typeface="Montserrat"/>
              <a:cs typeface="Montserrat"/>
              <a:sym typeface="Montserrat"/>
            </a:endParaRPr>
          </a:p>
          <a:p>
            <a:pPr>
              <a:lnSpc>
                <a:spcPct val="150000"/>
              </a:lnSpc>
              <a:buSzPts val="1400"/>
            </a:pPr>
            <a:r>
              <a:rPr lang="en-US" sz="1000" b="1" dirty="0">
                <a:latin typeface="Montserrat"/>
                <a:ea typeface="Montserrat"/>
                <a:cs typeface="Montserrat"/>
                <a:sym typeface="Montserrat"/>
              </a:rPr>
              <a:t>Response Received : </a:t>
            </a:r>
          </a:p>
          <a:p>
            <a:pPr>
              <a:lnSpc>
                <a:spcPct val="150000"/>
              </a:lnSpc>
              <a:buSzPts val="1400"/>
            </a:pPr>
            <a:r>
              <a:rPr lang="en-US" sz="1000" dirty="0">
                <a:latin typeface="Montserrat"/>
                <a:ea typeface="Montserrat"/>
                <a:cs typeface="Montserrat"/>
                <a:sym typeface="Montserrat"/>
              </a:rPr>
              <a:t>**Section 1: Possible Causes of Sudden Patchy Hair Loss**</a:t>
            </a:r>
          </a:p>
          <a:p>
            <a:pPr>
              <a:lnSpc>
                <a:spcPct val="150000"/>
              </a:lnSpc>
              <a:buSzPts val="1400"/>
            </a:pPr>
            <a:r>
              <a:rPr lang="en-US" sz="1000" dirty="0">
                <a:latin typeface="Montserrat"/>
                <a:ea typeface="Montserrat"/>
                <a:cs typeface="Montserrat"/>
                <a:sym typeface="Montserrat"/>
              </a:rPr>
              <a:t>Sudden patchy hair loss, also known as alopecia areata, is an autoimmune disorder that results in the sudden onset of round or oval bald patches on the scalp. The exact cause of this condition is unknown, but several factors have been implicated:</a:t>
            </a:r>
          </a:p>
          <a:p>
            <a:pPr>
              <a:lnSpc>
                <a:spcPct val="150000"/>
              </a:lnSpc>
              <a:buSzPts val="1400"/>
            </a:pPr>
            <a:r>
              <a:rPr lang="en-US" sz="1000" dirty="0">
                <a:latin typeface="Montserrat"/>
                <a:ea typeface="Montserrat"/>
                <a:cs typeface="Montserrat"/>
                <a:sym typeface="Montserrat"/>
              </a:rPr>
              <a:t>1. **Genetics:** Alopecia areata has a strong genetic component, with up to 20% of cases being hereditary.</a:t>
            </a:r>
          </a:p>
          <a:p>
            <a:pPr>
              <a:lnSpc>
                <a:spcPct val="150000"/>
              </a:lnSpc>
              <a:buSzPts val="1400"/>
            </a:pPr>
            <a:r>
              <a:rPr lang="en-US" sz="1000" dirty="0">
                <a:latin typeface="Montserrat"/>
                <a:ea typeface="Montserrat"/>
                <a:cs typeface="Montserrat"/>
                <a:sym typeface="Montserrat"/>
              </a:rPr>
              <a:t>2. **Immune System Dysfunction:**</a:t>
            </a:r>
          </a:p>
          <a:p>
            <a:pPr>
              <a:lnSpc>
                <a:spcPct val="150000"/>
              </a:lnSpc>
              <a:buSzPts val="1400"/>
            </a:pPr>
            <a:r>
              <a:rPr lang="en-US" sz="1100" b="1" i="0" u="sng" strike="noStrike" cap="none" dirty="0">
                <a:solidFill>
                  <a:srgbClr val="000000"/>
                </a:solidFill>
                <a:latin typeface="Montserrat"/>
                <a:ea typeface="Montserrat"/>
                <a:cs typeface="Montserrat"/>
                <a:sym typeface="Montserrat"/>
              </a:rPr>
              <a:t>Comments</a:t>
            </a:r>
            <a:r>
              <a:rPr lang="en-US" sz="1000" b="0" i="0" u="sng" strike="noStrike" cap="none" dirty="0">
                <a:solidFill>
                  <a:srgbClr val="000000"/>
                </a:solidFill>
                <a:latin typeface="Montserrat"/>
                <a:ea typeface="Montserrat"/>
                <a:cs typeface="Montserrat"/>
                <a:sym typeface="Montserrat"/>
              </a:rPr>
              <a:t> </a:t>
            </a:r>
            <a:r>
              <a:rPr lang="en-US" sz="1000" b="0" i="0" u="none" strike="noStrike" cap="none" dirty="0">
                <a:solidFill>
                  <a:srgbClr val="000000"/>
                </a:solidFill>
                <a:latin typeface="Montserrat"/>
                <a:ea typeface="Montserrat"/>
                <a:cs typeface="Montserrat"/>
                <a:sym typeface="Montserrat"/>
              </a:rPr>
              <a:t>:</a:t>
            </a:r>
          </a:p>
          <a:p>
            <a:pPr marL="171450" indent="-171450">
              <a:lnSpc>
                <a:spcPct val="150000"/>
              </a:lnSpc>
              <a:buSzPts val="1400"/>
              <a:buFont typeface="Wingdings" panose="05000000000000000000" pitchFamily="2" charset="2"/>
              <a:buChar char="§"/>
            </a:pPr>
            <a:r>
              <a:rPr lang="en-US" sz="1000" b="1" dirty="0">
                <a:latin typeface="Montserrat"/>
                <a:ea typeface="Montserrat"/>
                <a:cs typeface="Montserrat"/>
                <a:sym typeface="Montserrat"/>
              </a:rPr>
              <a:t>Clinical Detail &amp; Accuracy</a:t>
            </a:r>
            <a:r>
              <a:rPr lang="en-US" sz="1000" dirty="0">
                <a:latin typeface="Montserrat"/>
                <a:ea typeface="Montserrat"/>
                <a:cs typeface="Montserrat"/>
                <a:sym typeface="Montserrat"/>
              </a:rPr>
              <a:t>: The model correctly identified Alopecia Areata as the primary cause and accurately defined its autoimmune nature </a:t>
            </a:r>
          </a:p>
          <a:p>
            <a:pPr marL="171450" indent="-171450">
              <a:lnSpc>
                <a:spcPct val="150000"/>
              </a:lnSpc>
              <a:buSzPts val="1400"/>
              <a:buFont typeface="Wingdings" panose="05000000000000000000" pitchFamily="2" charset="2"/>
              <a:buChar char="§"/>
            </a:pPr>
            <a:r>
              <a:rPr lang="en-US" sz="1000" b="1" dirty="0">
                <a:latin typeface="Montserrat"/>
                <a:ea typeface="Montserrat"/>
                <a:cs typeface="Montserrat"/>
                <a:sym typeface="Montserrat"/>
              </a:rPr>
              <a:t>Logical Categorization</a:t>
            </a:r>
            <a:r>
              <a:rPr lang="en-US" sz="1000" dirty="0">
                <a:latin typeface="Montserrat"/>
                <a:ea typeface="Montserrat"/>
                <a:cs typeface="Montserrat"/>
                <a:sym typeface="Montserrat"/>
              </a:rPr>
              <a:t>: It successfully distinguished between genetic predisposition and immune system dysfunction, which are the two most critical pillars in understanding this condition's etiology.</a:t>
            </a:r>
          </a:p>
          <a:p>
            <a:pPr marL="171450" indent="-171450">
              <a:lnSpc>
                <a:spcPct val="150000"/>
              </a:lnSpc>
              <a:buSzPts val="1400"/>
              <a:buFont typeface="Wingdings" panose="05000000000000000000" pitchFamily="2" charset="2"/>
              <a:buChar char="§"/>
            </a:pPr>
            <a:r>
              <a:rPr lang="en-US" sz="1000" b="1" dirty="0">
                <a:latin typeface="Montserrat"/>
                <a:ea typeface="Montserrat"/>
                <a:cs typeface="Montserrat"/>
                <a:sym typeface="Montserrat"/>
              </a:rPr>
              <a:t>Abrupt Truncation </a:t>
            </a:r>
            <a:r>
              <a:rPr lang="en-US" sz="1000" dirty="0">
                <a:latin typeface="Montserrat"/>
                <a:ea typeface="Montserrat"/>
                <a:cs typeface="Montserrat"/>
                <a:sym typeface="Montserrat"/>
              </a:rPr>
              <a:t>Section: The model cut off before reaching the "Effective Treatments" part of the question, </a:t>
            </a:r>
            <a:r>
              <a:rPr lang="en-US" sz="1000" b="1" dirty="0">
                <a:latin typeface="Montserrat"/>
                <a:ea typeface="Montserrat"/>
                <a:cs typeface="Montserrat"/>
                <a:sym typeface="Montserrat"/>
              </a:rPr>
              <a:t>due to the token limit</a:t>
            </a:r>
            <a:endParaRPr lang="en-US" sz="1000" b="1" i="0" u="none" strike="noStrike" cap="none" dirty="0">
              <a:solidFill>
                <a:srgbClr val="000000"/>
              </a:solidFill>
              <a:latin typeface="Montserrat"/>
              <a:ea typeface="Montserrat"/>
              <a:cs typeface="Montserrat"/>
              <a:sym typeface="Montserrat"/>
            </a:endParaRPr>
          </a:p>
          <a:p>
            <a:pPr>
              <a:lnSpc>
                <a:spcPct val="150000"/>
              </a:lnSpc>
              <a:buSzPts val="1400"/>
            </a:pPr>
            <a:endParaRPr lang="en-US" sz="1000" b="0" i="0" u="none" strike="noStrike" cap="none" dirty="0">
              <a:solidFill>
                <a:srgbClr val="000000"/>
              </a:solidFill>
              <a:latin typeface="Montserrat"/>
              <a:ea typeface="Montserrat"/>
              <a:cs typeface="Montserrat"/>
              <a:sym typeface="Montserrat"/>
            </a:endParaRPr>
          </a:p>
        </p:txBody>
      </p:sp>
    </p:spTree>
    <p:extLst>
      <p:ext uri="{BB962C8B-B14F-4D97-AF65-F5344CB8AC3E}">
        <p14:creationId xmlns:p14="http://schemas.microsoft.com/office/powerpoint/2010/main" val="32661044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48">
          <a:extLst>
            <a:ext uri="{FF2B5EF4-FFF2-40B4-BE49-F238E27FC236}">
              <a16:creationId xmlns:a16="http://schemas.microsoft.com/office/drawing/2014/main" id="{F7471DED-C99C-9548-6A0A-DFFC1A313F8B}"/>
            </a:ext>
          </a:extLst>
        </p:cNvPr>
        <p:cNvGrpSpPr/>
        <p:nvPr/>
      </p:nvGrpSpPr>
      <p:grpSpPr>
        <a:xfrm>
          <a:off x="0" y="0"/>
          <a:ext cx="0" cy="0"/>
          <a:chOff x="0" y="0"/>
          <a:chExt cx="0" cy="0"/>
        </a:xfrm>
      </p:grpSpPr>
      <p:sp>
        <p:nvSpPr>
          <p:cNvPr id="250" name="Google Shape;250;p52">
            <a:extLst>
              <a:ext uri="{FF2B5EF4-FFF2-40B4-BE49-F238E27FC236}">
                <a16:creationId xmlns:a16="http://schemas.microsoft.com/office/drawing/2014/main" id="{F340BE56-5D83-36C8-6CB3-0C647BD24711}"/>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2400" dirty="0">
                <a:solidFill>
                  <a:srgbClr val="0E39A9"/>
                </a:solidFill>
              </a:rPr>
              <a:t>Question Answering using LLM </a:t>
            </a:r>
            <a:r>
              <a:rPr lang="en" sz="2000" dirty="0">
                <a:solidFill>
                  <a:srgbClr val="0E39A9"/>
                </a:solidFill>
              </a:rPr>
              <a:t>with Prompt Engineering</a:t>
            </a:r>
            <a:endParaRPr sz="2400" dirty="0">
              <a:solidFill>
                <a:srgbClr val="0E39A9"/>
              </a:solidFill>
            </a:endParaRPr>
          </a:p>
        </p:txBody>
      </p:sp>
      <p:sp>
        <p:nvSpPr>
          <p:cNvPr id="252" name="Google Shape;252;p52">
            <a:extLst>
              <a:ext uri="{FF2B5EF4-FFF2-40B4-BE49-F238E27FC236}">
                <a16:creationId xmlns:a16="http://schemas.microsoft.com/office/drawing/2014/main" id="{1A5711D7-A33D-F606-B1B3-1EBF32222480}"/>
              </a:ext>
            </a:extLst>
          </p:cNvPr>
          <p:cNvSpPr txBox="1"/>
          <p:nvPr/>
        </p:nvSpPr>
        <p:spPr>
          <a:xfrm>
            <a:off x="356700" y="886150"/>
            <a:ext cx="8520600" cy="3847177"/>
          </a:xfrm>
          <a:prstGeom prst="rect">
            <a:avLst/>
          </a:prstGeom>
          <a:noFill/>
          <a:ln>
            <a:noFill/>
          </a:ln>
        </p:spPr>
        <p:txBody>
          <a:bodyPr spcFirstLastPara="1" wrap="square" lIns="91425" tIns="91425" rIns="91425" bIns="91425" anchor="t" anchorCtr="0">
            <a:spAutoFit/>
          </a:bodyPr>
          <a:lstStyle/>
          <a:p>
            <a:r>
              <a:rPr lang="en-US" sz="1050" b="1" dirty="0">
                <a:latin typeface="Montserrat"/>
              </a:rPr>
              <a:t>Question 4.</a:t>
            </a:r>
          </a:p>
          <a:p>
            <a:r>
              <a:rPr lang="en-US" sz="1050" b="1" dirty="0">
                <a:latin typeface="Montserrat"/>
              </a:rPr>
              <a:t>What treatments are recommended for a person who has sustained a physical injury to brain tissue, resulting in temporary or permanent impairment of brain function?</a:t>
            </a:r>
          </a:p>
          <a:p>
            <a:endParaRPr lang="en-US" sz="1000" dirty="0">
              <a:latin typeface="Montserrat"/>
              <a:ea typeface="Montserrat"/>
              <a:cs typeface="Montserrat"/>
              <a:sym typeface="Montserrat"/>
            </a:endParaRPr>
          </a:p>
          <a:p>
            <a:pPr>
              <a:lnSpc>
                <a:spcPct val="150000"/>
              </a:lnSpc>
              <a:buSzPts val="1400"/>
            </a:pPr>
            <a:r>
              <a:rPr lang="en-US" sz="1000" b="1" u="sng" dirty="0">
                <a:latin typeface="Montserrat"/>
                <a:ea typeface="Montserrat"/>
                <a:cs typeface="Montserrat"/>
                <a:sym typeface="Montserrat"/>
              </a:rPr>
              <a:t>Response Received </a:t>
            </a:r>
          </a:p>
          <a:p>
            <a:pPr>
              <a:lnSpc>
                <a:spcPct val="150000"/>
              </a:lnSpc>
              <a:buSzPts val="1400"/>
            </a:pPr>
            <a:r>
              <a:rPr lang="en-US" sz="1000" dirty="0">
                <a:latin typeface="Montserrat"/>
                <a:ea typeface="Montserrat"/>
                <a:cs typeface="Montserrat"/>
                <a:sym typeface="Montserrat"/>
              </a:rPr>
              <a:t>**Heading 1: Initial Assessment and Stabilization**</a:t>
            </a:r>
          </a:p>
          <a:p>
            <a:pPr>
              <a:lnSpc>
                <a:spcPct val="150000"/>
              </a:lnSpc>
              <a:buSzPts val="1400"/>
            </a:pPr>
            <a:r>
              <a:rPr lang="en-US" sz="1000" dirty="0">
                <a:latin typeface="Montserrat"/>
                <a:ea typeface="Montserrat"/>
                <a:cs typeface="Montserrat"/>
                <a:sym typeface="Montserrat"/>
              </a:rPr>
              <a:t>In case of a suspected traumatic brain injury (TBI), the first priority is to ensure the safety and stability of the patient. This includes securing the airway, maintaining adequate ventilation, and controlling any bleeding. The following interventions are recommended based on current clinical guidelines:</a:t>
            </a:r>
          </a:p>
          <a:p>
            <a:pPr>
              <a:lnSpc>
                <a:spcPct val="150000"/>
              </a:lnSpc>
              <a:buSzPts val="1400"/>
            </a:pPr>
            <a:r>
              <a:rPr lang="en-US" sz="1000" dirty="0">
                <a:latin typeface="Montserrat"/>
                <a:ea typeface="Montserrat"/>
                <a:cs typeface="Montserrat"/>
                <a:sym typeface="Montserrat"/>
              </a:rPr>
              <a:t>1. **Airway Management:** If there's a risk of airway obstruction or aspiration, secure the airway using endotracheal intubation. Monitor the patient's level of consciousness (LOC) and oxygen</a:t>
            </a:r>
          </a:p>
          <a:p>
            <a:pPr>
              <a:lnSpc>
                <a:spcPct val="150000"/>
              </a:lnSpc>
              <a:buSzPts val="1400"/>
            </a:pPr>
            <a:endParaRPr lang="en-US" sz="1000" dirty="0">
              <a:latin typeface="Montserrat"/>
              <a:ea typeface="Montserrat"/>
              <a:cs typeface="Montserrat"/>
              <a:sym typeface="Montserrat"/>
            </a:endParaRPr>
          </a:p>
          <a:p>
            <a:pPr>
              <a:lnSpc>
                <a:spcPct val="150000"/>
              </a:lnSpc>
              <a:buSzPts val="1400"/>
            </a:pPr>
            <a:r>
              <a:rPr lang="en-US" sz="1100" b="1" i="0" u="sng" strike="noStrike" cap="none" dirty="0">
                <a:solidFill>
                  <a:srgbClr val="000000"/>
                </a:solidFill>
                <a:latin typeface="Montserrat"/>
                <a:ea typeface="Montserrat"/>
                <a:cs typeface="Montserrat"/>
                <a:sym typeface="Montserrat"/>
              </a:rPr>
              <a:t>Comments</a:t>
            </a:r>
            <a:r>
              <a:rPr lang="en-US" sz="1000" b="0" i="0" u="none" strike="noStrike" cap="none" dirty="0">
                <a:solidFill>
                  <a:srgbClr val="000000"/>
                </a:solidFill>
                <a:latin typeface="Montserrat"/>
                <a:ea typeface="Montserrat"/>
                <a:cs typeface="Montserrat"/>
                <a:sym typeface="Montserrat"/>
              </a:rPr>
              <a:t> :</a:t>
            </a:r>
          </a:p>
          <a:p>
            <a:pPr marL="171450" indent="-171450">
              <a:lnSpc>
                <a:spcPct val="150000"/>
              </a:lnSpc>
              <a:buSzPts val="1400"/>
              <a:buFont typeface="Wingdings" panose="05000000000000000000" pitchFamily="2" charset="2"/>
              <a:buChar char="§"/>
            </a:pPr>
            <a:r>
              <a:rPr lang="en-US" sz="1000" b="1" dirty="0">
                <a:latin typeface="Montserrat"/>
                <a:ea typeface="Montserrat"/>
                <a:cs typeface="Montserrat"/>
                <a:sym typeface="Montserrat"/>
              </a:rPr>
              <a:t>Structural Integrity : </a:t>
            </a:r>
            <a:r>
              <a:rPr lang="en-US" sz="1000" dirty="0">
                <a:latin typeface="Montserrat"/>
                <a:ea typeface="Montserrat"/>
                <a:cs typeface="Montserrat"/>
                <a:sym typeface="Montserrat"/>
              </a:rPr>
              <a:t>This time LLM structured the answer in various sections based on System prompt </a:t>
            </a:r>
          </a:p>
          <a:p>
            <a:pPr marL="171450" indent="-171450">
              <a:lnSpc>
                <a:spcPct val="150000"/>
              </a:lnSpc>
              <a:buSzPts val="1400"/>
              <a:buFont typeface="Wingdings" panose="05000000000000000000" pitchFamily="2" charset="2"/>
              <a:buChar char="§"/>
            </a:pPr>
            <a:r>
              <a:rPr lang="en-US" sz="1000" b="1" dirty="0">
                <a:latin typeface="Montserrat"/>
                <a:ea typeface="Montserrat"/>
                <a:cs typeface="Montserrat"/>
                <a:sym typeface="Montserrat"/>
              </a:rPr>
              <a:t>Clinical Accuracy of Metrics</a:t>
            </a:r>
            <a:r>
              <a:rPr lang="en-US" sz="1000" dirty="0">
                <a:latin typeface="Montserrat"/>
                <a:ea typeface="Montserrat"/>
                <a:cs typeface="Montserrat"/>
                <a:sym typeface="Montserrat"/>
              </a:rPr>
              <a:t>: It correctly linked the level of consciousness (LOC) to airway management, a critical decision point in neurocritical care (e.g., "GCS less than 8, intubate").</a:t>
            </a:r>
          </a:p>
          <a:p>
            <a:pPr marL="171450" indent="-171450">
              <a:lnSpc>
                <a:spcPct val="150000"/>
              </a:lnSpc>
              <a:buSzPts val="1400"/>
              <a:buFont typeface="Wingdings" panose="05000000000000000000" pitchFamily="2" charset="2"/>
              <a:buChar char="§"/>
            </a:pPr>
            <a:r>
              <a:rPr lang="en-US" sz="1000" b="1" dirty="0">
                <a:latin typeface="Montserrat"/>
                <a:ea typeface="Montserrat"/>
                <a:cs typeface="Montserrat"/>
                <a:sym typeface="Montserrat"/>
              </a:rPr>
              <a:t>Abrupt Truncation </a:t>
            </a:r>
            <a:r>
              <a:rPr lang="en-US" sz="1000" dirty="0">
                <a:latin typeface="Montserrat"/>
                <a:ea typeface="Montserrat"/>
                <a:cs typeface="Montserrat"/>
                <a:sym typeface="Montserrat"/>
              </a:rPr>
              <a:t>: The response ends mid-sentence ("</a:t>
            </a:r>
            <a:r>
              <a:rPr lang="en-US" sz="1000" b="1" dirty="0">
                <a:latin typeface="Montserrat"/>
                <a:ea typeface="Montserrat"/>
                <a:cs typeface="Montserrat"/>
                <a:sym typeface="Montserrat"/>
              </a:rPr>
              <a:t>oxygen...</a:t>
            </a:r>
            <a:r>
              <a:rPr lang="en-US" sz="1000" dirty="0">
                <a:latin typeface="Montserrat"/>
                <a:ea typeface="Montserrat"/>
                <a:cs typeface="Montserrat"/>
                <a:sym typeface="Montserrat"/>
              </a:rPr>
              <a:t>") due to the token limit </a:t>
            </a:r>
            <a:endParaRPr lang="en-US" sz="1000" i="0" u="none" strike="noStrike" cap="none" dirty="0">
              <a:solidFill>
                <a:srgbClr val="000000"/>
              </a:solidFill>
              <a:latin typeface="Montserrat"/>
              <a:ea typeface="Montserrat"/>
              <a:cs typeface="Montserrat"/>
              <a:sym typeface="Montserrat"/>
            </a:endParaRPr>
          </a:p>
        </p:txBody>
      </p:sp>
    </p:spTree>
    <p:extLst>
      <p:ext uri="{BB962C8B-B14F-4D97-AF65-F5344CB8AC3E}">
        <p14:creationId xmlns:p14="http://schemas.microsoft.com/office/powerpoint/2010/main" val="2907860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48">
          <a:extLst>
            <a:ext uri="{FF2B5EF4-FFF2-40B4-BE49-F238E27FC236}">
              <a16:creationId xmlns:a16="http://schemas.microsoft.com/office/drawing/2014/main" id="{2D18FA53-266D-4FF5-011E-F1006D762D73}"/>
            </a:ext>
          </a:extLst>
        </p:cNvPr>
        <p:cNvGrpSpPr/>
        <p:nvPr/>
      </p:nvGrpSpPr>
      <p:grpSpPr>
        <a:xfrm>
          <a:off x="0" y="0"/>
          <a:ext cx="0" cy="0"/>
          <a:chOff x="0" y="0"/>
          <a:chExt cx="0" cy="0"/>
        </a:xfrm>
      </p:grpSpPr>
      <p:sp>
        <p:nvSpPr>
          <p:cNvPr id="250" name="Google Shape;250;p52">
            <a:extLst>
              <a:ext uri="{FF2B5EF4-FFF2-40B4-BE49-F238E27FC236}">
                <a16:creationId xmlns:a16="http://schemas.microsoft.com/office/drawing/2014/main" id="{55C7A378-D281-C609-1FFF-EC28766DB84F}"/>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2400" dirty="0">
                <a:solidFill>
                  <a:srgbClr val="0E39A9"/>
                </a:solidFill>
              </a:rPr>
              <a:t>Question Answering using LLM </a:t>
            </a:r>
            <a:r>
              <a:rPr lang="en" sz="2000" dirty="0">
                <a:solidFill>
                  <a:srgbClr val="0E39A9"/>
                </a:solidFill>
              </a:rPr>
              <a:t>with Prompt Engineering</a:t>
            </a:r>
            <a:endParaRPr sz="2400" dirty="0">
              <a:solidFill>
                <a:srgbClr val="0E39A9"/>
              </a:solidFill>
            </a:endParaRPr>
          </a:p>
        </p:txBody>
      </p:sp>
      <p:sp>
        <p:nvSpPr>
          <p:cNvPr id="252" name="Google Shape;252;p52">
            <a:extLst>
              <a:ext uri="{FF2B5EF4-FFF2-40B4-BE49-F238E27FC236}">
                <a16:creationId xmlns:a16="http://schemas.microsoft.com/office/drawing/2014/main" id="{9E8CD4EC-916F-B7AC-B0F6-D9D9A3F64349}"/>
              </a:ext>
            </a:extLst>
          </p:cNvPr>
          <p:cNvSpPr txBox="1"/>
          <p:nvPr/>
        </p:nvSpPr>
        <p:spPr>
          <a:xfrm>
            <a:off x="429768" y="886150"/>
            <a:ext cx="8447532" cy="4254981"/>
          </a:xfrm>
          <a:prstGeom prst="rect">
            <a:avLst/>
          </a:prstGeom>
          <a:noFill/>
          <a:ln>
            <a:noFill/>
          </a:ln>
        </p:spPr>
        <p:txBody>
          <a:bodyPr spcFirstLastPara="1" wrap="square" lIns="91425" tIns="91425" rIns="91425" bIns="91425" anchor="t" anchorCtr="0">
            <a:spAutoFit/>
          </a:bodyPr>
          <a:lstStyle/>
          <a:p>
            <a:endParaRPr lang="en-US" sz="1050" b="1" dirty="0">
              <a:latin typeface="Montserrat"/>
            </a:endParaRPr>
          </a:p>
          <a:p>
            <a:r>
              <a:rPr lang="en-US" sz="1050" b="1" dirty="0">
                <a:latin typeface="Montserrat"/>
              </a:rPr>
              <a:t>Question 5</a:t>
            </a:r>
          </a:p>
          <a:p>
            <a:r>
              <a:rPr lang="en-US" sz="1050" b="1" dirty="0">
                <a:latin typeface="Montserrat"/>
              </a:rPr>
              <a:t>What are the necessary precautions and treatment steps for a person who has fractured their leg during a hiking trip, and what should be considered for their care and recovery?</a:t>
            </a:r>
          </a:p>
          <a:p>
            <a:endParaRPr lang="en-US" sz="1050" b="1" dirty="0">
              <a:latin typeface="Montserrat"/>
              <a:ea typeface="Montserrat"/>
              <a:cs typeface="Montserrat"/>
              <a:sym typeface="Montserrat"/>
            </a:endParaRPr>
          </a:p>
          <a:p>
            <a:r>
              <a:rPr lang="en-US" sz="1050" b="1" u="sng" dirty="0">
                <a:latin typeface="Montserrat"/>
                <a:ea typeface="Montserrat"/>
                <a:cs typeface="Montserrat"/>
                <a:sym typeface="Montserrat"/>
              </a:rPr>
              <a:t>Response Received</a:t>
            </a:r>
          </a:p>
          <a:p>
            <a:endParaRPr lang="en-US" sz="1000" dirty="0">
              <a:latin typeface="Montserrat"/>
              <a:ea typeface="Montserrat"/>
              <a:cs typeface="Montserrat"/>
              <a:sym typeface="Montserrat"/>
            </a:endParaRPr>
          </a:p>
          <a:p>
            <a:r>
              <a:rPr lang="en-US" sz="1000" dirty="0">
                <a:latin typeface="Montserrat"/>
                <a:ea typeface="Montserrat"/>
                <a:cs typeface="Montserrat"/>
                <a:sym typeface="Montserrat"/>
              </a:rPr>
              <a:t>**Necessary Precautions:**</a:t>
            </a:r>
          </a:p>
          <a:p>
            <a:endParaRPr lang="en-US" sz="1000" dirty="0">
              <a:latin typeface="Montserrat"/>
              <a:ea typeface="Montserrat"/>
              <a:cs typeface="Montserrat"/>
              <a:sym typeface="Montserrat"/>
            </a:endParaRPr>
          </a:p>
          <a:p>
            <a:r>
              <a:rPr lang="en-US" sz="1000" dirty="0">
                <a:latin typeface="Montserrat"/>
                <a:ea typeface="Montserrat"/>
                <a:cs typeface="Montserrat"/>
                <a:sym typeface="Montserrat"/>
              </a:rPr>
              <a:t>1. **Immediate Assessment:** Evaluate the severity of the injury by assessing the level of pain, swelling, deformity, open wounds, and signs of neurovascular compromise such as pulselessness, pallor, or paralysis. If there are signs of severe injury, immobilize the leg using a splint or a C-collar and transport the patient to the nearest emergency department as soon as possible.</a:t>
            </a:r>
          </a:p>
          <a:p>
            <a:r>
              <a:rPr lang="en-US" sz="1000" dirty="0">
                <a:latin typeface="Montserrat"/>
                <a:ea typeface="Montserrat"/>
                <a:cs typeface="Montserrat"/>
                <a:sym typeface="Montserrat"/>
              </a:rPr>
              <a:t>2. **Maintain Immobility:** Avoid moving the fractured leg excessively to prevent</a:t>
            </a:r>
          </a:p>
          <a:p>
            <a:endParaRPr lang="en-US" sz="1000" dirty="0">
              <a:latin typeface="Montserrat"/>
              <a:ea typeface="Montserrat"/>
              <a:cs typeface="Montserrat"/>
              <a:sym typeface="Montserrat"/>
            </a:endParaRPr>
          </a:p>
          <a:p>
            <a:pPr>
              <a:lnSpc>
                <a:spcPct val="150000"/>
              </a:lnSpc>
              <a:buSzPts val="1400"/>
            </a:pPr>
            <a:r>
              <a:rPr lang="en-US" sz="1100" b="1" i="0" u="sng" strike="noStrike" cap="none" dirty="0">
                <a:solidFill>
                  <a:srgbClr val="000000"/>
                </a:solidFill>
                <a:latin typeface="Montserrat"/>
                <a:ea typeface="Montserrat"/>
                <a:cs typeface="Montserrat"/>
                <a:sym typeface="Montserrat"/>
              </a:rPr>
              <a:t>Comments</a:t>
            </a:r>
            <a:r>
              <a:rPr lang="en-US" sz="1000" b="0" i="0" u="sng" strike="noStrike" cap="none" dirty="0">
                <a:solidFill>
                  <a:srgbClr val="000000"/>
                </a:solidFill>
                <a:latin typeface="Montserrat"/>
                <a:ea typeface="Montserrat"/>
                <a:cs typeface="Montserrat"/>
                <a:sym typeface="Montserrat"/>
              </a:rPr>
              <a:t> :</a:t>
            </a:r>
          </a:p>
          <a:p>
            <a:pPr marL="171450" indent="-171450">
              <a:lnSpc>
                <a:spcPct val="150000"/>
              </a:lnSpc>
              <a:buSzPts val="1400"/>
              <a:buFont typeface="Wingdings" panose="05000000000000000000" pitchFamily="2" charset="2"/>
              <a:buChar char="§"/>
            </a:pPr>
            <a:r>
              <a:rPr lang="en-US" sz="1000" b="1" dirty="0">
                <a:latin typeface="Montserrat"/>
                <a:ea typeface="Montserrat"/>
                <a:cs typeface="Montserrat"/>
                <a:sym typeface="Montserrat"/>
              </a:rPr>
              <a:t>Structural Response </a:t>
            </a:r>
            <a:r>
              <a:rPr lang="en-US" sz="1000" dirty="0">
                <a:latin typeface="Montserrat"/>
                <a:ea typeface="Montserrat"/>
                <a:cs typeface="Montserrat"/>
                <a:sym typeface="Montserrat"/>
              </a:rPr>
              <a:t>: The model correctly structure it in various sections</a:t>
            </a:r>
            <a:r>
              <a:rPr lang="en-US" sz="1000" b="1" dirty="0">
                <a:latin typeface="Montserrat"/>
                <a:ea typeface="Montserrat"/>
                <a:cs typeface="Montserrat"/>
                <a:sym typeface="Montserrat"/>
              </a:rPr>
              <a:t>(**Necessary Precautions:** , Immediate Assessment:**--</a:t>
            </a:r>
            <a:r>
              <a:rPr lang="en-US" sz="1000" dirty="0">
                <a:latin typeface="Montserrat"/>
                <a:ea typeface="Montserrat"/>
                <a:cs typeface="Montserrat"/>
                <a:sym typeface="Montserrat"/>
              </a:rPr>
              <a:t>) based on the instruction provided </a:t>
            </a:r>
          </a:p>
          <a:p>
            <a:pPr marL="171450" indent="-171450">
              <a:lnSpc>
                <a:spcPct val="150000"/>
              </a:lnSpc>
              <a:buSzPts val="1400"/>
              <a:buFont typeface="Wingdings" panose="05000000000000000000" pitchFamily="2" charset="2"/>
              <a:buChar char="§"/>
            </a:pPr>
            <a:r>
              <a:rPr lang="en-US" sz="1000" b="1" dirty="0">
                <a:latin typeface="Montserrat"/>
                <a:ea typeface="Montserrat"/>
                <a:cs typeface="Montserrat"/>
                <a:sym typeface="Montserrat"/>
              </a:rPr>
              <a:t>Medical Terminology </a:t>
            </a:r>
            <a:r>
              <a:rPr lang="en-US" sz="1000" dirty="0">
                <a:latin typeface="Montserrat"/>
                <a:ea typeface="Montserrat"/>
                <a:cs typeface="Montserrat"/>
                <a:sym typeface="Montserrat"/>
              </a:rPr>
              <a:t>: Interestingly, the model suggests using a C-collar; while generally used </a:t>
            </a:r>
            <a:r>
              <a:rPr lang="en-US" sz="1000" b="1" dirty="0">
                <a:latin typeface="Montserrat"/>
                <a:ea typeface="Montserrat"/>
                <a:cs typeface="Montserrat"/>
                <a:sym typeface="Montserrat"/>
              </a:rPr>
              <a:t>for spinal trauma</a:t>
            </a:r>
            <a:r>
              <a:rPr lang="en-US" sz="1000" dirty="0">
                <a:latin typeface="Montserrat"/>
                <a:ea typeface="Montserrat"/>
                <a:cs typeface="Montserrat"/>
                <a:sym typeface="Montserrat"/>
              </a:rPr>
              <a:t>, it implies the model is considering the "mechanism of injury" (a fall while hiking), though it is slightly excessive for a simple isolated leg </a:t>
            </a:r>
            <a:r>
              <a:rPr lang="en-US" sz="1000" b="1" dirty="0">
                <a:latin typeface="Montserrat"/>
                <a:ea typeface="Montserrat"/>
                <a:cs typeface="Montserrat"/>
                <a:sym typeface="Montserrat"/>
              </a:rPr>
              <a:t>fracture</a:t>
            </a:r>
            <a:r>
              <a:rPr lang="en-US" sz="1000" dirty="0">
                <a:latin typeface="Montserrat"/>
                <a:ea typeface="Montserrat"/>
                <a:cs typeface="Montserrat"/>
                <a:sym typeface="Montserrat"/>
              </a:rPr>
              <a:t>.</a:t>
            </a:r>
          </a:p>
          <a:p>
            <a:pPr marL="171450" indent="-171450">
              <a:lnSpc>
                <a:spcPct val="150000"/>
              </a:lnSpc>
              <a:buSzPts val="1400"/>
              <a:buFont typeface="Wingdings" panose="05000000000000000000" pitchFamily="2" charset="2"/>
              <a:buChar char="§"/>
            </a:pPr>
            <a:r>
              <a:rPr lang="en-US" sz="1000" b="1" dirty="0">
                <a:latin typeface="Montserrat"/>
                <a:ea typeface="Montserrat"/>
                <a:cs typeface="Montserrat"/>
                <a:sym typeface="Montserrat"/>
              </a:rPr>
              <a:t>Abrupt Truncation </a:t>
            </a:r>
            <a:r>
              <a:rPr lang="en-US" sz="1000" dirty="0">
                <a:latin typeface="Montserrat"/>
                <a:ea typeface="Montserrat"/>
                <a:cs typeface="Montserrat"/>
                <a:sym typeface="Montserrat"/>
              </a:rPr>
              <a:t>The response </a:t>
            </a:r>
            <a:r>
              <a:rPr lang="en-US" sz="1000" b="1" dirty="0">
                <a:latin typeface="Montserrat"/>
                <a:ea typeface="Montserrat"/>
                <a:cs typeface="Montserrat"/>
                <a:sym typeface="Montserrat"/>
              </a:rPr>
              <a:t>cuts off at the exact moment </a:t>
            </a:r>
            <a:r>
              <a:rPr lang="en-US" sz="1000" dirty="0">
                <a:latin typeface="Montserrat"/>
                <a:ea typeface="Montserrat"/>
                <a:cs typeface="Montserrat"/>
                <a:sym typeface="Montserrat"/>
              </a:rPr>
              <a:t>it begins to explain how to prevent further injury ("prevent...") </a:t>
            </a:r>
            <a:r>
              <a:rPr lang="en-US" sz="1000" b="1" dirty="0">
                <a:latin typeface="Montserrat"/>
                <a:ea typeface="Montserrat"/>
                <a:cs typeface="Montserrat"/>
                <a:sym typeface="Montserrat"/>
              </a:rPr>
              <a:t>due to the token limit </a:t>
            </a:r>
            <a:endParaRPr lang="en-US" sz="1000" b="1" i="0" strike="noStrike" cap="none" dirty="0">
              <a:solidFill>
                <a:srgbClr val="000000"/>
              </a:solidFill>
              <a:latin typeface="Montserrat"/>
              <a:ea typeface="Montserrat"/>
              <a:cs typeface="Montserrat"/>
              <a:sym typeface="Montserrat"/>
            </a:endParaRPr>
          </a:p>
        </p:txBody>
      </p:sp>
    </p:spTree>
    <p:extLst>
      <p:ext uri="{BB962C8B-B14F-4D97-AF65-F5344CB8AC3E}">
        <p14:creationId xmlns:p14="http://schemas.microsoft.com/office/powerpoint/2010/main" val="6103624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C3EFB78C-E18F-0AB2-BB56-B6B31AFECA48}"/>
            </a:ext>
          </a:extLst>
        </p:cNvPr>
        <p:cNvGrpSpPr/>
        <p:nvPr/>
      </p:nvGrpSpPr>
      <p:grpSpPr>
        <a:xfrm>
          <a:off x="0" y="0"/>
          <a:ext cx="0" cy="0"/>
          <a:chOff x="0" y="0"/>
          <a:chExt cx="0" cy="0"/>
        </a:xfrm>
      </p:grpSpPr>
      <p:sp>
        <p:nvSpPr>
          <p:cNvPr id="276" name="Google Shape;276;p54">
            <a:extLst>
              <a:ext uri="{FF2B5EF4-FFF2-40B4-BE49-F238E27FC236}">
                <a16:creationId xmlns:a16="http://schemas.microsoft.com/office/drawing/2014/main" id="{55CBA22B-B58E-FDE6-18A5-98A63BCB7565}"/>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2400" dirty="0">
                <a:solidFill>
                  <a:srgbClr val="0E39A9"/>
                </a:solidFill>
              </a:rPr>
              <a:t>Data Preparation for RAG</a:t>
            </a:r>
            <a:endParaRPr sz="2400" dirty="0">
              <a:solidFill>
                <a:srgbClr val="0E39A9"/>
              </a:solidFill>
            </a:endParaRPr>
          </a:p>
        </p:txBody>
      </p:sp>
      <p:sp>
        <p:nvSpPr>
          <p:cNvPr id="277" name="Google Shape;277;p54">
            <a:extLst>
              <a:ext uri="{FF2B5EF4-FFF2-40B4-BE49-F238E27FC236}">
                <a16:creationId xmlns:a16="http://schemas.microsoft.com/office/drawing/2014/main" id="{647CEFDA-F6DC-F087-E996-499E3A3813F3}"/>
              </a:ext>
            </a:extLst>
          </p:cNvPr>
          <p:cNvSpPr/>
          <p:nvPr/>
        </p:nvSpPr>
        <p:spPr>
          <a:xfrm>
            <a:off x="479621" y="1794884"/>
            <a:ext cx="193200" cy="193200"/>
          </a:xfrm>
          <a:prstGeom prst="donut">
            <a:avLst>
              <a:gd name="adj" fmla="val 25000"/>
            </a:avLst>
          </a:prstGeom>
          <a:solidFill>
            <a:srgbClr val="0944A1"/>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400" b="0" i="0" u="none" strike="noStrike" cap="none">
              <a:solidFill>
                <a:srgbClr val="000000"/>
              </a:solidFill>
              <a:latin typeface="Nunito"/>
              <a:ea typeface="Nunito"/>
              <a:cs typeface="Nunito"/>
              <a:sym typeface="Nunito"/>
            </a:endParaRPr>
          </a:p>
        </p:txBody>
      </p:sp>
      <p:sp>
        <p:nvSpPr>
          <p:cNvPr id="278" name="Google Shape;278;p54">
            <a:extLst>
              <a:ext uri="{FF2B5EF4-FFF2-40B4-BE49-F238E27FC236}">
                <a16:creationId xmlns:a16="http://schemas.microsoft.com/office/drawing/2014/main" id="{50E503C9-D06B-4170-6A76-69CBB07BD047}"/>
              </a:ext>
            </a:extLst>
          </p:cNvPr>
          <p:cNvSpPr txBox="1"/>
          <p:nvPr/>
        </p:nvSpPr>
        <p:spPr>
          <a:xfrm>
            <a:off x="768000" y="1686250"/>
            <a:ext cx="6033000" cy="1015632"/>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ts val="0"/>
              </a:spcBef>
              <a:spcAft>
                <a:spcPts val="0"/>
              </a:spcAft>
              <a:buClr>
                <a:srgbClr val="000000"/>
              </a:buClr>
              <a:buSzPts val="1400"/>
              <a:buFont typeface="Arial"/>
              <a:buNone/>
            </a:pPr>
            <a:r>
              <a:rPr lang="en" sz="1400" b="1" i="0" u="none" strike="noStrike" cap="none" dirty="0">
                <a:solidFill>
                  <a:srgbClr val="000000"/>
                </a:solidFill>
                <a:latin typeface="Montserrat"/>
                <a:ea typeface="Montserrat"/>
                <a:cs typeface="Montserrat"/>
                <a:sym typeface="Montserrat"/>
              </a:rPr>
              <a:t>Parameters used to</a:t>
            </a:r>
            <a:r>
              <a:rPr lang="en" b="1" dirty="0">
                <a:latin typeface="Montserrat"/>
                <a:ea typeface="Montserrat"/>
                <a:cs typeface="Montserrat"/>
                <a:sym typeface="Montserrat"/>
              </a:rPr>
              <a:t> split the data:</a:t>
            </a:r>
          </a:p>
          <a:p>
            <a:pPr marL="171450" marR="0" lvl="0" indent="-171450" algn="l" rtl="0">
              <a:lnSpc>
                <a:spcPct val="150000"/>
              </a:lnSpc>
              <a:spcBef>
                <a:spcPts val="0"/>
              </a:spcBef>
              <a:spcAft>
                <a:spcPts val="0"/>
              </a:spcAft>
              <a:buClr>
                <a:srgbClr val="000000"/>
              </a:buClr>
              <a:buSzPts val="1400"/>
              <a:buFont typeface="Wingdings" panose="05000000000000000000" pitchFamily="2" charset="2"/>
              <a:buChar char="ü"/>
            </a:pPr>
            <a:r>
              <a:rPr lang="en" sz="1050" b="1" i="1" u="none" strike="noStrike" cap="none" dirty="0">
                <a:solidFill>
                  <a:srgbClr val="000000"/>
                </a:solidFill>
                <a:latin typeface="Montserrat"/>
                <a:ea typeface="Montserrat"/>
                <a:cs typeface="Montserrat"/>
                <a:sym typeface="Montserrat"/>
              </a:rPr>
              <a:t>chunk_overlap</a:t>
            </a:r>
            <a:r>
              <a:rPr lang="en" sz="1050" b="1" i="1" dirty="0">
                <a:latin typeface="Montserrat"/>
                <a:ea typeface="Montserrat"/>
                <a:cs typeface="Montserrat"/>
                <a:sym typeface="Montserrat"/>
              </a:rPr>
              <a:t>=20</a:t>
            </a:r>
            <a:endParaRPr lang="en" sz="1050" b="1" i="1" u="none" strike="noStrike" cap="none" dirty="0">
              <a:solidFill>
                <a:srgbClr val="000000"/>
              </a:solidFill>
              <a:latin typeface="Montserrat"/>
              <a:ea typeface="Montserrat"/>
              <a:cs typeface="Montserrat"/>
              <a:sym typeface="Montserrat"/>
            </a:endParaRPr>
          </a:p>
          <a:p>
            <a:pPr marL="171450" marR="0" lvl="0" indent="-171450" algn="l" rtl="0">
              <a:lnSpc>
                <a:spcPct val="150000"/>
              </a:lnSpc>
              <a:spcBef>
                <a:spcPts val="0"/>
              </a:spcBef>
              <a:spcAft>
                <a:spcPts val="0"/>
              </a:spcAft>
              <a:buClr>
                <a:srgbClr val="000000"/>
              </a:buClr>
              <a:buSzPts val="1400"/>
              <a:buFont typeface="Wingdings" panose="05000000000000000000" pitchFamily="2" charset="2"/>
              <a:buChar char="ü"/>
            </a:pPr>
            <a:r>
              <a:rPr lang="en" sz="1050" b="1" i="1" u="none" strike="noStrike" cap="none" dirty="0">
                <a:solidFill>
                  <a:srgbClr val="000000"/>
                </a:solidFill>
                <a:latin typeface="Montserrat"/>
                <a:ea typeface="Montserrat"/>
                <a:cs typeface="Montserrat"/>
                <a:sym typeface="Montserrat"/>
              </a:rPr>
              <a:t>chunk</a:t>
            </a:r>
            <a:r>
              <a:rPr lang="en" sz="1050" b="1" i="1" dirty="0">
                <a:latin typeface="Montserrat"/>
                <a:ea typeface="Montserrat"/>
                <a:cs typeface="Montserrat"/>
                <a:sym typeface="Montserrat"/>
              </a:rPr>
              <a:t>_size</a:t>
            </a:r>
            <a:r>
              <a:rPr lang="en" sz="1050" dirty="0">
                <a:latin typeface="Montserrat"/>
                <a:ea typeface="Montserrat"/>
                <a:cs typeface="Montserrat"/>
                <a:sym typeface="Montserrat"/>
              </a:rPr>
              <a:t>=</a:t>
            </a:r>
            <a:r>
              <a:rPr lang="en" sz="1050" b="1" dirty="0">
                <a:latin typeface="Montserrat"/>
                <a:ea typeface="Montserrat"/>
                <a:cs typeface="Montserrat"/>
                <a:sym typeface="Montserrat"/>
              </a:rPr>
              <a:t>512</a:t>
            </a:r>
            <a:endParaRPr sz="1050" b="1" i="0" u="none" strike="noStrike" cap="none" dirty="0">
              <a:solidFill>
                <a:srgbClr val="000000"/>
              </a:solidFill>
              <a:latin typeface="Montserrat"/>
              <a:ea typeface="Montserrat"/>
              <a:cs typeface="Montserrat"/>
              <a:sym typeface="Montserrat"/>
            </a:endParaRPr>
          </a:p>
        </p:txBody>
      </p:sp>
      <p:sp>
        <p:nvSpPr>
          <p:cNvPr id="279" name="Google Shape;279;p54">
            <a:extLst>
              <a:ext uri="{FF2B5EF4-FFF2-40B4-BE49-F238E27FC236}">
                <a16:creationId xmlns:a16="http://schemas.microsoft.com/office/drawing/2014/main" id="{E28BA947-0E5F-1C8B-CEC0-95121BF01663}"/>
              </a:ext>
            </a:extLst>
          </p:cNvPr>
          <p:cNvSpPr/>
          <p:nvPr/>
        </p:nvSpPr>
        <p:spPr>
          <a:xfrm>
            <a:off x="493867" y="1245478"/>
            <a:ext cx="193200" cy="193200"/>
          </a:xfrm>
          <a:prstGeom prst="donut">
            <a:avLst>
              <a:gd name="adj" fmla="val 25000"/>
            </a:avLst>
          </a:prstGeom>
          <a:solidFill>
            <a:srgbClr val="0944A1"/>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400" b="0" i="0" u="none" strike="noStrike" cap="none">
              <a:solidFill>
                <a:srgbClr val="000000"/>
              </a:solidFill>
              <a:latin typeface="Nunito"/>
              <a:ea typeface="Nunito"/>
              <a:cs typeface="Nunito"/>
              <a:sym typeface="Nunito"/>
            </a:endParaRPr>
          </a:p>
        </p:txBody>
      </p:sp>
      <p:sp>
        <p:nvSpPr>
          <p:cNvPr id="280" name="Google Shape;280;p54">
            <a:extLst>
              <a:ext uri="{FF2B5EF4-FFF2-40B4-BE49-F238E27FC236}">
                <a16:creationId xmlns:a16="http://schemas.microsoft.com/office/drawing/2014/main" id="{8B01871E-D182-A33E-D26D-20701DA68FEB}"/>
              </a:ext>
            </a:extLst>
          </p:cNvPr>
          <p:cNvSpPr txBox="1"/>
          <p:nvPr/>
        </p:nvSpPr>
        <p:spPr>
          <a:xfrm>
            <a:off x="768000" y="1088177"/>
            <a:ext cx="6033000" cy="507801"/>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ts val="0"/>
              </a:spcBef>
              <a:spcAft>
                <a:spcPts val="0"/>
              </a:spcAft>
              <a:buClr>
                <a:srgbClr val="000000"/>
              </a:buClr>
              <a:buSzPts val="1400"/>
              <a:buFont typeface="Arial"/>
              <a:buNone/>
            </a:pPr>
            <a:r>
              <a:rPr lang="en" b="1" dirty="0">
                <a:latin typeface="Montserrat"/>
                <a:ea typeface="Montserrat"/>
                <a:cs typeface="Montserrat"/>
                <a:sym typeface="Montserrat"/>
              </a:rPr>
              <a:t>Dataset used : </a:t>
            </a:r>
            <a:r>
              <a:rPr lang="en-US" sz="1100" b="1" dirty="0">
                <a:latin typeface="Montserrat"/>
                <a:ea typeface="Montserrat"/>
                <a:cs typeface="Montserrat"/>
                <a:sym typeface="Montserrat"/>
              </a:rPr>
              <a:t>medical_diagnosis_manual.pdf</a:t>
            </a:r>
            <a:endParaRPr sz="1400" b="1" i="0" u="none" strike="noStrike" cap="none" dirty="0">
              <a:solidFill>
                <a:srgbClr val="000000"/>
              </a:solidFill>
              <a:latin typeface="Montserrat"/>
              <a:ea typeface="Montserrat"/>
              <a:cs typeface="Montserrat"/>
              <a:sym typeface="Montserrat"/>
            </a:endParaRPr>
          </a:p>
        </p:txBody>
      </p:sp>
      <p:sp>
        <p:nvSpPr>
          <p:cNvPr id="281" name="Google Shape;281;p54">
            <a:extLst>
              <a:ext uri="{FF2B5EF4-FFF2-40B4-BE49-F238E27FC236}">
                <a16:creationId xmlns:a16="http://schemas.microsoft.com/office/drawing/2014/main" id="{5ACDD6A9-A018-2F85-FEAD-1BD58A75B076}"/>
              </a:ext>
            </a:extLst>
          </p:cNvPr>
          <p:cNvSpPr/>
          <p:nvPr/>
        </p:nvSpPr>
        <p:spPr>
          <a:xfrm>
            <a:off x="493867" y="2864859"/>
            <a:ext cx="193200" cy="193200"/>
          </a:xfrm>
          <a:prstGeom prst="donut">
            <a:avLst>
              <a:gd name="adj" fmla="val 25000"/>
            </a:avLst>
          </a:prstGeom>
          <a:solidFill>
            <a:srgbClr val="0944A1"/>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400" b="0" i="0" u="none" strike="noStrike" cap="none">
              <a:solidFill>
                <a:srgbClr val="000000"/>
              </a:solidFill>
              <a:latin typeface="Nunito"/>
              <a:ea typeface="Nunito"/>
              <a:cs typeface="Nunito"/>
              <a:sym typeface="Nunito"/>
            </a:endParaRPr>
          </a:p>
        </p:txBody>
      </p:sp>
      <p:sp>
        <p:nvSpPr>
          <p:cNvPr id="282" name="Google Shape;282;p54">
            <a:extLst>
              <a:ext uri="{FF2B5EF4-FFF2-40B4-BE49-F238E27FC236}">
                <a16:creationId xmlns:a16="http://schemas.microsoft.com/office/drawing/2014/main" id="{D68D830F-51FC-57B9-6806-24BE64758636}"/>
              </a:ext>
            </a:extLst>
          </p:cNvPr>
          <p:cNvSpPr txBox="1"/>
          <p:nvPr/>
        </p:nvSpPr>
        <p:spPr>
          <a:xfrm>
            <a:off x="768000" y="2829027"/>
            <a:ext cx="7499699" cy="364172"/>
          </a:xfrm>
          <a:prstGeom prst="rect">
            <a:avLst/>
          </a:prstGeom>
          <a:noFill/>
          <a:ln>
            <a:noFill/>
          </a:ln>
        </p:spPr>
        <p:txBody>
          <a:bodyPr spcFirstLastPara="1" wrap="square" lIns="91425" tIns="91425" rIns="91425" bIns="91425" anchor="t" anchorCtr="0">
            <a:spAutoFit/>
          </a:bodyPr>
          <a:lstStyle/>
          <a:p>
            <a:pPr>
              <a:lnSpc>
                <a:spcPts val="1425"/>
              </a:lnSpc>
              <a:buNone/>
            </a:pPr>
            <a:r>
              <a:rPr lang="en" b="1" dirty="0">
                <a:latin typeface="Montserrat"/>
                <a:ea typeface="Montserrat"/>
                <a:cs typeface="Montserrat"/>
                <a:sym typeface="Montserrat"/>
              </a:rPr>
              <a:t>Name of the embedding model used:  </a:t>
            </a:r>
            <a:r>
              <a:rPr lang="en-US" b="1" dirty="0">
                <a:solidFill>
                  <a:srgbClr val="A31515"/>
                </a:solidFill>
                <a:effectLst/>
                <a:latin typeface="Courier New" panose="02070309020205020404" pitchFamily="49" charset="0"/>
              </a:rPr>
              <a:t>'</a:t>
            </a:r>
            <a:r>
              <a:rPr lang="en-US" b="1" dirty="0" err="1">
                <a:solidFill>
                  <a:srgbClr val="A31515"/>
                </a:solidFill>
                <a:effectLst/>
                <a:latin typeface="Courier New" panose="02070309020205020404" pitchFamily="49" charset="0"/>
              </a:rPr>
              <a:t>thenlper</a:t>
            </a:r>
            <a:r>
              <a:rPr lang="en-US" b="1" dirty="0">
                <a:solidFill>
                  <a:srgbClr val="A31515"/>
                </a:solidFill>
                <a:effectLst/>
                <a:latin typeface="Courier New" panose="02070309020205020404" pitchFamily="49" charset="0"/>
              </a:rPr>
              <a:t>/</a:t>
            </a:r>
            <a:r>
              <a:rPr lang="en-US" b="1" dirty="0" err="1">
                <a:solidFill>
                  <a:srgbClr val="A31515"/>
                </a:solidFill>
                <a:effectLst/>
                <a:latin typeface="Courier New" panose="02070309020205020404" pitchFamily="49" charset="0"/>
              </a:rPr>
              <a:t>gte</a:t>
            </a:r>
            <a:r>
              <a:rPr lang="en-US" b="1" dirty="0">
                <a:solidFill>
                  <a:srgbClr val="A31515"/>
                </a:solidFill>
                <a:effectLst/>
                <a:latin typeface="Courier New" panose="02070309020205020404" pitchFamily="49" charset="0"/>
              </a:rPr>
              <a:t>-large'</a:t>
            </a:r>
            <a:endParaRPr sz="1400" b="1" i="0" u="none" strike="noStrike" cap="none" dirty="0">
              <a:solidFill>
                <a:srgbClr val="000000"/>
              </a:solidFill>
              <a:latin typeface="Montserrat"/>
              <a:ea typeface="Montserrat"/>
              <a:cs typeface="Montserrat"/>
              <a:sym typeface="Montserrat"/>
            </a:endParaRPr>
          </a:p>
        </p:txBody>
      </p:sp>
      <p:sp>
        <p:nvSpPr>
          <p:cNvPr id="283" name="Google Shape;283;p54">
            <a:extLst>
              <a:ext uri="{FF2B5EF4-FFF2-40B4-BE49-F238E27FC236}">
                <a16:creationId xmlns:a16="http://schemas.microsoft.com/office/drawing/2014/main" id="{52653D9E-7CC4-51E3-1B78-F586B8801F8E}"/>
              </a:ext>
            </a:extLst>
          </p:cNvPr>
          <p:cNvSpPr/>
          <p:nvPr/>
        </p:nvSpPr>
        <p:spPr>
          <a:xfrm>
            <a:off x="576221" y="3538158"/>
            <a:ext cx="193200" cy="193200"/>
          </a:xfrm>
          <a:prstGeom prst="donut">
            <a:avLst>
              <a:gd name="adj" fmla="val 25000"/>
            </a:avLst>
          </a:prstGeom>
          <a:solidFill>
            <a:srgbClr val="0944A1"/>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400" b="0" i="0" u="none" strike="noStrike" cap="none">
              <a:solidFill>
                <a:srgbClr val="000000"/>
              </a:solidFill>
              <a:latin typeface="Nunito"/>
              <a:ea typeface="Nunito"/>
              <a:cs typeface="Nunito"/>
              <a:sym typeface="Nunito"/>
            </a:endParaRPr>
          </a:p>
        </p:txBody>
      </p:sp>
      <p:sp>
        <p:nvSpPr>
          <p:cNvPr id="284" name="Google Shape;284;p54">
            <a:extLst>
              <a:ext uri="{FF2B5EF4-FFF2-40B4-BE49-F238E27FC236}">
                <a16:creationId xmlns:a16="http://schemas.microsoft.com/office/drawing/2014/main" id="{242897F9-276A-F43A-ABCC-D558D80DAA29}"/>
              </a:ext>
            </a:extLst>
          </p:cNvPr>
          <p:cNvSpPr txBox="1"/>
          <p:nvPr/>
        </p:nvSpPr>
        <p:spPr>
          <a:xfrm>
            <a:off x="977550" y="3330450"/>
            <a:ext cx="6033000" cy="1661963"/>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ts val="0"/>
              </a:spcBef>
              <a:spcAft>
                <a:spcPts val="0"/>
              </a:spcAft>
              <a:buClr>
                <a:srgbClr val="000000"/>
              </a:buClr>
              <a:buSzPts val="1400"/>
              <a:buFont typeface="Arial"/>
              <a:buNone/>
            </a:pPr>
            <a:r>
              <a:rPr lang="en" b="1" dirty="0">
                <a:latin typeface="Montserrat"/>
                <a:ea typeface="Montserrat"/>
                <a:cs typeface="Montserrat"/>
                <a:sym typeface="Montserrat"/>
              </a:rPr>
              <a:t>P</a:t>
            </a:r>
            <a:r>
              <a:rPr lang="en" sz="1400" b="1" i="0" u="none" strike="noStrike" cap="none" dirty="0">
                <a:solidFill>
                  <a:srgbClr val="000000"/>
                </a:solidFill>
                <a:latin typeface="Montserrat"/>
                <a:ea typeface="Montserrat"/>
                <a:cs typeface="Montserrat"/>
                <a:sym typeface="Montserrat"/>
              </a:rPr>
              <a:t>arameters used to</a:t>
            </a:r>
            <a:r>
              <a:rPr lang="en" b="1" dirty="0">
                <a:latin typeface="Montserrat"/>
                <a:ea typeface="Montserrat"/>
                <a:cs typeface="Montserrat"/>
                <a:sym typeface="Montserrat"/>
              </a:rPr>
              <a:t> define the RAG </a:t>
            </a:r>
          </a:p>
          <a:p>
            <a:pPr marL="171450" marR="0" lvl="0" indent="-171450" algn="l" rtl="0">
              <a:lnSpc>
                <a:spcPct val="150000"/>
              </a:lnSpc>
              <a:spcBef>
                <a:spcPts val="0"/>
              </a:spcBef>
              <a:spcAft>
                <a:spcPts val="0"/>
              </a:spcAft>
              <a:buClr>
                <a:srgbClr val="000000"/>
              </a:buClr>
              <a:buSzPts val="1400"/>
              <a:buFont typeface="Wingdings" panose="05000000000000000000" pitchFamily="2" charset="2"/>
              <a:buChar char="ü"/>
            </a:pPr>
            <a:r>
              <a:rPr lang="en" sz="1000" b="1" i="1" dirty="0">
                <a:latin typeface="Montserrat"/>
                <a:ea typeface="Montserrat"/>
                <a:cs typeface="Montserrat"/>
                <a:sym typeface="Montserrat"/>
              </a:rPr>
              <a:t>k=3</a:t>
            </a:r>
          </a:p>
          <a:p>
            <a:pPr marL="171450" marR="0" lvl="0" indent="-171450" algn="l" rtl="0">
              <a:lnSpc>
                <a:spcPct val="150000"/>
              </a:lnSpc>
              <a:spcBef>
                <a:spcPts val="0"/>
              </a:spcBef>
              <a:spcAft>
                <a:spcPts val="0"/>
              </a:spcAft>
              <a:buClr>
                <a:srgbClr val="000000"/>
              </a:buClr>
              <a:buSzPts val="1400"/>
              <a:buFont typeface="Wingdings" panose="05000000000000000000" pitchFamily="2" charset="2"/>
              <a:buChar char="ü"/>
            </a:pPr>
            <a:r>
              <a:rPr lang="en" sz="1000" b="1" i="1" dirty="0">
                <a:latin typeface="Montserrat"/>
                <a:ea typeface="Montserrat"/>
                <a:cs typeface="Montserrat"/>
                <a:sym typeface="Montserrat"/>
              </a:rPr>
              <a:t>max_tokens =256</a:t>
            </a:r>
          </a:p>
          <a:p>
            <a:pPr marL="171450" marR="0" lvl="0" indent="-171450" algn="l" rtl="0">
              <a:lnSpc>
                <a:spcPct val="150000"/>
              </a:lnSpc>
              <a:spcBef>
                <a:spcPts val="0"/>
              </a:spcBef>
              <a:spcAft>
                <a:spcPts val="0"/>
              </a:spcAft>
              <a:buClr>
                <a:srgbClr val="000000"/>
              </a:buClr>
              <a:buSzPts val="1400"/>
              <a:buFont typeface="Wingdings" panose="05000000000000000000" pitchFamily="2" charset="2"/>
              <a:buChar char="ü"/>
            </a:pPr>
            <a:r>
              <a:rPr lang="en-US" sz="1000" b="1" i="1" dirty="0">
                <a:latin typeface="Montserrat"/>
                <a:ea typeface="Montserrat"/>
                <a:cs typeface="Montserrat"/>
                <a:sym typeface="Montserrat"/>
              </a:rPr>
              <a:t>T</a:t>
            </a:r>
            <a:r>
              <a:rPr lang="en" sz="1000" b="1" i="1" dirty="0">
                <a:latin typeface="Montserrat"/>
                <a:ea typeface="Montserrat"/>
                <a:cs typeface="Montserrat"/>
                <a:sym typeface="Montserrat"/>
              </a:rPr>
              <a:t>emperature</a:t>
            </a:r>
            <a:r>
              <a:rPr lang="en" sz="1000" dirty="0">
                <a:latin typeface="Montserrat"/>
                <a:ea typeface="Montserrat"/>
                <a:cs typeface="Montserrat"/>
                <a:sym typeface="Montserrat"/>
              </a:rPr>
              <a:t>=</a:t>
            </a:r>
            <a:r>
              <a:rPr lang="en" sz="1000" b="1" dirty="0">
                <a:latin typeface="Montserrat"/>
                <a:ea typeface="Montserrat"/>
                <a:cs typeface="Montserrat"/>
                <a:sym typeface="Montserrat"/>
              </a:rPr>
              <a:t>0</a:t>
            </a:r>
          </a:p>
          <a:p>
            <a:pPr marL="171450" marR="0" lvl="0" indent="-171450" algn="l" rtl="0">
              <a:lnSpc>
                <a:spcPct val="150000"/>
              </a:lnSpc>
              <a:spcBef>
                <a:spcPts val="0"/>
              </a:spcBef>
              <a:spcAft>
                <a:spcPts val="0"/>
              </a:spcAft>
              <a:buClr>
                <a:srgbClr val="000000"/>
              </a:buClr>
              <a:buSzPts val="1400"/>
              <a:buFont typeface="Wingdings" panose="05000000000000000000" pitchFamily="2" charset="2"/>
              <a:buChar char="ü"/>
            </a:pPr>
            <a:r>
              <a:rPr lang="en-US" sz="1000" b="1" dirty="0">
                <a:latin typeface="Montserrat"/>
                <a:ea typeface="Montserrat"/>
                <a:cs typeface="Montserrat"/>
                <a:sym typeface="Montserrat"/>
              </a:rPr>
              <a:t>t</a:t>
            </a:r>
            <a:r>
              <a:rPr lang="en" sz="1000" b="1" dirty="0">
                <a:latin typeface="Montserrat"/>
                <a:ea typeface="Montserrat"/>
                <a:cs typeface="Montserrat"/>
                <a:sym typeface="Montserrat"/>
              </a:rPr>
              <a:t>op_p=0.95</a:t>
            </a:r>
          </a:p>
          <a:p>
            <a:pPr marL="171450" marR="0" lvl="0" indent="-171450" algn="l" rtl="0">
              <a:lnSpc>
                <a:spcPct val="150000"/>
              </a:lnSpc>
              <a:spcBef>
                <a:spcPts val="0"/>
              </a:spcBef>
              <a:spcAft>
                <a:spcPts val="0"/>
              </a:spcAft>
              <a:buClr>
                <a:srgbClr val="000000"/>
              </a:buClr>
              <a:buSzPts val="1400"/>
              <a:buFont typeface="Wingdings" panose="05000000000000000000" pitchFamily="2" charset="2"/>
              <a:buChar char="ü"/>
            </a:pPr>
            <a:r>
              <a:rPr lang="en-US" sz="1000" b="1" dirty="0">
                <a:latin typeface="Montserrat"/>
                <a:ea typeface="Montserrat"/>
                <a:cs typeface="Montserrat"/>
                <a:sym typeface="Montserrat"/>
              </a:rPr>
              <a:t>t</a:t>
            </a:r>
            <a:r>
              <a:rPr lang="en" sz="1000" b="1" i="0" u="none" strike="noStrike" cap="none" dirty="0">
                <a:solidFill>
                  <a:srgbClr val="000000"/>
                </a:solidFill>
                <a:latin typeface="Montserrat"/>
                <a:ea typeface="Montserrat"/>
                <a:cs typeface="Montserrat"/>
                <a:sym typeface="Montserrat"/>
              </a:rPr>
              <a:t>op_k=50</a:t>
            </a:r>
            <a:endParaRPr sz="1000" b="1" i="0" u="none" strike="noStrike" cap="none" dirty="0">
              <a:solidFill>
                <a:srgbClr val="000000"/>
              </a:solidFill>
              <a:latin typeface="Montserrat"/>
              <a:ea typeface="Montserrat"/>
              <a:cs typeface="Montserrat"/>
              <a:sym typeface="Montserrat"/>
            </a:endParaRPr>
          </a:p>
        </p:txBody>
      </p:sp>
    </p:spTree>
    <p:extLst>
      <p:ext uri="{BB962C8B-B14F-4D97-AF65-F5344CB8AC3E}">
        <p14:creationId xmlns:p14="http://schemas.microsoft.com/office/powerpoint/2010/main" val="18705535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48">
          <a:extLst>
            <a:ext uri="{FF2B5EF4-FFF2-40B4-BE49-F238E27FC236}">
              <a16:creationId xmlns:a16="http://schemas.microsoft.com/office/drawing/2014/main" id="{15F8A09D-BC0A-C48A-B501-6A6F82DFF1BC}"/>
            </a:ext>
          </a:extLst>
        </p:cNvPr>
        <p:cNvGrpSpPr/>
        <p:nvPr/>
      </p:nvGrpSpPr>
      <p:grpSpPr>
        <a:xfrm>
          <a:off x="0" y="0"/>
          <a:ext cx="0" cy="0"/>
          <a:chOff x="0" y="0"/>
          <a:chExt cx="0" cy="0"/>
        </a:xfrm>
      </p:grpSpPr>
      <p:sp>
        <p:nvSpPr>
          <p:cNvPr id="250" name="Google Shape;250;p52">
            <a:extLst>
              <a:ext uri="{FF2B5EF4-FFF2-40B4-BE49-F238E27FC236}">
                <a16:creationId xmlns:a16="http://schemas.microsoft.com/office/drawing/2014/main" id="{3F7A9E9F-5984-5FF5-846B-D191D7CD8EDC}"/>
              </a:ext>
            </a:extLst>
          </p:cNvPr>
          <p:cNvSpPr txBox="1">
            <a:spLocks noGrp="1"/>
          </p:cNvSpPr>
          <p:nvPr>
            <p:ph type="title"/>
          </p:nvPr>
        </p:nvSpPr>
        <p:spPr>
          <a:xfrm>
            <a:off x="229982" y="115543"/>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2400" dirty="0">
                <a:solidFill>
                  <a:srgbClr val="0E39A9"/>
                </a:solidFill>
              </a:rPr>
              <a:t>Question Answering using RAG</a:t>
            </a:r>
            <a:endParaRPr sz="2400" dirty="0">
              <a:solidFill>
                <a:srgbClr val="0E39A9"/>
              </a:solidFill>
            </a:endParaRPr>
          </a:p>
        </p:txBody>
      </p:sp>
      <p:sp>
        <p:nvSpPr>
          <p:cNvPr id="252" name="Google Shape;252;p52">
            <a:extLst>
              <a:ext uri="{FF2B5EF4-FFF2-40B4-BE49-F238E27FC236}">
                <a16:creationId xmlns:a16="http://schemas.microsoft.com/office/drawing/2014/main" id="{8F469D37-4D6A-3698-71E5-59392C00F2BF}"/>
              </a:ext>
            </a:extLst>
          </p:cNvPr>
          <p:cNvSpPr txBox="1"/>
          <p:nvPr/>
        </p:nvSpPr>
        <p:spPr>
          <a:xfrm>
            <a:off x="393418" y="605947"/>
            <a:ext cx="8668427" cy="1985129"/>
          </a:xfrm>
          <a:prstGeom prst="rect">
            <a:avLst/>
          </a:prstGeom>
          <a:noFill/>
          <a:ln>
            <a:noFill/>
          </a:ln>
        </p:spPr>
        <p:txBody>
          <a:bodyPr spcFirstLastPara="1" wrap="square" lIns="91425" tIns="91425" rIns="91425" bIns="91425" anchor="t" anchorCtr="0">
            <a:spAutoFit/>
          </a:bodyPr>
          <a:lstStyle/>
          <a:p>
            <a:r>
              <a:rPr lang="en-US" sz="1200" b="1" u="sng" dirty="0">
                <a:latin typeface="Montserrat"/>
              </a:rPr>
              <a:t>System Prompt :</a:t>
            </a:r>
          </a:p>
          <a:p>
            <a:endParaRPr lang="en-US" sz="1050" dirty="0">
              <a:latin typeface="Montserrat"/>
            </a:endParaRPr>
          </a:p>
          <a:p>
            <a:r>
              <a:rPr lang="en-US" sz="1050" dirty="0">
                <a:latin typeface="Montserrat"/>
              </a:rPr>
              <a:t>You are an assistant whose work is to review the report and provide the appropriate answers from the context.</a:t>
            </a:r>
          </a:p>
          <a:p>
            <a:r>
              <a:rPr lang="en-US" sz="1050" dirty="0">
                <a:latin typeface="Montserrat"/>
              </a:rPr>
              <a:t>User input will have the context required by you to answer user questions.</a:t>
            </a:r>
          </a:p>
          <a:p>
            <a:endParaRPr lang="en-US" sz="1050" dirty="0">
              <a:latin typeface="Montserrat"/>
            </a:endParaRPr>
          </a:p>
          <a:p>
            <a:r>
              <a:rPr lang="en-US" sz="1050" dirty="0">
                <a:latin typeface="Montserrat"/>
              </a:rPr>
              <a:t>This context will begin with the token: ###Context.</a:t>
            </a:r>
          </a:p>
          <a:p>
            <a:r>
              <a:rPr lang="en-US" sz="1050" dirty="0">
                <a:latin typeface="Montserrat"/>
              </a:rPr>
              <a:t>The context contains references to specific portions of a document relevant to the user query.</a:t>
            </a:r>
          </a:p>
          <a:p>
            <a:r>
              <a:rPr lang="en-US" sz="1050" dirty="0">
                <a:latin typeface="Montserrat"/>
              </a:rPr>
              <a:t>User questions will begin with the token: ###Question.</a:t>
            </a:r>
          </a:p>
          <a:p>
            <a:r>
              <a:rPr lang="en-US" sz="1050" dirty="0">
                <a:latin typeface="Montserrat"/>
              </a:rPr>
              <a:t>Please answer only using the context provided in the input. Do not mention anything about the context in your final answer.</a:t>
            </a:r>
          </a:p>
          <a:p>
            <a:endParaRPr lang="en-US" sz="1050" dirty="0">
              <a:latin typeface="Montserrat"/>
            </a:endParaRPr>
          </a:p>
          <a:p>
            <a:r>
              <a:rPr lang="en-US" sz="1050" dirty="0">
                <a:latin typeface="Montserrat"/>
              </a:rPr>
              <a:t>If the answer is not found in the context, respond "I don't know</a:t>
            </a:r>
            <a:r>
              <a:rPr lang="en-US" sz="1050" dirty="0"/>
              <a:t>".</a:t>
            </a:r>
            <a:endParaRPr lang="en-US" sz="700" dirty="0">
              <a:latin typeface="Montserrat"/>
            </a:endParaRPr>
          </a:p>
        </p:txBody>
      </p:sp>
      <p:sp>
        <p:nvSpPr>
          <p:cNvPr id="2" name="Google Shape;252;p52">
            <a:extLst>
              <a:ext uri="{FF2B5EF4-FFF2-40B4-BE49-F238E27FC236}">
                <a16:creationId xmlns:a16="http://schemas.microsoft.com/office/drawing/2014/main" id="{820A7772-E566-77BC-5E45-2BB9CE22FA3C}"/>
              </a:ext>
            </a:extLst>
          </p:cNvPr>
          <p:cNvSpPr txBox="1"/>
          <p:nvPr/>
        </p:nvSpPr>
        <p:spPr>
          <a:xfrm>
            <a:off x="393418" y="2826199"/>
            <a:ext cx="8668427" cy="1477297"/>
          </a:xfrm>
          <a:prstGeom prst="rect">
            <a:avLst/>
          </a:prstGeom>
          <a:noFill/>
          <a:ln>
            <a:noFill/>
          </a:ln>
        </p:spPr>
        <p:txBody>
          <a:bodyPr spcFirstLastPara="1" wrap="square" lIns="91425" tIns="91425" rIns="91425" bIns="91425" anchor="t" anchorCtr="0">
            <a:spAutoFit/>
          </a:bodyPr>
          <a:lstStyle/>
          <a:p>
            <a:r>
              <a:rPr lang="en-US" sz="1200" b="1" u="sng" dirty="0">
                <a:latin typeface="Montserrat"/>
              </a:rPr>
              <a:t>User Prompt template:</a:t>
            </a:r>
          </a:p>
          <a:p>
            <a:endParaRPr lang="en-US" sz="1050" b="1" dirty="0">
              <a:latin typeface="Montserrat"/>
            </a:endParaRPr>
          </a:p>
          <a:p>
            <a:r>
              <a:rPr lang="en-US" sz="1000" dirty="0">
                <a:latin typeface="Montserrat"/>
              </a:rPr>
              <a:t>###Context</a:t>
            </a:r>
          </a:p>
          <a:p>
            <a:r>
              <a:rPr lang="en-US" sz="1000" dirty="0">
                <a:latin typeface="Montserrat"/>
              </a:rPr>
              <a:t>Here are some documents that are relevant to the question mentioned below.</a:t>
            </a:r>
          </a:p>
          <a:p>
            <a:r>
              <a:rPr lang="en-US" sz="1000" dirty="0">
                <a:latin typeface="Montserrat"/>
              </a:rPr>
              <a:t>{context}</a:t>
            </a:r>
          </a:p>
          <a:p>
            <a:endParaRPr lang="en-US" sz="1000" dirty="0">
              <a:latin typeface="Montserrat"/>
            </a:endParaRPr>
          </a:p>
          <a:p>
            <a:r>
              <a:rPr lang="en-US" sz="1000" dirty="0">
                <a:latin typeface="Montserrat"/>
              </a:rPr>
              <a:t>###Question</a:t>
            </a:r>
          </a:p>
          <a:p>
            <a:r>
              <a:rPr lang="en-US" sz="1000" dirty="0">
                <a:latin typeface="Montserrat"/>
              </a:rPr>
              <a:t>{question}</a:t>
            </a:r>
          </a:p>
        </p:txBody>
      </p:sp>
    </p:spTree>
    <p:extLst>
      <p:ext uri="{BB962C8B-B14F-4D97-AF65-F5344CB8AC3E}">
        <p14:creationId xmlns:p14="http://schemas.microsoft.com/office/powerpoint/2010/main" val="28503492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48">
          <a:extLst>
            <a:ext uri="{FF2B5EF4-FFF2-40B4-BE49-F238E27FC236}">
              <a16:creationId xmlns:a16="http://schemas.microsoft.com/office/drawing/2014/main" id="{DDB9588C-4B98-78DE-87DC-ED2B4C1702BB}"/>
            </a:ext>
          </a:extLst>
        </p:cNvPr>
        <p:cNvGrpSpPr/>
        <p:nvPr/>
      </p:nvGrpSpPr>
      <p:grpSpPr>
        <a:xfrm>
          <a:off x="0" y="0"/>
          <a:ext cx="0" cy="0"/>
          <a:chOff x="0" y="0"/>
          <a:chExt cx="0" cy="0"/>
        </a:xfrm>
      </p:grpSpPr>
      <p:sp>
        <p:nvSpPr>
          <p:cNvPr id="250" name="Google Shape;250;p52">
            <a:extLst>
              <a:ext uri="{FF2B5EF4-FFF2-40B4-BE49-F238E27FC236}">
                <a16:creationId xmlns:a16="http://schemas.microsoft.com/office/drawing/2014/main" id="{65181ACB-9905-EC52-1EDF-471567CFF196}"/>
              </a:ext>
            </a:extLst>
          </p:cNvPr>
          <p:cNvSpPr txBox="1">
            <a:spLocks noGrp="1"/>
          </p:cNvSpPr>
          <p:nvPr>
            <p:ph type="title"/>
          </p:nvPr>
        </p:nvSpPr>
        <p:spPr>
          <a:xfrm>
            <a:off x="229982" y="115543"/>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2400" dirty="0">
                <a:solidFill>
                  <a:srgbClr val="0E39A9"/>
                </a:solidFill>
              </a:rPr>
              <a:t>Question Answering using RAG</a:t>
            </a:r>
            <a:endParaRPr sz="2400" dirty="0">
              <a:solidFill>
                <a:srgbClr val="0E39A9"/>
              </a:solidFill>
            </a:endParaRPr>
          </a:p>
        </p:txBody>
      </p:sp>
      <p:sp>
        <p:nvSpPr>
          <p:cNvPr id="252" name="Google Shape;252;p52">
            <a:extLst>
              <a:ext uri="{FF2B5EF4-FFF2-40B4-BE49-F238E27FC236}">
                <a16:creationId xmlns:a16="http://schemas.microsoft.com/office/drawing/2014/main" id="{16A68B3E-659D-3F39-D57F-A319C0926A70}"/>
              </a:ext>
            </a:extLst>
          </p:cNvPr>
          <p:cNvSpPr txBox="1"/>
          <p:nvPr/>
        </p:nvSpPr>
        <p:spPr>
          <a:xfrm>
            <a:off x="393418" y="605947"/>
            <a:ext cx="8668427" cy="4397327"/>
          </a:xfrm>
          <a:prstGeom prst="rect">
            <a:avLst/>
          </a:prstGeom>
          <a:noFill/>
          <a:ln>
            <a:noFill/>
          </a:ln>
        </p:spPr>
        <p:txBody>
          <a:bodyPr spcFirstLastPara="1" wrap="square" lIns="91425" tIns="91425" rIns="91425" bIns="91425" anchor="t" anchorCtr="0">
            <a:spAutoFit/>
          </a:bodyPr>
          <a:lstStyle/>
          <a:p>
            <a:r>
              <a:rPr lang="en-US" sz="1050" b="1" dirty="0">
                <a:solidFill>
                  <a:schemeClr val="bg2"/>
                </a:solidFill>
                <a:latin typeface="Montserrat"/>
              </a:rPr>
              <a:t>Question 1.</a:t>
            </a:r>
          </a:p>
          <a:p>
            <a:r>
              <a:rPr lang="en-US" sz="1200" dirty="0">
                <a:latin typeface="Montserrat"/>
              </a:rPr>
              <a:t>What is the protocol for managing sepsis in a critical care unit?</a:t>
            </a:r>
          </a:p>
          <a:p>
            <a:endParaRPr lang="en-US" sz="1050" b="1" u="sng" dirty="0">
              <a:latin typeface="Montserrat"/>
            </a:endParaRPr>
          </a:p>
          <a:p>
            <a:r>
              <a:rPr lang="en-US" sz="1050" b="1" u="sng" dirty="0">
                <a:latin typeface="Montserrat"/>
              </a:rPr>
              <a:t>Response Received :</a:t>
            </a:r>
          </a:p>
          <a:p>
            <a:endParaRPr lang="en-US" sz="1050" b="1" u="sng" dirty="0">
              <a:latin typeface="Montserrat"/>
            </a:endParaRPr>
          </a:p>
          <a:p>
            <a:r>
              <a:rPr lang="en-US" sz="1000" dirty="0">
                <a:solidFill>
                  <a:schemeClr val="tx1"/>
                </a:solidFill>
                <a:latin typeface="Montserrat"/>
              </a:rPr>
              <a:t>Based on the context provided, the protocol for managing sepsis in a critical care unit includes:</a:t>
            </a:r>
          </a:p>
          <a:p>
            <a:endParaRPr lang="en-US" sz="1000" dirty="0">
              <a:solidFill>
                <a:schemeClr val="tx1"/>
              </a:solidFill>
              <a:latin typeface="Montserrat"/>
            </a:endParaRPr>
          </a:p>
          <a:p>
            <a:r>
              <a:rPr lang="en-US" sz="1000" dirty="0">
                <a:solidFill>
                  <a:schemeClr val="tx1"/>
                </a:solidFill>
                <a:latin typeface="Montserrat"/>
              </a:rPr>
              <a:t>1. Administering parenteral antibiotics after taking specimens for Gram stain and culture.</a:t>
            </a:r>
          </a:p>
          <a:p>
            <a:r>
              <a:rPr lang="en-US" sz="1000" dirty="0">
                <a:solidFill>
                  <a:schemeClr val="tx1"/>
                </a:solidFill>
                <a:latin typeface="Montserrat"/>
              </a:rPr>
              <a:t>2. Starting very prompt empiric therapy as soon as sepsis is suspected.</a:t>
            </a:r>
          </a:p>
          <a:p>
            <a:r>
              <a:rPr lang="en-US" sz="1000" dirty="0">
                <a:solidFill>
                  <a:schemeClr val="tx1"/>
                </a:solidFill>
                <a:latin typeface="Montserrat"/>
              </a:rPr>
              <a:t>3. Selecting an antibiotic regimen based on the suspected source, clinical setting, knowledge or suspicion of causative organisms and sensitivity patterns common to that specific inpatient unit, and previous culture results.</a:t>
            </a:r>
          </a:p>
          <a:p>
            <a:r>
              <a:rPr lang="en-US" sz="1000" dirty="0">
                <a:solidFill>
                  <a:schemeClr val="tx1"/>
                </a:solidFill>
                <a:latin typeface="Montserrat"/>
              </a:rPr>
              <a:t>4. Adding vancomycin if resistant staphylococci or enterococci are suspected.</a:t>
            </a:r>
          </a:p>
          <a:p>
            <a:r>
              <a:rPr lang="en-US" sz="1000" dirty="0">
                <a:solidFill>
                  <a:schemeClr val="tx1"/>
                </a:solidFill>
                <a:latin typeface="Montserrat"/>
              </a:rPr>
              <a:t>5. Including a drug effective against anaerobes if there is an abdominal source.</a:t>
            </a:r>
          </a:p>
          <a:p>
            <a:r>
              <a:rPr lang="en-US" sz="1000" dirty="0">
                <a:solidFill>
                  <a:schemeClr val="tx1"/>
                </a:solidFill>
                <a:latin typeface="Montserrat"/>
              </a:rPr>
              <a:t>6. Changing the antibiotic regimen based on culture and sensitivity results.</a:t>
            </a:r>
          </a:p>
          <a:p>
            <a:r>
              <a:rPr lang="en-US" sz="1000" dirty="0">
                <a:solidFill>
                  <a:schemeClr val="tx1"/>
                </a:solidFill>
                <a:latin typeface="Montserrat"/>
              </a:rPr>
              <a:t>7. Continuing antibiotics for at least 5 days after shock resolves and evidence of infection subsides.</a:t>
            </a:r>
          </a:p>
          <a:p>
            <a:r>
              <a:rPr lang="en-US" sz="1000" dirty="0">
                <a:solidFill>
                  <a:schemeClr val="tx1"/>
                </a:solidFill>
                <a:latin typeface="Montserrat"/>
              </a:rPr>
              <a:t>8. Draining abscesses and excising necrotic tissues to eliminate septic foci.</a:t>
            </a:r>
          </a:p>
          <a:p>
            <a:r>
              <a:rPr lang="en-US" sz="1000" dirty="0">
                <a:solidFill>
                  <a:schemeClr val="tx1"/>
                </a:solidFill>
                <a:latin typeface="Montserrat"/>
              </a:rPr>
              <a:t>9. Normalizing blood glucose levels between 80 to 110 mg/dL (4.4 to 6.</a:t>
            </a:r>
          </a:p>
          <a:p>
            <a:endParaRPr lang="en-US" sz="1050" b="1" u="sng" dirty="0">
              <a:latin typeface="Montserrat"/>
            </a:endParaRPr>
          </a:p>
          <a:p>
            <a:pPr>
              <a:lnSpc>
                <a:spcPct val="150000"/>
              </a:lnSpc>
              <a:buSzPts val="1400"/>
            </a:pPr>
            <a:r>
              <a:rPr lang="en-US" sz="1050" b="1" u="sng" dirty="0">
                <a:latin typeface="Montserrat"/>
                <a:sym typeface="Montserrat"/>
              </a:rPr>
              <a:t>Comments</a:t>
            </a:r>
            <a:r>
              <a:rPr lang="en-US" sz="1050" b="1" dirty="0">
                <a:latin typeface="Montserrat"/>
                <a:sym typeface="Montserrat"/>
              </a:rPr>
              <a:t> :</a:t>
            </a:r>
          </a:p>
          <a:p>
            <a:pPr marL="171450" indent="-171450">
              <a:lnSpc>
                <a:spcPct val="150000"/>
              </a:lnSpc>
              <a:buSzPts val="1400"/>
              <a:buFont typeface="Arial" panose="020B0604020202020204" pitchFamily="34" charset="0"/>
              <a:buChar char="•"/>
            </a:pPr>
            <a:r>
              <a:rPr lang="en-US" sz="1000" b="1" dirty="0">
                <a:latin typeface="Montserrat"/>
                <a:ea typeface="Montserrat"/>
                <a:cs typeface="Montserrat"/>
                <a:sym typeface="Montserrat"/>
              </a:rPr>
              <a:t>Lack of Structural Integrity : </a:t>
            </a:r>
            <a:r>
              <a:rPr lang="en-US" sz="1000" dirty="0">
                <a:latin typeface="Montserrat"/>
                <a:ea typeface="Montserrat"/>
                <a:cs typeface="Montserrat"/>
                <a:sym typeface="Montserrat"/>
              </a:rPr>
              <a:t> Built RAG model mostly followed the System prompt and user template and listed 9 protocols for </a:t>
            </a:r>
            <a:r>
              <a:rPr lang="en-US" sz="1000" dirty="0">
                <a:latin typeface="Montserrat"/>
              </a:rPr>
              <a:t>managing sepsis in a critical care unit, but </a:t>
            </a:r>
            <a:r>
              <a:rPr lang="en-US" sz="1000" b="1" dirty="0">
                <a:latin typeface="Montserrat"/>
              </a:rPr>
              <a:t>expectation was Answer will be starting with ###Answer </a:t>
            </a:r>
            <a:r>
              <a:rPr lang="en-US" sz="1000" dirty="0">
                <a:latin typeface="Montserrat"/>
              </a:rPr>
              <a:t>and that not happen</a:t>
            </a:r>
            <a:endParaRPr lang="en-US" sz="1000" dirty="0">
              <a:latin typeface="Montserrat"/>
              <a:ea typeface="Montserrat"/>
              <a:cs typeface="Montserrat"/>
              <a:sym typeface="Montserrat"/>
            </a:endParaRPr>
          </a:p>
          <a:p>
            <a:pPr marL="171450" indent="-171450">
              <a:lnSpc>
                <a:spcPct val="150000"/>
              </a:lnSpc>
              <a:buSzPts val="1400"/>
              <a:buFont typeface="Arial" panose="020B0604020202020204" pitchFamily="34" charset="0"/>
              <a:buChar char="•"/>
            </a:pPr>
            <a:r>
              <a:rPr lang="en-US" sz="1000" b="0" i="0" u="none" strike="noStrike" cap="none" dirty="0">
                <a:solidFill>
                  <a:srgbClr val="000000"/>
                </a:solidFill>
                <a:latin typeface="Montserrat"/>
                <a:ea typeface="Montserrat"/>
                <a:cs typeface="Montserrat"/>
                <a:sym typeface="Montserrat"/>
              </a:rPr>
              <a:t> </a:t>
            </a:r>
            <a:r>
              <a:rPr lang="en-US" sz="1000" b="1" i="0" u="none" strike="noStrike" cap="none" dirty="0">
                <a:solidFill>
                  <a:srgbClr val="000000"/>
                </a:solidFill>
                <a:latin typeface="Montserrat"/>
                <a:ea typeface="Montserrat"/>
                <a:cs typeface="Montserrat"/>
                <a:sym typeface="Montserrat"/>
              </a:rPr>
              <a:t>Clinical Accuracy and Alignment : </a:t>
            </a:r>
            <a:r>
              <a:rPr lang="en-US" sz="1000" b="0" i="0" u="none" strike="noStrike" cap="none" dirty="0">
                <a:solidFill>
                  <a:srgbClr val="000000"/>
                </a:solidFill>
                <a:latin typeface="Montserrat"/>
                <a:ea typeface="Montserrat"/>
                <a:cs typeface="Montserrat"/>
                <a:sym typeface="Montserrat"/>
              </a:rPr>
              <a:t>It adhered well and clearly provided appropriate information from the dataset medical manual for example (“</a:t>
            </a:r>
            <a:r>
              <a:rPr lang="en-US" sz="900" i="1" dirty="0">
                <a:solidFill>
                  <a:schemeClr val="tx1"/>
                </a:solidFill>
                <a:latin typeface="Montserrat"/>
              </a:rPr>
              <a:t>Selecting an antibiotic regimen based on the suspected source, clinical setting, knowledge or suspicion of causative organisms and sensitivity patterns common to that specific inpatient unit, and previous culture results.</a:t>
            </a:r>
            <a:r>
              <a:rPr lang="en-US" sz="900" b="0" i="1" u="none" strike="noStrike" cap="none" dirty="0">
                <a:solidFill>
                  <a:srgbClr val="000000"/>
                </a:solidFill>
                <a:latin typeface="Montserrat"/>
                <a:ea typeface="Montserrat"/>
                <a:cs typeface="Montserrat"/>
                <a:sym typeface="Montserrat"/>
              </a:rPr>
              <a:t>”)</a:t>
            </a:r>
            <a:endParaRPr lang="en-US" sz="1000" b="0" i="1" u="none" strike="noStrike" cap="none" dirty="0">
              <a:solidFill>
                <a:srgbClr val="000000"/>
              </a:solidFill>
              <a:latin typeface="Montserrat"/>
              <a:ea typeface="Montserrat"/>
              <a:cs typeface="Montserrat"/>
              <a:sym typeface="Montserrat"/>
            </a:endParaRPr>
          </a:p>
        </p:txBody>
      </p:sp>
    </p:spTree>
    <p:extLst>
      <p:ext uri="{BB962C8B-B14F-4D97-AF65-F5344CB8AC3E}">
        <p14:creationId xmlns:p14="http://schemas.microsoft.com/office/powerpoint/2010/main" val="18921450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48">
          <a:extLst>
            <a:ext uri="{FF2B5EF4-FFF2-40B4-BE49-F238E27FC236}">
              <a16:creationId xmlns:a16="http://schemas.microsoft.com/office/drawing/2014/main" id="{3C05108A-B2C4-AD26-F16C-F79ACC1EF4F7}"/>
            </a:ext>
          </a:extLst>
        </p:cNvPr>
        <p:cNvGrpSpPr/>
        <p:nvPr/>
      </p:nvGrpSpPr>
      <p:grpSpPr>
        <a:xfrm>
          <a:off x="0" y="0"/>
          <a:ext cx="0" cy="0"/>
          <a:chOff x="0" y="0"/>
          <a:chExt cx="0" cy="0"/>
        </a:xfrm>
      </p:grpSpPr>
      <p:sp>
        <p:nvSpPr>
          <p:cNvPr id="250" name="Google Shape;250;p52">
            <a:extLst>
              <a:ext uri="{FF2B5EF4-FFF2-40B4-BE49-F238E27FC236}">
                <a16:creationId xmlns:a16="http://schemas.microsoft.com/office/drawing/2014/main" id="{828ACA07-E99C-95C5-059F-5C90E6604B94}"/>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2400" dirty="0">
                <a:solidFill>
                  <a:srgbClr val="0E39A9"/>
                </a:solidFill>
              </a:rPr>
              <a:t>Question Answering using RAG</a:t>
            </a:r>
            <a:endParaRPr sz="2400" dirty="0">
              <a:solidFill>
                <a:srgbClr val="0E39A9"/>
              </a:solidFill>
            </a:endParaRPr>
          </a:p>
        </p:txBody>
      </p:sp>
      <p:sp>
        <p:nvSpPr>
          <p:cNvPr id="252" name="Google Shape;252;p52">
            <a:extLst>
              <a:ext uri="{FF2B5EF4-FFF2-40B4-BE49-F238E27FC236}">
                <a16:creationId xmlns:a16="http://schemas.microsoft.com/office/drawing/2014/main" id="{8AE47F4D-02F0-9857-5697-8839BFF0C80C}"/>
              </a:ext>
            </a:extLst>
          </p:cNvPr>
          <p:cNvSpPr txBox="1"/>
          <p:nvPr/>
        </p:nvSpPr>
        <p:spPr>
          <a:xfrm>
            <a:off x="440521" y="886150"/>
            <a:ext cx="8520599" cy="4031843"/>
          </a:xfrm>
          <a:prstGeom prst="rect">
            <a:avLst/>
          </a:prstGeom>
          <a:noFill/>
          <a:ln>
            <a:noFill/>
          </a:ln>
        </p:spPr>
        <p:txBody>
          <a:bodyPr spcFirstLastPara="1" wrap="square" lIns="91425" tIns="91425" rIns="91425" bIns="91425" anchor="t" anchorCtr="0">
            <a:spAutoFit/>
          </a:bodyPr>
          <a:lstStyle/>
          <a:p>
            <a:r>
              <a:rPr lang="en-US" sz="1200" b="1" dirty="0">
                <a:latin typeface="Montserrat"/>
              </a:rPr>
              <a:t>Question 2</a:t>
            </a:r>
          </a:p>
          <a:p>
            <a:r>
              <a:rPr lang="en-US" sz="1100" dirty="0">
                <a:latin typeface="Montserrat"/>
              </a:rPr>
              <a:t>What are the common symptoms for appendicitis, and can it be cured via medicine? If not, what surgical procedure should be followed to treat it??</a:t>
            </a:r>
          </a:p>
          <a:p>
            <a:pPr>
              <a:lnSpc>
                <a:spcPct val="150000"/>
              </a:lnSpc>
              <a:buSzPts val="1400"/>
            </a:pPr>
            <a:r>
              <a:rPr lang="en-US" sz="1200" b="1" u="sng" dirty="0">
                <a:latin typeface="Montserrat"/>
                <a:ea typeface="Montserrat"/>
                <a:cs typeface="Montserrat"/>
                <a:sym typeface="Montserrat"/>
              </a:rPr>
              <a:t>Response Received:</a:t>
            </a:r>
          </a:p>
          <a:p>
            <a:pPr>
              <a:lnSpc>
                <a:spcPct val="150000"/>
              </a:lnSpc>
              <a:buSzPts val="1400"/>
            </a:pPr>
            <a:r>
              <a:rPr lang="en-US" sz="1000" dirty="0">
                <a:latin typeface="Montserrat"/>
                <a:ea typeface="Montserrat"/>
                <a:cs typeface="Montserrat"/>
                <a:sym typeface="Montserrat"/>
              </a:rPr>
              <a:t>###Answer</a:t>
            </a:r>
          </a:p>
          <a:p>
            <a:pPr>
              <a:lnSpc>
                <a:spcPct val="150000"/>
              </a:lnSpc>
              <a:buSzPts val="1400"/>
            </a:pPr>
            <a:r>
              <a:rPr lang="en-US" sz="1000" dirty="0">
                <a:latin typeface="Montserrat"/>
                <a:ea typeface="Montserrat"/>
                <a:cs typeface="Montserrat"/>
                <a:sym typeface="Montserrat"/>
              </a:rPr>
              <a:t>The common symptoms for appendicitis include abdominal pain, anorexia, and abdominal tenderness. Appendicitis cannot be cured via medicine alone; surgery, specifically a surgical removal of the appendix (appendectomy), is required for treatment.</a:t>
            </a:r>
            <a:endParaRPr lang="en-US" sz="900" dirty="0">
              <a:latin typeface="Montserrat"/>
              <a:ea typeface="Montserrat"/>
              <a:cs typeface="Montserrat"/>
              <a:sym typeface="Montserrat"/>
            </a:endParaRPr>
          </a:p>
          <a:p>
            <a:pPr>
              <a:lnSpc>
                <a:spcPct val="150000"/>
              </a:lnSpc>
              <a:buSzPts val="1400"/>
            </a:pPr>
            <a:r>
              <a:rPr lang="en-US" sz="1200" b="1" i="0" u="sng" strike="noStrike" cap="none" dirty="0">
                <a:solidFill>
                  <a:srgbClr val="000000"/>
                </a:solidFill>
                <a:latin typeface="Montserrat"/>
                <a:ea typeface="Montserrat"/>
                <a:cs typeface="Montserrat"/>
                <a:sym typeface="Montserrat"/>
              </a:rPr>
              <a:t>Comments</a:t>
            </a:r>
            <a:r>
              <a:rPr lang="en-US" sz="1200" b="0" i="0" u="none" strike="noStrike" cap="none" dirty="0">
                <a:solidFill>
                  <a:srgbClr val="000000"/>
                </a:solidFill>
                <a:latin typeface="Montserrat"/>
                <a:ea typeface="Montserrat"/>
                <a:cs typeface="Montserrat"/>
                <a:sym typeface="Montserrat"/>
              </a:rPr>
              <a:t> </a:t>
            </a:r>
            <a:r>
              <a:rPr lang="en-US" sz="1200" b="1" i="0" u="none" strike="noStrike" cap="none" dirty="0">
                <a:solidFill>
                  <a:srgbClr val="000000"/>
                </a:solidFill>
                <a:latin typeface="Montserrat"/>
                <a:ea typeface="Montserrat"/>
                <a:cs typeface="Montserrat"/>
                <a:sym typeface="Montserrat"/>
              </a:rPr>
              <a:t>:</a:t>
            </a:r>
          </a:p>
          <a:p>
            <a:pPr marL="171450" indent="-171450">
              <a:lnSpc>
                <a:spcPct val="150000"/>
              </a:lnSpc>
              <a:buSzPts val="1400"/>
              <a:buFont typeface="Wingdings" panose="05000000000000000000" pitchFamily="2" charset="2"/>
              <a:buChar char="§"/>
            </a:pPr>
            <a:r>
              <a:rPr lang="en-US" sz="1000" b="1" dirty="0">
                <a:latin typeface="Montserrat"/>
                <a:ea typeface="Montserrat"/>
                <a:cs typeface="Montserrat"/>
                <a:sym typeface="Montserrat"/>
              </a:rPr>
              <a:t>Structural Integrity : </a:t>
            </a:r>
            <a:r>
              <a:rPr lang="en-US" sz="1000" dirty="0">
                <a:latin typeface="Montserrat"/>
                <a:ea typeface="Montserrat"/>
                <a:cs typeface="Montserrat"/>
                <a:sym typeface="Montserrat"/>
              </a:rPr>
              <a:t> Built RAG model mostly followed the System prompt and user template for above question and</a:t>
            </a:r>
            <a:r>
              <a:rPr lang="en-US" sz="1000" b="1" dirty="0">
                <a:latin typeface="Montserrat"/>
              </a:rPr>
              <a:t> Answer started with ###Answer </a:t>
            </a:r>
          </a:p>
          <a:p>
            <a:pPr marL="171450" indent="-171450">
              <a:lnSpc>
                <a:spcPct val="150000"/>
              </a:lnSpc>
              <a:buSzPts val="1400"/>
              <a:buFont typeface="Wingdings" panose="05000000000000000000" pitchFamily="2" charset="2"/>
              <a:buChar char="§"/>
            </a:pPr>
            <a:r>
              <a:rPr lang="en-US" sz="1000" b="1" dirty="0">
                <a:latin typeface="Montserrat"/>
                <a:ea typeface="Montserrat"/>
                <a:cs typeface="Montserrat"/>
                <a:sym typeface="Montserrat"/>
              </a:rPr>
              <a:t>Clinical Detail &amp; Accuracy: </a:t>
            </a:r>
            <a:r>
              <a:rPr lang="en-US" sz="1000" dirty="0">
                <a:latin typeface="Montserrat"/>
                <a:ea typeface="Montserrat"/>
                <a:cs typeface="Montserrat"/>
                <a:sym typeface="Montserrat"/>
              </a:rPr>
              <a:t>The model correctly identified the</a:t>
            </a:r>
            <a:r>
              <a:rPr lang="en-US" sz="1000" b="1" dirty="0">
                <a:latin typeface="Montserrat"/>
                <a:ea typeface="Montserrat"/>
                <a:cs typeface="Montserrat"/>
                <a:sym typeface="Montserrat"/>
              </a:rPr>
              <a:t> classic migrating pain</a:t>
            </a:r>
            <a:r>
              <a:rPr lang="en-US" sz="1000" dirty="0">
                <a:latin typeface="Montserrat"/>
                <a:ea typeface="Montserrat"/>
                <a:cs typeface="Montserrat"/>
                <a:sym typeface="Montserrat"/>
              </a:rPr>
              <a:t> (periumbilical to right lower quadrant abdominal pain ) and associated gastrointestinal symptoms (</a:t>
            </a:r>
            <a:r>
              <a:rPr lang="en-US" sz="1000" b="1" dirty="0">
                <a:latin typeface="Montserrat"/>
                <a:ea typeface="Montserrat"/>
                <a:cs typeface="Montserrat"/>
                <a:sym typeface="Montserrat"/>
              </a:rPr>
              <a:t>anorexia, nausea</a:t>
            </a:r>
            <a:r>
              <a:rPr lang="en-US" sz="1000" dirty="0">
                <a:latin typeface="Montserrat"/>
                <a:ea typeface="Montserrat"/>
                <a:cs typeface="Montserrat"/>
                <a:sym typeface="Montserrat"/>
              </a:rPr>
              <a:t>), which are hallmark diagnostic indicators.</a:t>
            </a:r>
          </a:p>
          <a:p>
            <a:pPr marL="171450" indent="-171450">
              <a:lnSpc>
                <a:spcPct val="150000"/>
              </a:lnSpc>
              <a:buSzPts val="1400"/>
              <a:buFont typeface="Wingdings" panose="05000000000000000000" pitchFamily="2" charset="2"/>
              <a:buChar char="§"/>
            </a:pPr>
            <a:r>
              <a:rPr lang="en-US" sz="1000" b="1" dirty="0"/>
              <a:t>Abrupt Truncation:</a:t>
            </a:r>
            <a:r>
              <a:rPr lang="en-US" sz="1000" dirty="0"/>
              <a:t> </a:t>
            </a:r>
            <a:r>
              <a:rPr lang="en-US" sz="1000" dirty="0">
                <a:latin typeface="Montserrat"/>
              </a:rPr>
              <a:t>The response was cut off  which may indicate a token limit issue or an artifact of the temperature setting (Temp = 0).</a:t>
            </a:r>
          </a:p>
          <a:p>
            <a:pPr marL="171450" indent="-171450">
              <a:lnSpc>
                <a:spcPct val="150000"/>
              </a:lnSpc>
              <a:buSzPts val="1400"/>
              <a:buFont typeface="Wingdings" panose="05000000000000000000" pitchFamily="2" charset="2"/>
              <a:buChar char="§"/>
            </a:pPr>
            <a:r>
              <a:rPr lang="en-US" sz="1000" b="1" dirty="0">
                <a:latin typeface="Montserrat"/>
                <a:ea typeface="Montserrat"/>
                <a:cs typeface="Montserrat"/>
                <a:sym typeface="Montserrat"/>
              </a:rPr>
              <a:t> Core Question </a:t>
            </a:r>
            <a:r>
              <a:rPr lang="en-US" sz="1000" dirty="0">
                <a:latin typeface="Montserrat"/>
                <a:ea typeface="Montserrat"/>
                <a:cs typeface="Montserrat"/>
                <a:sym typeface="Montserrat"/>
              </a:rPr>
              <a:t>:</a:t>
            </a:r>
            <a:r>
              <a:rPr lang="en-US" sz="1000" dirty="0">
                <a:latin typeface="Montserrat"/>
              </a:rPr>
              <a:t>what surgical procedure should be followed to treat is answered in very brief (“</a:t>
            </a:r>
            <a:r>
              <a:rPr lang="en-US" sz="900" i="1" dirty="0">
                <a:latin typeface="Montserrat"/>
                <a:ea typeface="Montserrat"/>
                <a:cs typeface="Montserrat"/>
                <a:sym typeface="Montserrat"/>
              </a:rPr>
              <a:t>Appendicitis cannot be cured via medicine alone; surgery, specifically a surgical removal of the appendix (</a:t>
            </a:r>
            <a:r>
              <a:rPr lang="en-US" sz="900" b="1" i="1" dirty="0">
                <a:latin typeface="Montserrat"/>
                <a:ea typeface="Montserrat"/>
                <a:cs typeface="Montserrat"/>
                <a:sym typeface="Montserrat"/>
              </a:rPr>
              <a:t>appendectomy</a:t>
            </a:r>
            <a:r>
              <a:rPr lang="en-US" sz="900" i="1" dirty="0">
                <a:latin typeface="Montserrat"/>
                <a:ea typeface="Montserrat"/>
                <a:cs typeface="Montserrat"/>
                <a:sym typeface="Montserrat"/>
              </a:rPr>
              <a:t>), is required for treatment</a:t>
            </a:r>
            <a:r>
              <a:rPr lang="en-US" sz="1000" dirty="0">
                <a:latin typeface="Montserrat"/>
              </a:rPr>
              <a:t>”)</a:t>
            </a:r>
          </a:p>
          <a:p>
            <a:pPr marL="171450" indent="-171450">
              <a:lnSpc>
                <a:spcPct val="150000"/>
              </a:lnSpc>
              <a:buSzPts val="1400"/>
              <a:buFont typeface="Wingdings" panose="05000000000000000000" pitchFamily="2" charset="2"/>
              <a:buChar char="§"/>
            </a:pPr>
            <a:endParaRPr lang="en-US" sz="1000" b="0" i="0" u="none" strike="noStrike" cap="none" dirty="0">
              <a:solidFill>
                <a:srgbClr val="000000"/>
              </a:solidFill>
              <a:latin typeface="Montserrat"/>
              <a:ea typeface="Montserrat"/>
              <a:cs typeface="Montserrat"/>
              <a:sym typeface="Montserrat"/>
            </a:endParaRPr>
          </a:p>
        </p:txBody>
      </p:sp>
    </p:spTree>
    <p:extLst>
      <p:ext uri="{BB962C8B-B14F-4D97-AF65-F5344CB8AC3E}">
        <p14:creationId xmlns:p14="http://schemas.microsoft.com/office/powerpoint/2010/main" val="32396968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48">
          <a:extLst>
            <a:ext uri="{FF2B5EF4-FFF2-40B4-BE49-F238E27FC236}">
              <a16:creationId xmlns:a16="http://schemas.microsoft.com/office/drawing/2014/main" id="{624D60AE-D41A-2947-D4E1-A4380A37F342}"/>
            </a:ext>
          </a:extLst>
        </p:cNvPr>
        <p:cNvGrpSpPr/>
        <p:nvPr/>
      </p:nvGrpSpPr>
      <p:grpSpPr>
        <a:xfrm>
          <a:off x="0" y="0"/>
          <a:ext cx="0" cy="0"/>
          <a:chOff x="0" y="0"/>
          <a:chExt cx="0" cy="0"/>
        </a:xfrm>
      </p:grpSpPr>
      <p:sp>
        <p:nvSpPr>
          <p:cNvPr id="250" name="Google Shape;250;p52">
            <a:extLst>
              <a:ext uri="{FF2B5EF4-FFF2-40B4-BE49-F238E27FC236}">
                <a16:creationId xmlns:a16="http://schemas.microsoft.com/office/drawing/2014/main" id="{05D04DE1-AE32-1CEC-3DED-1BA8301ED567}"/>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2400" dirty="0">
                <a:solidFill>
                  <a:srgbClr val="0E39A9"/>
                </a:solidFill>
              </a:rPr>
              <a:t>Question Answering using RAG</a:t>
            </a:r>
            <a:endParaRPr sz="2400" dirty="0">
              <a:solidFill>
                <a:srgbClr val="0E39A9"/>
              </a:solidFill>
            </a:endParaRPr>
          </a:p>
        </p:txBody>
      </p:sp>
      <p:sp>
        <p:nvSpPr>
          <p:cNvPr id="252" name="Google Shape;252;p52">
            <a:extLst>
              <a:ext uri="{FF2B5EF4-FFF2-40B4-BE49-F238E27FC236}">
                <a16:creationId xmlns:a16="http://schemas.microsoft.com/office/drawing/2014/main" id="{CD43A038-D81E-1748-25C7-9C7FE263F810}"/>
              </a:ext>
            </a:extLst>
          </p:cNvPr>
          <p:cNvSpPr txBox="1"/>
          <p:nvPr/>
        </p:nvSpPr>
        <p:spPr>
          <a:xfrm>
            <a:off x="691799" y="886150"/>
            <a:ext cx="8185501" cy="4439647"/>
          </a:xfrm>
          <a:prstGeom prst="rect">
            <a:avLst/>
          </a:prstGeom>
          <a:noFill/>
          <a:ln>
            <a:noFill/>
          </a:ln>
        </p:spPr>
        <p:txBody>
          <a:bodyPr spcFirstLastPara="1" wrap="square" lIns="91425" tIns="91425" rIns="91425" bIns="91425" anchor="t" anchorCtr="0">
            <a:spAutoFit/>
          </a:bodyPr>
          <a:lstStyle/>
          <a:p>
            <a:r>
              <a:rPr lang="en-US" sz="1200" b="1" dirty="0">
                <a:latin typeface="Montserrat"/>
              </a:rPr>
              <a:t>Question 3</a:t>
            </a:r>
          </a:p>
          <a:p>
            <a:r>
              <a:rPr lang="en-US" sz="1000" dirty="0">
                <a:latin typeface="Montserrat"/>
              </a:rPr>
              <a:t>What are the effective treatments or solutions for addressing sudden patchy hair loss, commonly seen as localized bald spots on the scalp, and what could be the possible causes behind it?</a:t>
            </a:r>
            <a:endParaRPr lang="en-US" sz="1000" dirty="0">
              <a:latin typeface="Montserrat"/>
              <a:ea typeface="Montserrat"/>
              <a:cs typeface="Montserrat"/>
              <a:sym typeface="Montserrat"/>
            </a:endParaRPr>
          </a:p>
          <a:p>
            <a:pPr>
              <a:lnSpc>
                <a:spcPct val="150000"/>
              </a:lnSpc>
              <a:buSzPts val="1400"/>
            </a:pPr>
            <a:r>
              <a:rPr lang="en-US" sz="1200" b="1" u="sng" dirty="0">
                <a:latin typeface="Montserrat"/>
                <a:ea typeface="Montserrat"/>
                <a:cs typeface="Montserrat"/>
                <a:sym typeface="Montserrat"/>
              </a:rPr>
              <a:t>Response Received : </a:t>
            </a:r>
          </a:p>
          <a:p>
            <a:pPr>
              <a:lnSpc>
                <a:spcPct val="150000"/>
              </a:lnSpc>
              <a:buSzPts val="1400"/>
            </a:pPr>
            <a:r>
              <a:rPr lang="en-US" sz="1000" dirty="0">
                <a:latin typeface="Montserrat"/>
                <a:ea typeface="Montserrat"/>
                <a:cs typeface="Montserrat"/>
                <a:sym typeface="Montserrat"/>
              </a:rPr>
              <a:t>Based on the context provided, the condition being described is Alopecia Areata. The effective treatments for this condition include topical, intralesional, or systemic corticosteroids, topical minoxidil, topical anthralin, topical immunotherapy (</a:t>
            </a:r>
            <a:r>
              <a:rPr lang="en-US" sz="1000" dirty="0" err="1">
                <a:latin typeface="Montserrat"/>
                <a:ea typeface="Montserrat"/>
                <a:cs typeface="Montserrat"/>
                <a:sym typeface="Montserrat"/>
              </a:rPr>
              <a:t>diphencyprone</a:t>
            </a:r>
            <a:r>
              <a:rPr lang="en-US" sz="1000" dirty="0">
                <a:latin typeface="Montserrat"/>
                <a:ea typeface="Montserrat"/>
                <a:cs typeface="Montserrat"/>
                <a:sym typeface="Montserrat"/>
              </a:rPr>
              <a:t> or </a:t>
            </a:r>
            <a:r>
              <a:rPr lang="en-US" sz="1000" dirty="0" err="1">
                <a:latin typeface="Montserrat"/>
                <a:ea typeface="Montserrat"/>
                <a:cs typeface="Montserrat"/>
                <a:sym typeface="Montserrat"/>
              </a:rPr>
              <a:t>squaric</a:t>
            </a:r>
            <a:r>
              <a:rPr lang="en-US" sz="1000" dirty="0">
                <a:latin typeface="Montserrat"/>
                <a:ea typeface="Montserrat"/>
                <a:cs typeface="Montserrat"/>
                <a:sym typeface="Montserrat"/>
              </a:rPr>
              <a:t> acid </a:t>
            </a:r>
            <a:r>
              <a:rPr lang="en-US" sz="1000" dirty="0" err="1">
                <a:latin typeface="Montserrat"/>
                <a:ea typeface="Montserrat"/>
                <a:cs typeface="Montserrat"/>
                <a:sym typeface="Montserrat"/>
              </a:rPr>
              <a:t>dibutylester</a:t>
            </a:r>
            <a:r>
              <a:rPr lang="en-US" sz="1000" dirty="0">
                <a:latin typeface="Montserrat"/>
                <a:ea typeface="Montserrat"/>
                <a:cs typeface="Montserrat"/>
                <a:sym typeface="Montserrat"/>
              </a:rPr>
              <a:t>), or psoralen plus ultraviolet A (PUVA). The possible cause behind sudden patchy hair loss in this context is an autoimmune disorder.</a:t>
            </a:r>
          </a:p>
          <a:p>
            <a:pPr>
              <a:lnSpc>
                <a:spcPct val="150000"/>
              </a:lnSpc>
              <a:buSzPts val="1400"/>
            </a:pPr>
            <a:r>
              <a:rPr lang="en-US" sz="1100" b="1" i="0" u="sng" strike="noStrike" cap="none" dirty="0">
                <a:solidFill>
                  <a:srgbClr val="000000"/>
                </a:solidFill>
                <a:latin typeface="Montserrat"/>
                <a:ea typeface="Montserrat"/>
                <a:cs typeface="Montserrat"/>
                <a:sym typeface="Montserrat"/>
              </a:rPr>
              <a:t>Comments</a:t>
            </a:r>
            <a:r>
              <a:rPr lang="en-US" sz="1000" b="0" i="0" u="sng" strike="noStrike" cap="none" dirty="0">
                <a:solidFill>
                  <a:srgbClr val="000000"/>
                </a:solidFill>
                <a:latin typeface="Montserrat"/>
                <a:ea typeface="Montserrat"/>
                <a:cs typeface="Montserrat"/>
                <a:sym typeface="Montserrat"/>
              </a:rPr>
              <a:t> </a:t>
            </a:r>
            <a:r>
              <a:rPr lang="en-US" sz="1000" b="0" i="0" u="none" strike="noStrike" cap="none" dirty="0">
                <a:solidFill>
                  <a:srgbClr val="000000"/>
                </a:solidFill>
                <a:latin typeface="Montserrat"/>
                <a:ea typeface="Montserrat"/>
                <a:cs typeface="Montserrat"/>
                <a:sym typeface="Montserrat"/>
              </a:rPr>
              <a:t>:</a:t>
            </a:r>
          </a:p>
          <a:p>
            <a:pPr marL="171450" indent="-171450">
              <a:lnSpc>
                <a:spcPct val="150000"/>
              </a:lnSpc>
              <a:buSzPts val="1400"/>
              <a:buFont typeface="Wingdings" panose="05000000000000000000" pitchFamily="2" charset="2"/>
              <a:buChar char="§"/>
            </a:pPr>
            <a:r>
              <a:rPr lang="en-US" sz="1000" b="1" dirty="0">
                <a:latin typeface="Montserrat"/>
                <a:ea typeface="Montserrat"/>
                <a:cs typeface="Montserrat"/>
                <a:sym typeface="Montserrat"/>
              </a:rPr>
              <a:t>Lack of Structural Integrity : </a:t>
            </a:r>
            <a:r>
              <a:rPr lang="en-US" sz="1000" dirty="0">
                <a:latin typeface="Montserrat"/>
                <a:ea typeface="Montserrat"/>
                <a:cs typeface="Montserrat"/>
                <a:sym typeface="Montserrat"/>
              </a:rPr>
              <a:t> The built RAG model generally adhered to the system prompt and user template for Question 3; however, it failed to meet the expected response structure. Specifically, the answer did not begin with the </a:t>
            </a:r>
            <a:r>
              <a:rPr lang="en-US" sz="1000" b="1" dirty="0">
                <a:latin typeface="Montserrat"/>
                <a:ea typeface="Montserrat"/>
                <a:cs typeface="Montserrat"/>
                <a:sym typeface="Montserrat"/>
              </a:rPr>
              <a:t>required ### Answer heading</a:t>
            </a:r>
          </a:p>
          <a:p>
            <a:pPr marL="171450" indent="-171450">
              <a:lnSpc>
                <a:spcPct val="150000"/>
              </a:lnSpc>
              <a:buSzPts val="1400"/>
              <a:buFont typeface="Wingdings" panose="05000000000000000000" pitchFamily="2" charset="2"/>
              <a:buChar char="§"/>
            </a:pPr>
            <a:r>
              <a:rPr lang="en-US" sz="1000" b="1" dirty="0">
                <a:latin typeface="Montserrat"/>
                <a:ea typeface="Montserrat"/>
                <a:cs typeface="Montserrat"/>
                <a:sym typeface="Montserrat"/>
              </a:rPr>
              <a:t>Clinical Detail &amp; Accuracy</a:t>
            </a:r>
            <a:r>
              <a:rPr lang="en-US" sz="1000" dirty="0">
                <a:latin typeface="Montserrat"/>
                <a:ea typeface="Montserrat"/>
                <a:cs typeface="Montserrat"/>
                <a:sym typeface="Montserrat"/>
              </a:rPr>
              <a:t>: The model correctly identified Alopecia Areata as the primary cause and accurately defined its autoimmune nature </a:t>
            </a:r>
          </a:p>
          <a:p>
            <a:pPr marL="171450" indent="-171450">
              <a:lnSpc>
                <a:spcPct val="150000"/>
              </a:lnSpc>
              <a:buSzPts val="1400"/>
              <a:buFont typeface="Wingdings" panose="05000000000000000000" pitchFamily="2" charset="2"/>
              <a:buChar char="§"/>
            </a:pPr>
            <a:r>
              <a:rPr lang="en-US" sz="1000" b="1" dirty="0">
                <a:latin typeface="Montserrat"/>
                <a:ea typeface="Montserrat"/>
                <a:cs typeface="Montserrat"/>
                <a:sym typeface="Montserrat"/>
              </a:rPr>
              <a:t>Logical Categorization</a:t>
            </a:r>
            <a:r>
              <a:rPr lang="en-US" sz="1000" dirty="0">
                <a:latin typeface="Montserrat"/>
                <a:ea typeface="Montserrat"/>
                <a:cs typeface="Montserrat"/>
                <a:sym typeface="Montserrat"/>
              </a:rPr>
              <a:t>: It successfully distinguished between genetic predisposition and immune system dysfunction, which are the two most critical pillars in understanding this condition's etiology.</a:t>
            </a:r>
          </a:p>
          <a:p>
            <a:pPr marL="171450" indent="-171450">
              <a:lnSpc>
                <a:spcPct val="150000"/>
              </a:lnSpc>
              <a:buSzPts val="1400"/>
              <a:buFont typeface="Wingdings" panose="05000000000000000000" pitchFamily="2" charset="2"/>
              <a:buChar char="§"/>
            </a:pPr>
            <a:r>
              <a:rPr lang="en-US" sz="1000" b="1" dirty="0">
                <a:latin typeface="Montserrat"/>
                <a:ea typeface="Montserrat"/>
                <a:cs typeface="Montserrat"/>
                <a:sym typeface="Montserrat"/>
              </a:rPr>
              <a:t>Abrupt Truncation </a:t>
            </a:r>
            <a:r>
              <a:rPr lang="en-US" sz="1000" dirty="0">
                <a:latin typeface="Montserrat"/>
                <a:ea typeface="Montserrat"/>
                <a:cs typeface="Montserrat"/>
                <a:sym typeface="Montserrat"/>
              </a:rPr>
              <a:t>Section: The model cut off before reaching the "Effective Treatments" part of the question, </a:t>
            </a:r>
            <a:r>
              <a:rPr lang="en-US" sz="1000" b="1" dirty="0">
                <a:latin typeface="Montserrat"/>
                <a:ea typeface="Montserrat"/>
                <a:cs typeface="Montserrat"/>
                <a:sym typeface="Montserrat"/>
              </a:rPr>
              <a:t>due to the token limit </a:t>
            </a:r>
            <a:r>
              <a:rPr lang="en-US" sz="1000" dirty="0">
                <a:latin typeface="Montserrat"/>
              </a:rPr>
              <a:t>or an artifact of the </a:t>
            </a:r>
            <a:r>
              <a:rPr lang="en-US" sz="1000" b="1" dirty="0">
                <a:latin typeface="Montserrat"/>
              </a:rPr>
              <a:t>temperature setting (Temp = 0).</a:t>
            </a:r>
            <a:endParaRPr lang="en-US" sz="1000" b="1" i="0" u="none" strike="noStrike" cap="none" dirty="0">
              <a:solidFill>
                <a:srgbClr val="000000"/>
              </a:solidFill>
              <a:latin typeface="Montserrat"/>
              <a:ea typeface="Montserrat"/>
              <a:cs typeface="Montserrat"/>
              <a:sym typeface="Montserrat"/>
            </a:endParaRPr>
          </a:p>
          <a:p>
            <a:pPr>
              <a:lnSpc>
                <a:spcPct val="150000"/>
              </a:lnSpc>
              <a:buSzPts val="1400"/>
            </a:pPr>
            <a:endParaRPr lang="en-US" sz="1000" b="0" i="0" u="none" strike="noStrike" cap="none" dirty="0">
              <a:solidFill>
                <a:srgbClr val="000000"/>
              </a:solidFill>
              <a:latin typeface="Montserrat"/>
              <a:ea typeface="Montserrat"/>
              <a:cs typeface="Montserrat"/>
              <a:sym typeface="Montserrat"/>
            </a:endParaRPr>
          </a:p>
        </p:txBody>
      </p:sp>
    </p:spTree>
    <p:extLst>
      <p:ext uri="{BB962C8B-B14F-4D97-AF65-F5344CB8AC3E}">
        <p14:creationId xmlns:p14="http://schemas.microsoft.com/office/powerpoint/2010/main" val="39849040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48">
          <a:extLst>
            <a:ext uri="{FF2B5EF4-FFF2-40B4-BE49-F238E27FC236}">
              <a16:creationId xmlns:a16="http://schemas.microsoft.com/office/drawing/2014/main" id="{48112C05-88E3-7AF7-957C-6FB85CF2D206}"/>
            </a:ext>
          </a:extLst>
        </p:cNvPr>
        <p:cNvGrpSpPr/>
        <p:nvPr/>
      </p:nvGrpSpPr>
      <p:grpSpPr>
        <a:xfrm>
          <a:off x="0" y="0"/>
          <a:ext cx="0" cy="0"/>
          <a:chOff x="0" y="0"/>
          <a:chExt cx="0" cy="0"/>
        </a:xfrm>
      </p:grpSpPr>
      <p:sp>
        <p:nvSpPr>
          <p:cNvPr id="250" name="Google Shape;250;p52">
            <a:extLst>
              <a:ext uri="{FF2B5EF4-FFF2-40B4-BE49-F238E27FC236}">
                <a16:creationId xmlns:a16="http://schemas.microsoft.com/office/drawing/2014/main" id="{2F273264-3678-725C-8303-56425D226B64}"/>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2400" dirty="0">
                <a:solidFill>
                  <a:srgbClr val="0E39A9"/>
                </a:solidFill>
              </a:rPr>
              <a:t>Question Answering using RAG</a:t>
            </a:r>
            <a:endParaRPr sz="2400" dirty="0">
              <a:solidFill>
                <a:srgbClr val="0E39A9"/>
              </a:solidFill>
            </a:endParaRPr>
          </a:p>
        </p:txBody>
      </p:sp>
      <p:sp>
        <p:nvSpPr>
          <p:cNvPr id="252" name="Google Shape;252;p52">
            <a:extLst>
              <a:ext uri="{FF2B5EF4-FFF2-40B4-BE49-F238E27FC236}">
                <a16:creationId xmlns:a16="http://schemas.microsoft.com/office/drawing/2014/main" id="{208C4B8B-AB06-2814-0289-7BF7AC67312B}"/>
              </a:ext>
            </a:extLst>
          </p:cNvPr>
          <p:cNvSpPr txBox="1"/>
          <p:nvPr/>
        </p:nvSpPr>
        <p:spPr>
          <a:xfrm>
            <a:off x="356700" y="886150"/>
            <a:ext cx="8520600" cy="4062620"/>
          </a:xfrm>
          <a:prstGeom prst="rect">
            <a:avLst/>
          </a:prstGeom>
          <a:noFill/>
          <a:ln>
            <a:noFill/>
          </a:ln>
        </p:spPr>
        <p:txBody>
          <a:bodyPr spcFirstLastPara="1" wrap="square" lIns="91425" tIns="91425" rIns="91425" bIns="91425" anchor="t" anchorCtr="0">
            <a:spAutoFit/>
          </a:bodyPr>
          <a:lstStyle/>
          <a:p>
            <a:r>
              <a:rPr lang="en-US" sz="1050" b="1" dirty="0">
                <a:latin typeface="Montserrat"/>
              </a:rPr>
              <a:t>Question 4.</a:t>
            </a:r>
          </a:p>
          <a:p>
            <a:r>
              <a:rPr lang="en-US" sz="1000" dirty="0">
                <a:latin typeface="Montserrat"/>
              </a:rPr>
              <a:t>What treatments are recommended for a person who has sustained a physical injury to brain tissue, resulting in temporary or permanent impairment of brain function?</a:t>
            </a:r>
          </a:p>
          <a:p>
            <a:endParaRPr lang="en-US" sz="1000" dirty="0">
              <a:latin typeface="Montserrat"/>
              <a:ea typeface="Montserrat"/>
              <a:cs typeface="Montserrat"/>
              <a:sym typeface="Montserrat"/>
            </a:endParaRPr>
          </a:p>
          <a:p>
            <a:pPr>
              <a:lnSpc>
                <a:spcPct val="150000"/>
              </a:lnSpc>
              <a:buSzPts val="1400"/>
            </a:pPr>
            <a:r>
              <a:rPr lang="en-US" sz="1000" b="1" u="sng" dirty="0">
                <a:latin typeface="Montserrat"/>
                <a:ea typeface="Montserrat"/>
                <a:cs typeface="Montserrat"/>
                <a:sym typeface="Montserrat"/>
              </a:rPr>
              <a:t>Response Received </a:t>
            </a:r>
          </a:p>
          <a:p>
            <a:pPr>
              <a:lnSpc>
                <a:spcPct val="150000"/>
              </a:lnSpc>
              <a:buSzPts val="1400"/>
            </a:pPr>
            <a:r>
              <a:rPr lang="en-US" sz="1000" dirty="0">
                <a:latin typeface="Montserrat"/>
                <a:ea typeface="Montserrat"/>
                <a:cs typeface="Montserrat"/>
                <a:sym typeface="Montserrat"/>
              </a:rPr>
              <a:t>Based on the context provided, the following treatments are recommended for a person who has sustained a physical injury to brain tissue, resulting in temporary or permanent impairment of brain function:</a:t>
            </a:r>
          </a:p>
          <a:p>
            <a:pPr>
              <a:lnSpc>
                <a:spcPct val="150000"/>
              </a:lnSpc>
              <a:buSzPts val="1400"/>
            </a:pPr>
            <a:r>
              <a:rPr lang="en-US" sz="1000" dirty="0">
                <a:latin typeface="Montserrat"/>
                <a:ea typeface="Montserrat"/>
                <a:cs typeface="Montserrat"/>
                <a:sym typeface="Montserrat"/>
              </a:rPr>
              <a:t>1. Initial treatment: Ensuring a reliable airway and maintaining adequate ventilation, oxygenation, and blood pressure. Surgery may be needed in patients with more severe injury to place monitors to track and treat intracranial pressure, decompress the brain if intracranial pressure is increased, or remove intracranial hematomas.</a:t>
            </a:r>
          </a:p>
          <a:p>
            <a:pPr>
              <a:lnSpc>
                <a:spcPct val="150000"/>
              </a:lnSpc>
              <a:buSzPts val="1400"/>
            </a:pPr>
            <a:r>
              <a:rPr lang="en-US" sz="1000" dirty="0">
                <a:latin typeface="Montserrat"/>
                <a:ea typeface="Montserrat"/>
                <a:cs typeface="Montserrat"/>
                <a:sym typeface="Montserrat"/>
              </a:rPr>
              <a:t>2. Supportive care: Preventing systemic complications due to</a:t>
            </a:r>
          </a:p>
          <a:p>
            <a:pPr>
              <a:lnSpc>
                <a:spcPct val="150000"/>
              </a:lnSpc>
              <a:buSzPts val="1400"/>
            </a:pPr>
            <a:r>
              <a:rPr lang="en-US" sz="1100" b="1" i="0" u="sng" strike="noStrike" cap="none" dirty="0">
                <a:solidFill>
                  <a:srgbClr val="000000"/>
                </a:solidFill>
                <a:latin typeface="Montserrat"/>
                <a:ea typeface="Montserrat"/>
                <a:cs typeface="Montserrat"/>
                <a:sym typeface="Montserrat"/>
              </a:rPr>
              <a:t>Comments</a:t>
            </a:r>
            <a:r>
              <a:rPr lang="en-US" sz="1000" b="0" i="0" u="none" strike="noStrike" cap="none" dirty="0">
                <a:solidFill>
                  <a:srgbClr val="000000"/>
                </a:solidFill>
                <a:latin typeface="Montserrat"/>
                <a:ea typeface="Montserrat"/>
                <a:cs typeface="Montserrat"/>
                <a:sym typeface="Montserrat"/>
              </a:rPr>
              <a:t> :</a:t>
            </a:r>
          </a:p>
          <a:p>
            <a:pPr marL="171450" indent="-171450">
              <a:lnSpc>
                <a:spcPct val="150000"/>
              </a:lnSpc>
              <a:buSzPts val="1400"/>
              <a:buFont typeface="Wingdings" panose="05000000000000000000" pitchFamily="2" charset="2"/>
              <a:buChar char="§"/>
            </a:pPr>
            <a:r>
              <a:rPr lang="en-US" sz="1000" b="1" dirty="0">
                <a:latin typeface="Montserrat"/>
                <a:ea typeface="Montserrat"/>
                <a:cs typeface="Montserrat"/>
                <a:sym typeface="Montserrat"/>
              </a:rPr>
              <a:t>Absence of Structural Integrity : </a:t>
            </a:r>
            <a:r>
              <a:rPr lang="en-US" sz="1000" dirty="0">
                <a:latin typeface="Montserrat"/>
                <a:ea typeface="Montserrat"/>
                <a:cs typeface="Montserrat"/>
                <a:sym typeface="Montserrat"/>
              </a:rPr>
              <a:t> The built RAG model mostly  obeyed to the system prompt and user template for </a:t>
            </a:r>
            <a:r>
              <a:rPr lang="en-US" sz="1000" b="1" dirty="0">
                <a:latin typeface="Montserrat"/>
                <a:ea typeface="Montserrat"/>
                <a:cs typeface="Montserrat"/>
                <a:sym typeface="Montserrat"/>
              </a:rPr>
              <a:t>Question 4</a:t>
            </a:r>
            <a:r>
              <a:rPr lang="en-US" sz="1000" dirty="0">
                <a:latin typeface="Montserrat"/>
                <a:ea typeface="Montserrat"/>
                <a:cs typeface="Montserrat"/>
                <a:sym typeface="Montserrat"/>
              </a:rPr>
              <a:t>; however, it miscarried to meet the expected response structure. Specifically, the answer did not </a:t>
            </a:r>
            <a:r>
              <a:rPr lang="en-US" sz="1000" b="1" dirty="0">
                <a:latin typeface="Montserrat"/>
                <a:ea typeface="Montserrat"/>
                <a:cs typeface="Montserrat"/>
                <a:sym typeface="Montserrat"/>
              </a:rPr>
              <a:t>begin with the ###Answer Heading</a:t>
            </a:r>
          </a:p>
          <a:p>
            <a:pPr marL="171450" indent="-171450">
              <a:lnSpc>
                <a:spcPct val="150000"/>
              </a:lnSpc>
              <a:buSzPts val="1400"/>
              <a:buFont typeface="Wingdings" panose="05000000000000000000" pitchFamily="2" charset="2"/>
              <a:buChar char="§"/>
            </a:pPr>
            <a:r>
              <a:rPr lang="en-US" sz="1000" b="1" dirty="0">
                <a:latin typeface="Montserrat"/>
                <a:ea typeface="Montserrat"/>
                <a:cs typeface="Montserrat"/>
                <a:sym typeface="Montserrat"/>
              </a:rPr>
              <a:t>Clinical Accuracy </a:t>
            </a:r>
            <a:r>
              <a:rPr lang="en-US" sz="1000" dirty="0">
                <a:latin typeface="Montserrat"/>
                <a:ea typeface="Montserrat"/>
                <a:cs typeface="Montserrat"/>
                <a:sym typeface="Montserrat"/>
              </a:rPr>
              <a:t>: It correctly linked the level of consciousness (LOC) to airway management, a critical decision point in neurocritical care (e.g., "GCS less than 8, intubate").</a:t>
            </a:r>
          </a:p>
          <a:p>
            <a:pPr marL="171450" indent="-171450">
              <a:lnSpc>
                <a:spcPct val="150000"/>
              </a:lnSpc>
              <a:buSzPts val="1400"/>
              <a:buFont typeface="Wingdings" panose="05000000000000000000" pitchFamily="2" charset="2"/>
              <a:buChar char="§"/>
            </a:pPr>
            <a:r>
              <a:rPr lang="en-US" sz="1000" b="1" dirty="0">
                <a:latin typeface="Montserrat"/>
                <a:ea typeface="Montserrat"/>
                <a:cs typeface="Montserrat"/>
                <a:sym typeface="Montserrat"/>
              </a:rPr>
              <a:t>Abrupt Truncation </a:t>
            </a:r>
            <a:r>
              <a:rPr lang="en-US" sz="1000" dirty="0">
                <a:latin typeface="Montserrat"/>
                <a:ea typeface="Montserrat"/>
                <a:cs typeface="Montserrat"/>
                <a:sym typeface="Montserrat"/>
              </a:rPr>
              <a:t>: The response ends mid-sentence ("</a:t>
            </a:r>
            <a:r>
              <a:rPr lang="en-US" sz="1000" b="1" dirty="0">
                <a:latin typeface="Montserrat"/>
                <a:ea typeface="Montserrat"/>
                <a:cs typeface="Montserrat"/>
                <a:sym typeface="Montserrat"/>
              </a:rPr>
              <a:t>oxygen...</a:t>
            </a:r>
            <a:r>
              <a:rPr lang="en-US" sz="1000" dirty="0">
                <a:latin typeface="Montserrat"/>
                <a:ea typeface="Montserrat"/>
                <a:cs typeface="Montserrat"/>
                <a:sym typeface="Montserrat"/>
              </a:rPr>
              <a:t>") due to the token limit </a:t>
            </a:r>
            <a:endParaRPr lang="en-US" sz="1000" i="0" u="none" strike="noStrike" cap="none" dirty="0">
              <a:solidFill>
                <a:srgbClr val="000000"/>
              </a:solidFill>
              <a:latin typeface="Montserrat"/>
              <a:ea typeface="Montserrat"/>
              <a:cs typeface="Montserrat"/>
              <a:sym typeface="Montserrat"/>
            </a:endParaRPr>
          </a:p>
        </p:txBody>
      </p:sp>
    </p:spTree>
    <p:extLst>
      <p:ext uri="{BB962C8B-B14F-4D97-AF65-F5344CB8AC3E}">
        <p14:creationId xmlns:p14="http://schemas.microsoft.com/office/powerpoint/2010/main" val="39948385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48">
          <a:extLst>
            <a:ext uri="{FF2B5EF4-FFF2-40B4-BE49-F238E27FC236}">
              <a16:creationId xmlns:a16="http://schemas.microsoft.com/office/drawing/2014/main" id="{ED743A8C-D7BB-84F0-3343-D71E996EBF90}"/>
            </a:ext>
          </a:extLst>
        </p:cNvPr>
        <p:cNvGrpSpPr/>
        <p:nvPr/>
      </p:nvGrpSpPr>
      <p:grpSpPr>
        <a:xfrm>
          <a:off x="0" y="0"/>
          <a:ext cx="0" cy="0"/>
          <a:chOff x="0" y="0"/>
          <a:chExt cx="0" cy="0"/>
        </a:xfrm>
      </p:grpSpPr>
      <p:sp>
        <p:nvSpPr>
          <p:cNvPr id="250" name="Google Shape;250;p52">
            <a:extLst>
              <a:ext uri="{FF2B5EF4-FFF2-40B4-BE49-F238E27FC236}">
                <a16:creationId xmlns:a16="http://schemas.microsoft.com/office/drawing/2014/main" id="{436877B1-531F-86FC-FBAD-1CC40B672654}"/>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2400" dirty="0">
                <a:solidFill>
                  <a:srgbClr val="0E39A9"/>
                </a:solidFill>
              </a:rPr>
              <a:t>Question Answering using RAG</a:t>
            </a:r>
            <a:endParaRPr sz="2400" dirty="0">
              <a:solidFill>
                <a:srgbClr val="0E39A9"/>
              </a:solidFill>
            </a:endParaRPr>
          </a:p>
        </p:txBody>
      </p:sp>
      <p:sp>
        <p:nvSpPr>
          <p:cNvPr id="252" name="Google Shape;252;p52">
            <a:extLst>
              <a:ext uri="{FF2B5EF4-FFF2-40B4-BE49-F238E27FC236}">
                <a16:creationId xmlns:a16="http://schemas.microsoft.com/office/drawing/2014/main" id="{2313D1C9-F3CD-C412-0C56-E6AE609E50E7}"/>
              </a:ext>
            </a:extLst>
          </p:cNvPr>
          <p:cNvSpPr txBox="1"/>
          <p:nvPr/>
        </p:nvSpPr>
        <p:spPr>
          <a:xfrm>
            <a:off x="429768" y="886150"/>
            <a:ext cx="8447532" cy="4101092"/>
          </a:xfrm>
          <a:prstGeom prst="rect">
            <a:avLst/>
          </a:prstGeom>
          <a:noFill/>
          <a:ln>
            <a:noFill/>
          </a:ln>
        </p:spPr>
        <p:txBody>
          <a:bodyPr spcFirstLastPara="1" wrap="square" lIns="91425" tIns="91425" rIns="91425" bIns="91425" anchor="t" anchorCtr="0">
            <a:spAutoFit/>
          </a:bodyPr>
          <a:lstStyle/>
          <a:p>
            <a:endParaRPr lang="en-US" sz="1050" b="1" dirty="0">
              <a:latin typeface="Montserrat"/>
            </a:endParaRPr>
          </a:p>
          <a:p>
            <a:r>
              <a:rPr lang="en-US" sz="1050" b="1" dirty="0">
                <a:latin typeface="Montserrat"/>
              </a:rPr>
              <a:t>Question 5</a:t>
            </a:r>
          </a:p>
          <a:p>
            <a:r>
              <a:rPr lang="en-US" sz="1000" dirty="0">
                <a:latin typeface="Montserrat"/>
              </a:rPr>
              <a:t>What are the necessary precautions and treatment steps for a person who has fractured their leg during a hiking trip, and what should be considered for their care and recovery?</a:t>
            </a:r>
          </a:p>
          <a:p>
            <a:endParaRPr lang="en-US" sz="1050" b="1" dirty="0">
              <a:latin typeface="Montserrat"/>
              <a:ea typeface="Montserrat"/>
              <a:cs typeface="Montserrat"/>
              <a:sym typeface="Montserrat"/>
            </a:endParaRPr>
          </a:p>
          <a:p>
            <a:r>
              <a:rPr lang="en-US" sz="1200" b="1" u="sng" dirty="0">
                <a:latin typeface="Montserrat"/>
                <a:ea typeface="Montserrat"/>
                <a:cs typeface="Montserrat"/>
                <a:sym typeface="Montserrat"/>
              </a:rPr>
              <a:t>Response Received</a:t>
            </a:r>
          </a:p>
          <a:p>
            <a:r>
              <a:rPr lang="en-US" sz="900" dirty="0">
                <a:latin typeface="Montserrat"/>
                <a:ea typeface="Montserrat"/>
                <a:cs typeface="Montserrat"/>
                <a:sym typeface="Montserrat"/>
              </a:rPr>
              <a:t>Based on the context provided, here is the answer:</a:t>
            </a:r>
          </a:p>
          <a:p>
            <a:endParaRPr lang="en-US" sz="900" dirty="0">
              <a:latin typeface="Montserrat"/>
              <a:ea typeface="Montserrat"/>
              <a:cs typeface="Montserrat"/>
              <a:sym typeface="Montserrat"/>
            </a:endParaRPr>
          </a:p>
          <a:p>
            <a:r>
              <a:rPr lang="en-US" sz="900" dirty="0">
                <a:latin typeface="Montserrat"/>
                <a:ea typeface="Montserrat"/>
                <a:cs typeface="Montserrat"/>
                <a:sym typeface="Montserrat"/>
              </a:rPr>
              <a:t>The person with a fractured leg should elevate the injured limb above heart level for the first 2 days to minimize swelling. After 48 hours, they can apply warmth using a heating pad for 15 to 20 minutes to relieve pain and speed healing. Immobilization is necessary to prevent further injury and facilitate healing. Joints proximal and distal to the injury should be immobilized using either a cast or a splint. A cast is usually used for fractures that require weeks of immobilization, while a splint can be used for injuries that only need immobilization for several days. The person should keep the cast dry, never put an object inside it, inspect the edges and skin around the cast daily, apply lotion to any red or sore areas, pad any rough edges with soft material, and seek medical care if they notice an odor from within the cast or a fever indicating infection. Good hygiene is important. If severe swelling is likely, the cast may be cut open from end to end medially and laterally (bivalved). Prolonged immobilization of a joint can cause stiff</a:t>
            </a:r>
          </a:p>
          <a:p>
            <a:r>
              <a:rPr lang="en-US" sz="1100" b="1" i="0" u="sng" strike="noStrike" cap="none" dirty="0">
                <a:solidFill>
                  <a:srgbClr val="000000"/>
                </a:solidFill>
                <a:latin typeface="Montserrat"/>
                <a:ea typeface="Montserrat"/>
                <a:cs typeface="Montserrat"/>
                <a:sym typeface="Montserrat"/>
              </a:rPr>
              <a:t>Comments</a:t>
            </a:r>
            <a:r>
              <a:rPr lang="en-US" sz="1000" b="0" i="0" u="sng" strike="noStrike" cap="none" dirty="0">
                <a:solidFill>
                  <a:srgbClr val="000000"/>
                </a:solidFill>
                <a:latin typeface="Montserrat"/>
                <a:ea typeface="Montserrat"/>
                <a:cs typeface="Montserrat"/>
                <a:sym typeface="Montserrat"/>
              </a:rPr>
              <a:t> :</a:t>
            </a:r>
          </a:p>
          <a:p>
            <a:pPr marL="171450" indent="-171450">
              <a:lnSpc>
                <a:spcPct val="150000"/>
              </a:lnSpc>
              <a:buSzPts val="1400"/>
              <a:buFont typeface="Wingdings" panose="05000000000000000000" pitchFamily="2" charset="2"/>
              <a:buChar char="§"/>
            </a:pPr>
            <a:r>
              <a:rPr lang="en-US" sz="1000" b="1" dirty="0">
                <a:latin typeface="Montserrat"/>
                <a:ea typeface="Montserrat"/>
                <a:cs typeface="Montserrat"/>
                <a:sym typeface="Montserrat"/>
              </a:rPr>
              <a:t>Lack of Structural Integrity : </a:t>
            </a:r>
            <a:r>
              <a:rPr lang="en-US" sz="1000" dirty="0">
                <a:latin typeface="Montserrat"/>
                <a:ea typeface="Montserrat"/>
                <a:cs typeface="Montserrat"/>
                <a:sym typeface="Montserrat"/>
              </a:rPr>
              <a:t> The built RAG model generally adhered to the system prompt and user template for </a:t>
            </a:r>
            <a:r>
              <a:rPr lang="en-US" sz="1000" b="1" dirty="0">
                <a:latin typeface="Montserrat"/>
                <a:ea typeface="Montserrat"/>
                <a:cs typeface="Montserrat"/>
                <a:sym typeface="Montserrat"/>
              </a:rPr>
              <a:t>Question 5</a:t>
            </a:r>
            <a:r>
              <a:rPr lang="en-US" sz="1000" dirty="0">
                <a:latin typeface="Montserrat"/>
                <a:ea typeface="Montserrat"/>
                <a:cs typeface="Montserrat"/>
                <a:sym typeface="Montserrat"/>
              </a:rPr>
              <a:t>; however, it failed to meet the expected response structure. Specifically, the answer did not begin with the </a:t>
            </a:r>
            <a:r>
              <a:rPr lang="en-US" sz="1000" b="1" dirty="0">
                <a:latin typeface="Montserrat"/>
                <a:ea typeface="Montserrat"/>
                <a:cs typeface="Montserrat"/>
                <a:sym typeface="Montserrat"/>
              </a:rPr>
              <a:t>###Answer</a:t>
            </a:r>
          </a:p>
          <a:p>
            <a:pPr marL="171450" indent="-171450">
              <a:lnSpc>
                <a:spcPct val="150000"/>
              </a:lnSpc>
              <a:buSzPts val="1400"/>
              <a:buFont typeface="Wingdings" panose="05000000000000000000" pitchFamily="2" charset="2"/>
              <a:buChar char="§"/>
            </a:pPr>
            <a:r>
              <a:rPr lang="en-US" sz="1000" dirty="0">
                <a:latin typeface="Montserrat"/>
                <a:ea typeface="Montserrat"/>
                <a:cs typeface="Montserrat"/>
                <a:sym typeface="Montserrat"/>
              </a:rPr>
              <a:t> </a:t>
            </a:r>
            <a:r>
              <a:rPr lang="en-US" sz="1000" b="1" dirty="0">
                <a:latin typeface="Montserrat"/>
                <a:ea typeface="Montserrat"/>
                <a:cs typeface="Montserrat"/>
                <a:sym typeface="Montserrat"/>
              </a:rPr>
              <a:t>Medical Terminology </a:t>
            </a:r>
            <a:r>
              <a:rPr lang="en-US" sz="1000" dirty="0">
                <a:latin typeface="Montserrat"/>
                <a:ea typeface="Montserrat"/>
                <a:cs typeface="Montserrat"/>
                <a:sym typeface="Montserrat"/>
              </a:rPr>
              <a:t>: Interestingly, the model suggests Apply warmth (using a heating pad) for 15 to 20 minutes after the first 48 hours to relieve pain and speed healing </a:t>
            </a:r>
          </a:p>
          <a:p>
            <a:pPr marL="171450" indent="-171450">
              <a:lnSpc>
                <a:spcPct val="150000"/>
              </a:lnSpc>
              <a:buSzPts val="1400"/>
              <a:buFont typeface="Wingdings" panose="05000000000000000000" pitchFamily="2" charset="2"/>
              <a:buChar char="§"/>
            </a:pPr>
            <a:r>
              <a:rPr lang="en-US" sz="1000" b="1" dirty="0">
                <a:latin typeface="Montserrat"/>
                <a:ea typeface="Montserrat"/>
                <a:cs typeface="Montserrat"/>
                <a:sym typeface="Montserrat"/>
              </a:rPr>
              <a:t>Abrupt Truncation </a:t>
            </a:r>
            <a:r>
              <a:rPr lang="en-US" sz="1000" dirty="0">
                <a:latin typeface="Montserrat"/>
                <a:ea typeface="Montserrat"/>
                <a:cs typeface="Montserrat"/>
                <a:sym typeface="Montserrat"/>
              </a:rPr>
              <a:t>The response </a:t>
            </a:r>
            <a:r>
              <a:rPr lang="en-US" sz="1000" b="1" dirty="0">
                <a:latin typeface="Montserrat"/>
                <a:ea typeface="Montserrat"/>
                <a:cs typeface="Montserrat"/>
                <a:sym typeface="Montserrat"/>
              </a:rPr>
              <a:t>cuts off at the exact moment </a:t>
            </a:r>
            <a:r>
              <a:rPr lang="en-US" sz="1000" dirty="0">
                <a:latin typeface="Montserrat"/>
                <a:ea typeface="Montserrat"/>
                <a:cs typeface="Montserrat"/>
                <a:sym typeface="Montserrat"/>
              </a:rPr>
              <a:t>Prolonged immobilization of a joint can cause stiff --</a:t>
            </a:r>
            <a:r>
              <a:rPr lang="en-US" sz="1000" b="1" dirty="0">
                <a:latin typeface="Montserrat"/>
                <a:ea typeface="Montserrat"/>
                <a:cs typeface="Montserrat"/>
                <a:sym typeface="Montserrat"/>
              </a:rPr>
              <a:t>due to the token limit </a:t>
            </a:r>
            <a:endParaRPr lang="en-US" sz="1000" b="1" i="0" strike="noStrike" cap="none" dirty="0">
              <a:solidFill>
                <a:srgbClr val="000000"/>
              </a:solidFill>
              <a:latin typeface="Montserrat"/>
              <a:ea typeface="Montserrat"/>
              <a:cs typeface="Montserrat"/>
              <a:sym typeface="Montserrat"/>
            </a:endParaRPr>
          </a:p>
        </p:txBody>
      </p:sp>
    </p:spTree>
    <p:extLst>
      <p:ext uri="{BB962C8B-B14F-4D97-AF65-F5344CB8AC3E}">
        <p14:creationId xmlns:p14="http://schemas.microsoft.com/office/powerpoint/2010/main" val="278150404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48">
          <a:extLst>
            <a:ext uri="{FF2B5EF4-FFF2-40B4-BE49-F238E27FC236}">
              <a16:creationId xmlns:a16="http://schemas.microsoft.com/office/drawing/2014/main" id="{7EF994D3-8969-28FA-A125-A8C39E96B66D}"/>
            </a:ext>
          </a:extLst>
        </p:cNvPr>
        <p:cNvGrpSpPr/>
        <p:nvPr/>
      </p:nvGrpSpPr>
      <p:grpSpPr>
        <a:xfrm>
          <a:off x="0" y="0"/>
          <a:ext cx="0" cy="0"/>
          <a:chOff x="0" y="0"/>
          <a:chExt cx="0" cy="0"/>
        </a:xfrm>
      </p:grpSpPr>
      <p:sp>
        <p:nvSpPr>
          <p:cNvPr id="250" name="Google Shape;250;p52">
            <a:extLst>
              <a:ext uri="{FF2B5EF4-FFF2-40B4-BE49-F238E27FC236}">
                <a16:creationId xmlns:a16="http://schemas.microsoft.com/office/drawing/2014/main" id="{8DF327A0-0CEA-EA3F-5243-E1D0F2C37875}"/>
              </a:ext>
            </a:extLst>
          </p:cNvPr>
          <p:cNvSpPr txBox="1">
            <a:spLocks noGrp="1"/>
          </p:cNvSpPr>
          <p:nvPr>
            <p:ph type="title"/>
          </p:nvPr>
        </p:nvSpPr>
        <p:spPr>
          <a:xfrm>
            <a:off x="229982" y="115543"/>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2400" dirty="0">
                <a:solidFill>
                  <a:srgbClr val="0E39A9"/>
                </a:solidFill>
              </a:rPr>
              <a:t>Question Answering using RAG with Fine tuning </a:t>
            </a:r>
            <a:endParaRPr sz="2400" dirty="0">
              <a:solidFill>
                <a:srgbClr val="0E39A9"/>
              </a:solidFill>
            </a:endParaRPr>
          </a:p>
        </p:txBody>
      </p:sp>
      <p:sp>
        <p:nvSpPr>
          <p:cNvPr id="252" name="Google Shape;252;p52">
            <a:extLst>
              <a:ext uri="{FF2B5EF4-FFF2-40B4-BE49-F238E27FC236}">
                <a16:creationId xmlns:a16="http://schemas.microsoft.com/office/drawing/2014/main" id="{68D4756F-ED25-48A3-2A00-69EB6F63D480}"/>
              </a:ext>
            </a:extLst>
          </p:cNvPr>
          <p:cNvSpPr txBox="1"/>
          <p:nvPr/>
        </p:nvSpPr>
        <p:spPr>
          <a:xfrm>
            <a:off x="386330" y="1151778"/>
            <a:ext cx="8668427" cy="3727913"/>
          </a:xfrm>
          <a:prstGeom prst="rect">
            <a:avLst/>
          </a:prstGeom>
          <a:noFill/>
          <a:ln>
            <a:noFill/>
          </a:ln>
        </p:spPr>
        <p:txBody>
          <a:bodyPr spcFirstLastPara="1" wrap="square" lIns="91425" tIns="91425" rIns="91425" bIns="91425" anchor="t" anchorCtr="0">
            <a:spAutoFit/>
          </a:bodyPr>
          <a:lstStyle/>
          <a:p>
            <a:r>
              <a:rPr lang="en-US" sz="1050" b="1" dirty="0">
                <a:solidFill>
                  <a:schemeClr val="bg2"/>
                </a:solidFill>
                <a:latin typeface="Montserrat"/>
              </a:rPr>
              <a:t>Question 1.</a:t>
            </a:r>
          </a:p>
          <a:p>
            <a:r>
              <a:rPr lang="en-US" sz="1050" b="1" dirty="0">
                <a:latin typeface="Montserrat"/>
              </a:rPr>
              <a:t>What is the protocol for managing sepsis in a critical care unit?</a:t>
            </a:r>
          </a:p>
          <a:p>
            <a:r>
              <a:rPr lang="en-US" sz="1050" b="1" u="sng" dirty="0">
                <a:latin typeface="Montserrat"/>
              </a:rPr>
              <a:t>Response Received :</a:t>
            </a:r>
          </a:p>
          <a:p>
            <a:pPr>
              <a:lnSpc>
                <a:spcPct val="150000"/>
              </a:lnSpc>
              <a:buSzPts val="1400"/>
            </a:pPr>
            <a:r>
              <a:rPr lang="en-US" sz="900" dirty="0">
                <a:latin typeface="Montserrat"/>
                <a:ea typeface="Montserrat"/>
                <a:cs typeface="Montserrat"/>
                <a:sym typeface="Montserrat"/>
              </a:rPr>
              <a:t>The context provides information on managing sepsis in a critical care unit, including recommended antibiotic regimens and the importance of draining abscesses and eliminating septic foci. The text suggests that prompt empiric therapy is essential and may be lifesaving. Antibiotics should be started immediately after suspecting sepsis and selected based on the suspected source, clinical setting, knowledge or suspicion of causative organisms, and sensitivity patterns common to that specific inpatient unit. One regimen for septic shock of unknown cause includes gentamicin or tobramycin 5.1 mg/kg IV once/day plus a 3rd-generation cephalosporin (cefotaxime 2 g q 6 to 8 h or ceftriaxone 2 g once/day) or, if Pseudomonas is suspected, ceftazidime 2 g IV q 8 h. Vancomycin must be added if resistant staphylococci or enterococci are suspected. If there is an abdominal source, a drug effective against anaerobes (</a:t>
            </a:r>
            <a:r>
              <a:rPr lang="en-US" sz="900" dirty="0" err="1">
                <a:latin typeface="Montserrat"/>
                <a:ea typeface="Montserrat"/>
                <a:cs typeface="Montserrat"/>
                <a:sym typeface="Montserrat"/>
              </a:rPr>
              <a:t>eg</a:t>
            </a:r>
            <a:r>
              <a:rPr lang="en-US" sz="900" dirty="0">
                <a:latin typeface="Montserrat"/>
                <a:ea typeface="Montserrat"/>
                <a:cs typeface="Montserrat"/>
                <a:sym typeface="Montserrat"/>
              </a:rPr>
              <a:t>, metronidazole) should be included</a:t>
            </a:r>
          </a:p>
          <a:p>
            <a:pPr>
              <a:lnSpc>
                <a:spcPct val="150000"/>
              </a:lnSpc>
              <a:buSzPts val="1400"/>
            </a:pPr>
            <a:endParaRPr lang="en-US" sz="900" dirty="0">
              <a:latin typeface="Montserrat"/>
              <a:ea typeface="Montserrat"/>
              <a:cs typeface="Montserrat"/>
              <a:sym typeface="Montserrat"/>
            </a:endParaRPr>
          </a:p>
          <a:p>
            <a:pPr>
              <a:lnSpc>
                <a:spcPct val="150000"/>
              </a:lnSpc>
              <a:buSzPts val="1400"/>
            </a:pPr>
            <a:r>
              <a:rPr lang="en-US" sz="1050" dirty="0">
                <a:latin typeface="Montserrat"/>
                <a:ea typeface="Montserrat"/>
                <a:cs typeface="Montserrat"/>
                <a:sym typeface="Montserrat"/>
              </a:rPr>
              <a:t> </a:t>
            </a:r>
            <a:r>
              <a:rPr lang="en-US" sz="1050" b="1" u="sng" dirty="0">
                <a:latin typeface="Montserrat"/>
                <a:sym typeface="Montserrat"/>
              </a:rPr>
              <a:t>Comments</a:t>
            </a:r>
            <a:r>
              <a:rPr lang="en-US" sz="1050" b="1" dirty="0">
                <a:latin typeface="Montserrat"/>
                <a:sym typeface="Montserrat"/>
              </a:rPr>
              <a:t> : </a:t>
            </a:r>
            <a:r>
              <a:rPr lang="en-US" sz="900" u="sng" dirty="0">
                <a:latin typeface="Montserrat"/>
                <a:sym typeface="Montserrat"/>
              </a:rPr>
              <a:t>when Temperature </a:t>
            </a:r>
            <a:r>
              <a:rPr lang="en-US" sz="900" b="1" u="sng" dirty="0">
                <a:latin typeface="Montserrat"/>
                <a:sym typeface="Montserrat"/>
              </a:rPr>
              <a:t>changed to 0.5 </a:t>
            </a:r>
            <a:r>
              <a:rPr lang="en-US" sz="900" u="sng" dirty="0">
                <a:latin typeface="Montserrat"/>
                <a:sym typeface="Montserrat"/>
              </a:rPr>
              <a:t>(0 was experimented previously)</a:t>
            </a:r>
          </a:p>
          <a:p>
            <a:pPr marL="171450" indent="-171450">
              <a:lnSpc>
                <a:spcPct val="150000"/>
              </a:lnSpc>
              <a:buSzPts val="1400"/>
              <a:buFont typeface="Arial" panose="020B0604020202020204" pitchFamily="34" charset="0"/>
              <a:buChar char="•"/>
            </a:pPr>
            <a:r>
              <a:rPr lang="en-US" sz="800" b="1" dirty="0">
                <a:latin typeface="Montserrat"/>
                <a:ea typeface="Montserrat"/>
                <a:cs typeface="Montserrat"/>
                <a:sym typeface="Montserrat"/>
              </a:rPr>
              <a:t>Temperature = 0 </a:t>
            </a:r>
            <a:r>
              <a:rPr lang="en-US" sz="800" dirty="0">
                <a:latin typeface="Montserrat"/>
                <a:ea typeface="Montserrat"/>
                <a:cs typeface="Montserrat"/>
                <a:sym typeface="Montserrat"/>
              </a:rPr>
              <a:t>(</a:t>
            </a:r>
            <a:r>
              <a:rPr lang="en-US" sz="800" b="1" dirty="0">
                <a:latin typeface="Montserrat"/>
                <a:ea typeface="Montserrat"/>
                <a:cs typeface="Montserrat"/>
                <a:sym typeface="Montserrat"/>
              </a:rPr>
              <a:t>Deterministic but Structurally Incomplete</a:t>
            </a:r>
            <a:r>
              <a:rPr lang="en-US" sz="800" dirty="0">
                <a:latin typeface="Montserrat"/>
                <a:ea typeface="Montserrat"/>
                <a:cs typeface="Montserrat"/>
                <a:sym typeface="Montserrat"/>
              </a:rPr>
              <a:t>):At temperature 0, the response was highly deterministic and closely grounded in the retrieved context, resulting in a comprehensive and protocol-oriented answer previously </a:t>
            </a:r>
          </a:p>
          <a:p>
            <a:pPr marL="171450" indent="-171450">
              <a:lnSpc>
                <a:spcPct val="150000"/>
              </a:lnSpc>
              <a:buSzPts val="1400"/>
              <a:buFont typeface="Arial" panose="020B0604020202020204" pitchFamily="34" charset="0"/>
              <a:buChar char="•"/>
            </a:pPr>
            <a:r>
              <a:rPr lang="en-US" sz="800" b="1" dirty="0">
                <a:latin typeface="Montserrat"/>
                <a:ea typeface="Montserrat"/>
                <a:cs typeface="Montserrat"/>
                <a:sym typeface="Montserrat"/>
              </a:rPr>
              <a:t>Temperature = 0.5 (More Flexible but Less Stable): </a:t>
            </a:r>
            <a:r>
              <a:rPr lang="en-US" sz="800" dirty="0">
                <a:latin typeface="Montserrat"/>
                <a:ea typeface="Montserrat"/>
                <a:cs typeface="Montserrat"/>
                <a:sym typeface="Montserrat"/>
              </a:rPr>
              <a:t>At temperature 0.5, the model exhibits increased variability and attempts to provide more concrete drug-level details (specific antibiotics and dosages). “</a:t>
            </a:r>
            <a:r>
              <a:rPr lang="en-US" sz="800" i="1" dirty="0">
                <a:latin typeface="Montserrat"/>
                <a:ea typeface="Montserrat"/>
                <a:cs typeface="Montserrat"/>
                <a:sym typeface="Montserrat"/>
              </a:rPr>
              <a:t>if Pseudomonas is suspected, ceftazidime 2 g IV q 8 h. Vancomycin must be added if resistant staphylococci or enterococci are suspected. If there is an abdominal source, a drug effective against anaerobes (</a:t>
            </a:r>
            <a:r>
              <a:rPr lang="en-US" sz="800" i="1" dirty="0" err="1">
                <a:latin typeface="Montserrat"/>
                <a:ea typeface="Montserrat"/>
                <a:cs typeface="Montserrat"/>
                <a:sym typeface="Montserrat"/>
              </a:rPr>
              <a:t>eg</a:t>
            </a:r>
            <a:r>
              <a:rPr lang="en-US" sz="800" i="1" dirty="0">
                <a:latin typeface="Montserrat"/>
                <a:ea typeface="Montserrat"/>
                <a:cs typeface="Montserrat"/>
                <a:sym typeface="Montserrat"/>
              </a:rPr>
              <a:t>, metronidazole) should be included”</a:t>
            </a:r>
          </a:p>
          <a:p>
            <a:pPr marL="171450" indent="-171450">
              <a:lnSpc>
                <a:spcPct val="150000"/>
              </a:lnSpc>
              <a:buSzPts val="1400"/>
              <a:buFont typeface="Arial" panose="020B0604020202020204" pitchFamily="34" charset="0"/>
              <a:buChar char="•"/>
            </a:pPr>
            <a:endParaRPr lang="en-US" sz="1000" dirty="0">
              <a:latin typeface="Montserrat"/>
              <a:ea typeface="Montserrat"/>
              <a:cs typeface="Montserrat"/>
              <a:sym typeface="Montserrat"/>
            </a:endParaRPr>
          </a:p>
        </p:txBody>
      </p:sp>
      <p:sp>
        <p:nvSpPr>
          <p:cNvPr id="2" name="TextBox 1">
            <a:extLst>
              <a:ext uri="{FF2B5EF4-FFF2-40B4-BE49-F238E27FC236}">
                <a16:creationId xmlns:a16="http://schemas.microsoft.com/office/drawing/2014/main" id="{D1B3CCA7-EE2A-BB16-03D7-9815AD0D289C}"/>
              </a:ext>
            </a:extLst>
          </p:cNvPr>
          <p:cNvSpPr txBox="1"/>
          <p:nvPr/>
        </p:nvSpPr>
        <p:spPr>
          <a:xfrm>
            <a:off x="568799" y="835943"/>
            <a:ext cx="7663035" cy="246221"/>
          </a:xfrm>
          <a:prstGeom prst="rect">
            <a:avLst/>
          </a:prstGeom>
          <a:noFill/>
        </p:spPr>
        <p:txBody>
          <a:bodyPr wrap="square" rtlCol="0">
            <a:spAutoFit/>
          </a:bodyPr>
          <a:lstStyle/>
          <a:p>
            <a:r>
              <a:rPr lang="en-US" sz="1000" b="1" dirty="0">
                <a:solidFill>
                  <a:srgbClr val="C00000"/>
                </a:solidFill>
                <a:latin typeface="Montserrat" panose="00000500000000000000" pitchFamily="2" charset="0"/>
              </a:rPr>
              <a:t>Parameters</a:t>
            </a:r>
            <a:r>
              <a:rPr lang="en-US" sz="900" b="1" dirty="0">
                <a:solidFill>
                  <a:srgbClr val="C00000"/>
                </a:solidFill>
                <a:latin typeface="Montserrat" panose="00000500000000000000" pitchFamily="2" charset="0"/>
              </a:rPr>
              <a:t> : </a:t>
            </a:r>
            <a:r>
              <a:rPr lang="en-US" sz="900" i="1" dirty="0">
                <a:solidFill>
                  <a:srgbClr val="C00000"/>
                </a:solidFill>
                <a:latin typeface="Montserrat" panose="00000500000000000000" pitchFamily="2" charset="0"/>
              </a:rPr>
              <a:t>max_tokens=256</a:t>
            </a:r>
            <a:r>
              <a:rPr lang="en-US" sz="900" b="1" i="1" dirty="0">
                <a:solidFill>
                  <a:srgbClr val="C00000"/>
                </a:solidFill>
                <a:latin typeface="Montserrat" panose="00000500000000000000" pitchFamily="2" charset="0"/>
              </a:rPr>
              <a:t>,temperature=0.5</a:t>
            </a:r>
            <a:r>
              <a:rPr lang="en-US" sz="900" i="1" dirty="0">
                <a:solidFill>
                  <a:srgbClr val="C00000"/>
                </a:solidFill>
                <a:latin typeface="Montserrat" panose="00000500000000000000" pitchFamily="2" charset="0"/>
              </a:rPr>
              <a:t>,top_p=0.95,top_k=50</a:t>
            </a:r>
          </a:p>
        </p:txBody>
      </p:sp>
    </p:spTree>
    <p:extLst>
      <p:ext uri="{BB962C8B-B14F-4D97-AF65-F5344CB8AC3E}">
        <p14:creationId xmlns:p14="http://schemas.microsoft.com/office/powerpoint/2010/main" val="4533669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48">
          <a:extLst>
            <a:ext uri="{FF2B5EF4-FFF2-40B4-BE49-F238E27FC236}">
              <a16:creationId xmlns:a16="http://schemas.microsoft.com/office/drawing/2014/main" id="{86012C1C-4943-0695-DB4F-AB3686FE531B}"/>
            </a:ext>
          </a:extLst>
        </p:cNvPr>
        <p:cNvGrpSpPr/>
        <p:nvPr/>
      </p:nvGrpSpPr>
      <p:grpSpPr>
        <a:xfrm>
          <a:off x="0" y="0"/>
          <a:ext cx="0" cy="0"/>
          <a:chOff x="0" y="0"/>
          <a:chExt cx="0" cy="0"/>
        </a:xfrm>
      </p:grpSpPr>
      <p:sp>
        <p:nvSpPr>
          <p:cNvPr id="250" name="Google Shape;250;p52">
            <a:extLst>
              <a:ext uri="{FF2B5EF4-FFF2-40B4-BE49-F238E27FC236}">
                <a16:creationId xmlns:a16="http://schemas.microsoft.com/office/drawing/2014/main" id="{97189B8B-C85F-A959-EA25-7EDF822C61AE}"/>
              </a:ext>
            </a:extLst>
          </p:cNvPr>
          <p:cNvSpPr txBox="1">
            <a:spLocks noGrp="1"/>
          </p:cNvSpPr>
          <p:nvPr>
            <p:ph type="title"/>
          </p:nvPr>
        </p:nvSpPr>
        <p:spPr>
          <a:xfrm>
            <a:off x="188374" y="10064"/>
            <a:ext cx="8520600" cy="481332"/>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2400" dirty="0">
                <a:solidFill>
                  <a:srgbClr val="0E39A9"/>
                </a:solidFill>
              </a:rPr>
              <a:t>Question Answering using RAG-Finetuning </a:t>
            </a:r>
            <a:endParaRPr sz="2400" dirty="0">
              <a:solidFill>
                <a:srgbClr val="0E39A9"/>
              </a:solidFill>
            </a:endParaRPr>
          </a:p>
        </p:txBody>
      </p:sp>
      <p:sp>
        <p:nvSpPr>
          <p:cNvPr id="252" name="Google Shape;252;p52">
            <a:extLst>
              <a:ext uri="{FF2B5EF4-FFF2-40B4-BE49-F238E27FC236}">
                <a16:creationId xmlns:a16="http://schemas.microsoft.com/office/drawing/2014/main" id="{D73A391B-41FF-DC15-7765-115F38459D54}"/>
              </a:ext>
            </a:extLst>
          </p:cNvPr>
          <p:cNvSpPr txBox="1"/>
          <p:nvPr/>
        </p:nvSpPr>
        <p:spPr>
          <a:xfrm>
            <a:off x="311700" y="887564"/>
            <a:ext cx="8520599" cy="3531706"/>
          </a:xfrm>
          <a:prstGeom prst="rect">
            <a:avLst/>
          </a:prstGeom>
          <a:noFill/>
          <a:ln>
            <a:noFill/>
          </a:ln>
        </p:spPr>
        <p:txBody>
          <a:bodyPr spcFirstLastPara="1" wrap="square" lIns="91425" tIns="91425" rIns="91425" bIns="91425" anchor="t" anchorCtr="0">
            <a:spAutoFit/>
          </a:bodyPr>
          <a:lstStyle/>
          <a:p>
            <a:r>
              <a:rPr lang="en-US" sz="1050" b="1" dirty="0">
                <a:latin typeface="Montserrat"/>
              </a:rPr>
              <a:t>Question 2</a:t>
            </a:r>
          </a:p>
          <a:p>
            <a:r>
              <a:rPr lang="en-US" sz="1050" dirty="0">
                <a:latin typeface="Montserrat"/>
              </a:rPr>
              <a:t>What are the common symptoms for appendicitis, and can it be cured via medicine? If not, what surgical procedure should be followed to treat it??</a:t>
            </a:r>
          </a:p>
          <a:p>
            <a:endParaRPr lang="en-US" sz="1050" dirty="0">
              <a:latin typeface="Montserrat"/>
            </a:endParaRPr>
          </a:p>
          <a:p>
            <a:pPr>
              <a:lnSpc>
                <a:spcPct val="150000"/>
              </a:lnSpc>
              <a:buSzPts val="1400"/>
            </a:pPr>
            <a:r>
              <a:rPr lang="en-US" sz="1100" b="1" u="sng" dirty="0">
                <a:latin typeface="Montserrat"/>
                <a:ea typeface="Montserrat"/>
                <a:cs typeface="Montserrat"/>
                <a:sym typeface="Montserrat"/>
              </a:rPr>
              <a:t>Response Received:</a:t>
            </a:r>
          </a:p>
          <a:p>
            <a:pPr>
              <a:lnSpc>
                <a:spcPct val="150000"/>
              </a:lnSpc>
              <a:buSzPts val="1400"/>
            </a:pPr>
            <a:r>
              <a:rPr lang="en-US" sz="1000" dirty="0">
                <a:latin typeface="Montserrat"/>
                <a:ea typeface="Montserrat"/>
                <a:cs typeface="Montserrat"/>
                <a:sym typeface="Montserrat"/>
              </a:rPr>
              <a:t>###Answer</a:t>
            </a:r>
          </a:p>
          <a:p>
            <a:pPr>
              <a:lnSpc>
                <a:spcPct val="150000"/>
              </a:lnSpc>
              <a:buSzPts val="1400"/>
            </a:pPr>
            <a:r>
              <a:rPr lang="en-US" sz="1000" dirty="0">
                <a:latin typeface="Montserrat"/>
                <a:ea typeface="Montserrat"/>
                <a:cs typeface="Montserrat"/>
                <a:sym typeface="Montserrat"/>
              </a:rPr>
              <a:t>The common symptoms for appendicitis include abdominal pain, anorexia, and abdominal tenderness. Appendicitis cannot be cured via medicine alone; instead, surgical removal of the appendix (appendectomy) is required for treatment.</a:t>
            </a:r>
            <a:br>
              <a:rPr lang="en-US" sz="1000" dirty="0">
                <a:latin typeface="Montserrat"/>
                <a:ea typeface="Montserrat"/>
                <a:cs typeface="Montserrat"/>
                <a:sym typeface="Montserrat"/>
              </a:rPr>
            </a:br>
            <a:endParaRPr lang="en-US" sz="1000" dirty="0">
              <a:latin typeface="Montserrat"/>
              <a:ea typeface="Montserrat"/>
              <a:cs typeface="Montserrat"/>
              <a:sym typeface="Montserrat"/>
            </a:endParaRPr>
          </a:p>
          <a:p>
            <a:pPr>
              <a:lnSpc>
                <a:spcPct val="150000"/>
              </a:lnSpc>
              <a:buSzPts val="1400"/>
            </a:pPr>
            <a:r>
              <a:rPr lang="en-US" sz="1200" b="1" u="sng" dirty="0">
                <a:latin typeface="Montserrat"/>
                <a:sym typeface="Montserrat"/>
              </a:rPr>
              <a:t>Comments</a:t>
            </a:r>
            <a:r>
              <a:rPr lang="en-US" sz="1200" b="1" dirty="0">
                <a:latin typeface="Montserrat"/>
                <a:sym typeface="Montserrat"/>
              </a:rPr>
              <a:t> :</a:t>
            </a:r>
            <a:r>
              <a:rPr lang="en-US" sz="1600" b="1" dirty="0">
                <a:latin typeface="Montserrat"/>
                <a:sym typeface="Montserrat"/>
              </a:rPr>
              <a:t> </a:t>
            </a:r>
            <a:r>
              <a:rPr lang="en-US" sz="1000" u="sng" dirty="0">
                <a:latin typeface="Montserrat"/>
                <a:sym typeface="Montserrat"/>
              </a:rPr>
              <a:t>when Temperature </a:t>
            </a:r>
            <a:r>
              <a:rPr lang="en-US" sz="1000" b="1" u="sng" dirty="0">
                <a:latin typeface="Montserrat"/>
                <a:sym typeface="Montserrat"/>
              </a:rPr>
              <a:t>changed to 0.5 </a:t>
            </a:r>
            <a:r>
              <a:rPr lang="en-US" sz="1000" u="sng" dirty="0">
                <a:latin typeface="Montserrat"/>
                <a:sym typeface="Montserrat"/>
              </a:rPr>
              <a:t>(0 was experimented previously) and </a:t>
            </a:r>
            <a:r>
              <a:rPr lang="en-US" sz="1000" b="1" u="sng" dirty="0">
                <a:latin typeface="Montserrat"/>
                <a:sym typeface="Montserrat"/>
              </a:rPr>
              <a:t>number of token=512</a:t>
            </a:r>
            <a:endParaRPr lang="en-US" sz="1200" b="1" u="sng" dirty="0">
              <a:latin typeface="Montserrat"/>
              <a:sym typeface="Montserrat"/>
            </a:endParaRPr>
          </a:p>
          <a:p>
            <a:pPr marL="171450" indent="-171450">
              <a:lnSpc>
                <a:spcPct val="150000"/>
              </a:lnSpc>
              <a:buSzPts val="1400"/>
              <a:buFont typeface="Wingdings" panose="05000000000000000000" pitchFamily="2" charset="2"/>
              <a:buChar char="§"/>
            </a:pPr>
            <a:r>
              <a:rPr lang="en-US" sz="1000" b="1" dirty="0">
                <a:latin typeface="Montserrat"/>
                <a:ea typeface="Montserrat"/>
                <a:cs typeface="Montserrat"/>
                <a:sym typeface="Montserrat"/>
              </a:rPr>
              <a:t>Temperature = 0 </a:t>
            </a:r>
            <a:r>
              <a:rPr lang="en-US" sz="1000" dirty="0">
                <a:latin typeface="Montserrat"/>
                <a:ea typeface="Montserrat"/>
                <a:cs typeface="Montserrat"/>
                <a:sym typeface="Montserrat"/>
              </a:rPr>
              <a:t>(</a:t>
            </a:r>
            <a:r>
              <a:rPr lang="en-US" sz="1000" b="1" dirty="0">
                <a:latin typeface="Montserrat"/>
                <a:ea typeface="Montserrat"/>
                <a:cs typeface="Montserrat"/>
                <a:sym typeface="Montserrat"/>
              </a:rPr>
              <a:t>Deterministic but Structurally Incomplete</a:t>
            </a:r>
            <a:r>
              <a:rPr lang="en-US" sz="1000" dirty="0">
                <a:latin typeface="Montserrat"/>
                <a:ea typeface="Montserrat"/>
                <a:cs typeface="Montserrat"/>
                <a:sym typeface="Montserrat"/>
              </a:rPr>
              <a:t>):At temperature 0, the response was highly deterministic and closely grounded in the retrieved context, resulting in a comprehensive and protocol-oriented answer previously </a:t>
            </a:r>
          </a:p>
          <a:p>
            <a:pPr marL="171450" indent="-171450">
              <a:lnSpc>
                <a:spcPct val="150000"/>
              </a:lnSpc>
              <a:buSzPts val="1400"/>
              <a:buFont typeface="Wingdings" panose="05000000000000000000" pitchFamily="2" charset="2"/>
              <a:buChar char="§"/>
            </a:pPr>
            <a:r>
              <a:rPr lang="en-US" sz="1000" b="1" dirty="0">
                <a:latin typeface="Montserrat"/>
                <a:ea typeface="Montserrat"/>
                <a:cs typeface="Montserrat"/>
                <a:sym typeface="Montserrat"/>
              </a:rPr>
              <a:t>Temperature = 0.5 (More Flexible but Less Stable): </a:t>
            </a:r>
            <a:r>
              <a:rPr lang="en-US" sz="1000" dirty="0">
                <a:latin typeface="Montserrat"/>
                <a:ea typeface="Montserrat"/>
                <a:cs typeface="Montserrat"/>
                <a:sym typeface="Montserrat"/>
              </a:rPr>
              <a:t>At temperature 0.5, the model exhibits increased variability and attempts to provide very general answer </a:t>
            </a:r>
          </a:p>
          <a:p>
            <a:pPr marL="171450" indent="-171450">
              <a:lnSpc>
                <a:spcPct val="150000"/>
              </a:lnSpc>
              <a:buSzPts val="1400"/>
              <a:buFont typeface="Wingdings" panose="05000000000000000000" pitchFamily="2" charset="2"/>
              <a:buChar char="§"/>
            </a:pPr>
            <a:r>
              <a:rPr lang="en-US" sz="1000" b="1" dirty="0">
                <a:latin typeface="Montserrat"/>
                <a:ea typeface="Montserrat"/>
                <a:cs typeface="Montserrat"/>
                <a:sym typeface="Montserrat"/>
              </a:rPr>
              <a:t>Not much impact </a:t>
            </a:r>
            <a:r>
              <a:rPr lang="en-US" sz="1000" dirty="0">
                <a:latin typeface="Montserrat"/>
                <a:ea typeface="Montserrat"/>
                <a:cs typeface="Montserrat"/>
                <a:sym typeface="Montserrat"/>
              </a:rPr>
              <a:t>by increasing the number of </a:t>
            </a:r>
            <a:r>
              <a:rPr lang="en-US" sz="1000" b="1" dirty="0">
                <a:latin typeface="Montserrat"/>
                <a:ea typeface="Montserrat"/>
                <a:cs typeface="Montserrat"/>
                <a:sym typeface="Montserrat"/>
              </a:rPr>
              <a:t>tokens to 512</a:t>
            </a:r>
          </a:p>
        </p:txBody>
      </p:sp>
      <p:sp>
        <p:nvSpPr>
          <p:cNvPr id="2" name="TextBox 1">
            <a:extLst>
              <a:ext uri="{FF2B5EF4-FFF2-40B4-BE49-F238E27FC236}">
                <a16:creationId xmlns:a16="http://schemas.microsoft.com/office/drawing/2014/main" id="{F3ADB584-3B37-70B2-9842-79CD6B638468}"/>
              </a:ext>
            </a:extLst>
          </p:cNvPr>
          <p:cNvSpPr txBox="1"/>
          <p:nvPr/>
        </p:nvSpPr>
        <p:spPr>
          <a:xfrm>
            <a:off x="510363" y="600833"/>
            <a:ext cx="7721471" cy="246221"/>
          </a:xfrm>
          <a:prstGeom prst="rect">
            <a:avLst/>
          </a:prstGeom>
          <a:noFill/>
        </p:spPr>
        <p:txBody>
          <a:bodyPr wrap="square" rtlCol="0">
            <a:spAutoFit/>
          </a:bodyPr>
          <a:lstStyle/>
          <a:p>
            <a:r>
              <a:rPr lang="en-US" sz="1000" b="1" dirty="0">
                <a:solidFill>
                  <a:srgbClr val="C00000"/>
                </a:solidFill>
                <a:latin typeface="Montserrat" panose="00000500000000000000" pitchFamily="2" charset="0"/>
              </a:rPr>
              <a:t>Parameters</a:t>
            </a:r>
            <a:r>
              <a:rPr lang="en-US" sz="900" b="1" dirty="0">
                <a:solidFill>
                  <a:srgbClr val="C00000"/>
                </a:solidFill>
                <a:latin typeface="Montserrat" panose="00000500000000000000" pitchFamily="2" charset="0"/>
              </a:rPr>
              <a:t> : </a:t>
            </a:r>
            <a:r>
              <a:rPr lang="en-US" sz="900" b="1" i="1" dirty="0">
                <a:solidFill>
                  <a:srgbClr val="C00000"/>
                </a:solidFill>
                <a:latin typeface="Montserrat" panose="00000500000000000000" pitchFamily="2" charset="0"/>
              </a:rPr>
              <a:t>max_tokens=512,temperature=0.5</a:t>
            </a:r>
            <a:r>
              <a:rPr lang="en-US" sz="900" i="1" dirty="0">
                <a:solidFill>
                  <a:srgbClr val="C00000"/>
                </a:solidFill>
                <a:latin typeface="Montserrat" panose="00000500000000000000" pitchFamily="2" charset="0"/>
              </a:rPr>
              <a:t>,top_p=0.95,top_k=50</a:t>
            </a:r>
          </a:p>
        </p:txBody>
      </p:sp>
    </p:spTree>
    <p:extLst>
      <p:ext uri="{BB962C8B-B14F-4D97-AF65-F5344CB8AC3E}">
        <p14:creationId xmlns:p14="http://schemas.microsoft.com/office/powerpoint/2010/main" val="19059523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48">
          <a:extLst>
            <a:ext uri="{FF2B5EF4-FFF2-40B4-BE49-F238E27FC236}">
              <a16:creationId xmlns:a16="http://schemas.microsoft.com/office/drawing/2014/main" id="{8BD51CF8-B346-D50F-2321-BF3294CFA29E}"/>
            </a:ext>
          </a:extLst>
        </p:cNvPr>
        <p:cNvGrpSpPr/>
        <p:nvPr/>
      </p:nvGrpSpPr>
      <p:grpSpPr>
        <a:xfrm>
          <a:off x="0" y="0"/>
          <a:ext cx="0" cy="0"/>
          <a:chOff x="0" y="0"/>
          <a:chExt cx="0" cy="0"/>
        </a:xfrm>
      </p:grpSpPr>
      <p:sp>
        <p:nvSpPr>
          <p:cNvPr id="250" name="Google Shape;250;p52">
            <a:extLst>
              <a:ext uri="{FF2B5EF4-FFF2-40B4-BE49-F238E27FC236}">
                <a16:creationId xmlns:a16="http://schemas.microsoft.com/office/drawing/2014/main" id="{6E8EE8D0-776F-AE8D-933A-0112EEDEE8FF}"/>
              </a:ext>
            </a:extLst>
          </p:cNvPr>
          <p:cNvSpPr txBox="1">
            <a:spLocks noGrp="1"/>
          </p:cNvSpPr>
          <p:nvPr>
            <p:ph type="title"/>
          </p:nvPr>
        </p:nvSpPr>
        <p:spPr>
          <a:xfrm>
            <a:off x="259257" y="55363"/>
            <a:ext cx="8520600" cy="393282"/>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2400" dirty="0">
                <a:solidFill>
                  <a:srgbClr val="0E39A9"/>
                </a:solidFill>
              </a:rPr>
              <a:t>Question Answering using RAG-Finetuning </a:t>
            </a:r>
            <a:endParaRPr sz="2400" dirty="0">
              <a:solidFill>
                <a:srgbClr val="0E39A9"/>
              </a:solidFill>
            </a:endParaRPr>
          </a:p>
        </p:txBody>
      </p:sp>
      <p:sp>
        <p:nvSpPr>
          <p:cNvPr id="252" name="Google Shape;252;p52">
            <a:extLst>
              <a:ext uri="{FF2B5EF4-FFF2-40B4-BE49-F238E27FC236}">
                <a16:creationId xmlns:a16="http://schemas.microsoft.com/office/drawing/2014/main" id="{53F7BEBF-657E-7A26-5D99-C1FB6E572D16}"/>
              </a:ext>
            </a:extLst>
          </p:cNvPr>
          <p:cNvSpPr txBox="1"/>
          <p:nvPr/>
        </p:nvSpPr>
        <p:spPr>
          <a:xfrm>
            <a:off x="691799" y="886150"/>
            <a:ext cx="8185501" cy="4147259"/>
          </a:xfrm>
          <a:prstGeom prst="rect">
            <a:avLst/>
          </a:prstGeom>
          <a:noFill/>
          <a:ln>
            <a:noFill/>
          </a:ln>
        </p:spPr>
        <p:txBody>
          <a:bodyPr spcFirstLastPara="1" wrap="square" lIns="91425" tIns="91425" rIns="91425" bIns="91425" anchor="t" anchorCtr="0">
            <a:spAutoFit/>
          </a:bodyPr>
          <a:lstStyle/>
          <a:p>
            <a:r>
              <a:rPr lang="en-US" sz="1050" b="1" dirty="0">
                <a:latin typeface="Montserrat"/>
              </a:rPr>
              <a:t>Question 3</a:t>
            </a:r>
          </a:p>
          <a:p>
            <a:r>
              <a:rPr lang="en-US" sz="1050" dirty="0">
                <a:latin typeface="Montserrat"/>
              </a:rPr>
              <a:t>What are the effective treatments or solutions for addressing sudden patchy hair loss, commonly seen as localized bald spots on the scalp, and what could be the possible causes behind it?</a:t>
            </a:r>
          </a:p>
          <a:p>
            <a:endParaRPr lang="en-US" sz="1000" dirty="0">
              <a:latin typeface="Montserrat"/>
              <a:ea typeface="Montserrat"/>
              <a:cs typeface="Montserrat"/>
              <a:sym typeface="Montserrat"/>
            </a:endParaRPr>
          </a:p>
          <a:p>
            <a:pPr>
              <a:lnSpc>
                <a:spcPct val="150000"/>
              </a:lnSpc>
              <a:buSzPts val="1400"/>
            </a:pPr>
            <a:r>
              <a:rPr lang="en-US" sz="1000" b="1" u="sng" dirty="0">
                <a:latin typeface="Montserrat"/>
                <a:ea typeface="Montserrat"/>
                <a:cs typeface="Montserrat"/>
                <a:sym typeface="Montserrat"/>
              </a:rPr>
              <a:t>Response Received : </a:t>
            </a:r>
          </a:p>
          <a:p>
            <a:pPr>
              <a:lnSpc>
                <a:spcPct val="150000"/>
              </a:lnSpc>
              <a:buSzPts val="1400"/>
            </a:pPr>
            <a:r>
              <a:rPr lang="en-US" sz="900" dirty="0">
                <a:latin typeface="Montserrat"/>
                <a:ea typeface="Montserrat"/>
                <a:cs typeface="Montserrat"/>
                <a:sym typeface="Montserrat"/>
              </a:rPr>
              <a:t>Based on the context provided, the condition being described is Alopecia Areata. The effective treatments for this condition include topical, intralesional, or systemic corticosteroids, topical minoxidil, topical anthralin, topical immunotherapy (</a:t>
            </a:r>
            <a:r>
              <a:rPr lang="en-US" sz="900" dirty="0" err="1">
                <a:latin typeface="Montserrat"/>
                <a:ea typeface="Montserrat"/>
                <a:cs typeface="Montserrat"/>
                <a:sym typeface="Montserrat"/>
              </a:rPr>
              <a:t>diphencyprone</a:t>
            </a:r>
            <a:r>
              <a:rPr lang="en-US" sz="900" dirty="0">
                <a:latin typeface="Montserrat"/>
                <a:ea typeface="Montserrat"/>
                <a:cs typeface="Montserrat"/>
                <a:sym typeface="Montserrat"/>
              </a:rPr>
              <a:t> or </a:t>
            </a:r>
            <a:r>
              <a:rPr lang="en-US" sz="900" dirty="0" err="1">
                <a:latin typeface="Montserrat"/>
                <a:ea typeface="Montserrat"/>
                <a:cs typeface="Montserrat"/>
                <a:sym typeface="Montserrat"/>
              </a:rPr>
              <a:t>squaric</a:t>
            </a:r>
            <a:r>
              <a:rPr lang="en-US" sz="900" dirty="0">
                <a:latin typeface="Montserrat"/>
                <a:ea typeface="Montserrat"/>
                <a:cs typeface="Montserrat"/>
                <a:sym typeface="Montserrat"/>
              </a:rPr>
              <a:t> acid </a:t>
            </a:r>
            <a:r>
              <a:rPr lang="en-US" sz="900" dirty="0" err="1">
                <a:latin typeface="Montserrat"/>
                <a:ea typeface="Montserrat"/>
                <a:cs typeface="Montserrat"/>
                <a:sym typeface="Montserrat"/>
              </a:rPr>
              <a:t>dibutylester</a:t>
            </a:r>
            <a:r>
              <a:rPr lang="en-US" sz="900" dirty="0">
                <a:latin typeface="Montserrat"/>
                <a:ea typeface="Montserrat"/>
                <a:cs typeface="Montserrat"/>
                <a:sym typeface="Montserrat"/>
              </a:rPr>
              <a:t>), or psoralen plus ultraviolet A (PUVA). It is important to note that these treatments may have adverse effects and should be used under the guidance of a healthcare professional. The possible cause behind sudden patchy hair loss in Alopecia Areata is an autoimmune disorder affecting genetically susceptible people exposed to unclear environmental triggers.</a:t>
            </a:r>
          </a:p>
          <a:p>
            <a:pPr>
              <a:lnSpc>
                <a:spcPct val="150000"/>
              </a:lnSpc>
              <a:buSzPts val="1400"/>
            </a:pPr>
            <a:endParaRPr lang="en-US" sz="900" dirty="0">
              <a:latin typeface="Montserrat"/>
              <a:ea typeface="Montserrat"/>
              <a:cs typeface="Montserrat"/>
              <a:sym typeface="Montserrat"/>
            </a:endParaRPr>
          </a:p>
          <a:p>
            <a:pPr>
              <a:lnSpc>
                <a:spcPct val="150000"/>
              </a:lnSpc>
              <a:buSzPts val="1400"/>
            </a:pPr>
            <a:r>
              <a:rPr lang="en-US" sz="1100" b="1" i="0" u="sng" strike="noStrike" cap="none" dirty="0">
                <a:solidFill>
                  <a:srgbClr val="000000"/>
                </a:solidFill>
                <a:latin typeface="Montserrat"/>
                <a:ea typeface="Montserrat"/>
                <a:cs typeface="Montserrat"/>
                <a:sym typeface="Montserrat"/>
              </a:rPr>
              <a:t>Comments</a:t>
            </a:r>
            <a:r>
              <a:rPr lang="en-US" sz="1000" b="0" i="0" u="sng" strike="noStrike" cap="none" dirty="0">
                <a:solidFill>
                  <a:srgbClr val="000000"/>
                </a:solidFill>
                <a:latin typeface="Montserrat"/>
                <a:ea typeface="Montserrat"/>
                <a:cs typeface="Montserrat"/>
                <a:sym typeface="Montserrat"/>
              </a:rPr>
              <a:t> </a:t>
            </a:r>
            <a:r>
              <a:rPr lang="en-US" sz="1000" b="0" i="0" u="none" strike="noStrike" cap="none" dirty="0">
                <a:solidFill>
                  <a:srgbClr val="000000"/>
                </a:solidFill>
                <a:latin typeface="Montserrat"/>
                <a:ea typeface="Montserrat"/>
                <a:cs typeface="Montserrat"/>
                <a:sym typeface="Montserrat"/>
              </a:rPr>
              <a:t>: </a:t>
            </a:r>
            <a:r>
              <a:rPr lang="en-US" sz="1000" u="sng" dirty="0">
                <a:latin typeface="Montserrat"/>
                <a:sym typeface="Montserrat"/>
              </a:rPr>
              <a:t>when Temperature </a:t>
            </a:r>
            <a:r>
              <a:rPr lang="en-US" sz="1000" b="1" u="sng" dirty="0">
                <a:latin typeface="Montserrat"/>
                <a:sym typeface="Montserrat"/>
              </a:rPr>
              <a:t>changed to 0.5 </a:t>
            </a:r>
            <a:r>
              <a:rPr lang="en-US" sz="1000" u="sng" dirty="0">
                <a:latin typeface="Montserrat"/>
                <a:sym typeface="Montserrat"/>
              </a:rPr>
              <a:t>(0 was experimented previously) and </a:t>
            </a:r>
            <a:r>
              <a:rPr lang="en-US" sz="1000" b="1" u="sng" dirty="0">
                <a:latin typeface="Montserrat"/>
                <a:sym typeface="Montserrat"/>
              </a:rPr>
              <a:t>number of token=512</a:t>
            </a:r>
            <a:endParaRPr lang="en-US" sz="1000" b="0" i="0" u="none" strike="noStrike" cap="none" dirty="0">
              <a:solidFill>
                <a:srgbClr val="000000"/>
              </a:solidFill>
              <a:latin typeface="Montserrat"/>
              <a:ea typeface="Montserrat"/>
              <a:cs typeface="Montserrat"/>
              <a:sym typeface="Montserrat"/>
            </a:endParaRPr>
          </a:p>
          <a:p>
            <a:pPr marL="171450" indent="-171450">
              <a:lnSpc>
                <a:spcPct val="150000"/>
              </a:lnSpc>
              <a:buSzPts val="1400"/>
              <a:buFont typeface="Wingdings" panose="05000000000000000000" pitchFamily="2" charset="2"/>
              <a:buChar char="§"/>
            </a:pPr>
            <a:r>
              <a:rPr lang="en-US" sz="1000" b="1" dirty="0">
                <a:latin typeface="Montserrat"/>
                <a:ea typeface="Montserrat"/>
                <a:cs typeface="Montserrat"/>
                <a:sym typeface="Montserrat"/>
              </a:rPr>
              <a:t>Temperature = 0 </a:t>
            </a:r>
            <a:r>
              <a:rPr lang="en-US" sz="1000" dirty="0">
                <a:latin typeface="Montserrat"/>
                <a:ea typeface="Montserrat"/>
                <a:cs typeface="Montserrat"/>
                <a:sym typeface="Montserrat"/>
              </a:rPr>
              <a:t>(</a:t>
            </a:r>
            <a:r>
              <a:rPr lang="en-US" sz="1000" b="1" dirty="0">
                <a:latin typeface="Montserrat"/>
                <a:ea typeface="Montserrat"/>
                <a:cs typeface="Montserrat"/>
                <a:sym typeface="Montserrat"/>
              </a:rPr>
              <a:t>Deterministic but Structurally Incomplete</a:t>
            </a:r>
            <a:r>
              <a:rPr lang="en-US" sz="1000" dirty="0">
                <a:latin typeface="Montserrat"/>
                <a:ea typeface="Montserrat"/>
                <a:cs typeface="Montserrat"/>
                <a:sym typeface="Montserrat"/>
              </a:rPr>
              <a:t>):At temperature 0, the response was highly deterministic and closely grounded in the retrieved context, resulting in a comprehensive and protocol-oriented answer previously </a:t>
            </a:r>
          </a:p>
          <a:p>
            <a:pPr marL="171450" indent="-171450">
              <a:lnSpc>
                <a:spcPct val="150000"/>
              </a:lnSpc>
              <a:buSzPts val="1400"/>
              <a:buFont typeface="Wingdings" panose="05000000000000000000" pitchFamily="2" charset="2"/>
              <a:buChar char="§"/>
            </a:pPr>
            <a:r>
              <a:rPr lang="en-US" sz="1000" b="1" dirty="0">
                <a:latin typeface="Montserrat"/>
                <a:ea typeface="Montserrat"/>
                <a:cs typeface="Montserrat"/>
                <a:sym typeface="Montserrat"/>
              </a:rPr>
              <a:t>Temperature = 0.5 (More Flexible but Less Stable): </a:t>
            </a:r>
            <a:r>
              <a:rPr lang="en-US" sz="1000" dirty="0">
                <a:latin typeface="Montserrat"/>
                <a:ea typeface="Montserrat"/>
                <a:cs typeface="Montserrat"/>
                <a:sym typeface="Montserrat"/>
              </a:rPr>
              <a:t>At temperature 0.5, the model exhibits increased variability and attempts to provided multiple drugs and options to cure it “</a:t>
            </a:r>
            <a:r>
              <a:rPr lang="en-US" sz="900" i="1" dirty="0">
                <a:latin typeface="Montserrat"/>
                <a:ea typeface="Montserrat"/>
                <a:cs typeface="Montserrat"/>
                <a:sym typeface="Montserrat"/>
              </a:rPr>
              <a:t>The effective treatments for this condition include topical, intralesional, or systemic corticosteroids, topical minoxidil, topical anthralin, topical immunotherapy (</a:t>
            </a:r>
            <a:r>
              <a:rPr lang="en-US" sz="900" i="1" dirty="0" err="1">
                <a:latin typeface="Montserrat"/>
                <a:ea typeface="Montserrat"/>
                <a:cs typeface="Montserrat"/>
                <a:sym typeface="Montserrat"/>
              </a:rPr>
              <a:t>diphencyprone</a:t>
            </a:r>
            <a:r>
              <a:rPr lang="en-US" sz="900" i="1" dirty="0">
                <a:latin typeface="Montserrat"/>
                <a:ea typeface="Montserrat"/>
                <a:cs typeface="Montserrat"/>
                <a:sym typeface="Montserrat"/>
              </a:rPr>
              <a:t> or </a:t>
            </a:r>
            <a:r>
              <a:rPr lang="en-US" sz="900" i="1" dirty="0" err="1">
                <a:latin typeface="Montserrat"/>
                <a:ea typeface="Montserrat"/>
                <a:cs typeface="Montserrat"/>
                <a:sym typeface="Montserrat"/>
              </a:rPr>
              <a:t>squaric</a:t>
            </a:r>
            <a:r>
              <a:rPr lang="en-US" sz="900" i="1" dirty="0">
                <a:latin typeface="Montserrat"/>
                <a:ea typeface="Montserrat"/>
                <a:cs typeface="Montserrat"/>
                <a:sym typeface="Montserrat"/>
              </a:rPr>
              <a:t> acid ”</a:t>
            </a:r>
          </a:p>
          <a:p>
            <a:pPr marL="171450" indent="-171450">
              <a:lnSpc>
                <a:spcPct val="150000"/>
              </a:lnSpc>
              <a:buSzPts val="1400"/>
              <a:buFont typeface="Wingdings" panose="05000000000000000000" pitchFamily="2" charset="2"/>
              <a:buChar char="§"/>
            </a:pPr>
            <a:r>
              <a:rPr lang="en-US" sz="1000" b="1" dirty="0">
                <a:latin typeface="Montserrat"/>
                <a:ea typeface="Montserrat"/>
                <a:cs typeface="Montserrat"/>
                <a:sym typeface="Montserrat"/>
              </a:rPr>
              <a:t>Not much impact </a:t>
            </a:r>
            <a:r>
              <a:rPr lang="en-US" sz="1000" dirty="0">
                <a:latin typeface="Montserrat"/>
                <a:ea typeface="Montserrat"/>
                <a:cs typeface="Montserrat"/>
                <a:sym typeface="Montserrat"/>
              </a:rPr>
              <a:t>by increasing the number of </a:t>
            </a:r>
            <a:r>
              <a:rPr lang="en-US" sz="1000" b="1" dirty="0">
                <a:latin typeface="Montserrat"/>
                <a:ea typeface="Montserrat"/>
                <a:cs typeface="Montserrat"/>
                <a:sym typeface="Montserrat"/>
              </a:rPr>
              <a:t>tokens to 512</a:t>
            </a:r>
          </a:p>
          <a:p>
            <a:pPr>
              <a:lnSpc>
                <a:spcPct val="150000"/>
              </a:lnSpc>
              <a:buSzPts val="1400"/>
            </a:pPr>
            <a:endParaRPr lang="en-US" sz="1000" b="0" i="0" u="none" strike="noStrike" cap="none" dirty="0">
              <a:solidFill>
                <a:srgbClr val="000000"/>
              </a:solidFill>
              <a:latin typeface="Montserrat"/>
              <a:ea typeface="Montserrat"/>
              <a:cs typeface="Montserrat"/>
              <a:sym typeface="Montserrat"/>
            </a:endParaRPr>
          </a:p>
        </p:txBody>
      </p:sp>
      <p:sp>
        <p:nvSpPr>
          <p:cNvPr id="2" name="TextBox 1">
            <a:extLst>
              <a:ext uri="{FF2B5EF4-FFF2-40B4-BE49-F238E27FC236}">
                <a16:creationId xmlns:a16="http://schemas.microsoft.com/office/drawing/2014/main" id="{9C32396B-4A96-28A3-AED3-7CA32617CF30}"/>
              </a:ext>
            </a:extLst>
          </p:cNvPr>
          <p:cNvSpPr txBox="1"/>
          <p:nvPr/>
        </p:nvSpPr>
        <p:spPr>
          <a:xfrm>
            <a:off x="510363" y="600833"/>
            <a:ext cx="7721471" cy="246221"/>
          </a:xfrm>
          <a:prstGeom prst="rect">
            <a:avLst/>
          </a:prstGeom>
          <a:noFill/>
        </p:spPr>
        <p:txBody>
          <a:bodyPr wrap="square" rtlCol="0">
            <a:spAutoFit/>
          </a:bodyPr>
          <a:lstStyle/>
          <a:p>
            <a:r>
              <a:rPr lang="en-US" sz="1000" b="1" dirty="0">
                <a:solidFill>
                  <a:srgbClr val="C00000"/>
                </a:solidFill>
                <a:latin typeface="Montserrat" panose="00000500000000000000" pitchFamily="2" charset="0"/>
              </a:rPr>
              <a:t>Parameters</a:t>
            </a:r>
            <a:r>
              <a:rPr lang="en-US" sz="900" b="1" dirty="0">
                <a:solidFill>
                  <a:srgbClr val="C00000"/>
                </a:solidFill>
                <a:latin typeface="Montserrat" panose="00000500000000000000" pitchFamily="2" charset="0"/>
              </a:rPr>
              <a:t> : </a:t>
            </a:r>
            <a:r>
              <a:rPr lang="en-US" sz="900" b="1" i="1" dirty="0">
                <a:solidFill>
                  <a:srgbClr val="C00000"/>
                </a:solidFill>
                <a:latin typeface="Montserrat" panose="00000500000000000000" pitchFamily="2" charset="0"/>
              </a:rPr>
              <a:t>max_tokens=512,temperature=0.5</a:t>
            </a:r>
            <a:r>
              <a:rPr lang="en-US" sz="900" i="1" dirty="0">
                <a:solidFill>
                  <a:srgbClr val="C00000"/>
                </a:solidFill>
                <a:latin typeface="Montserrat" panose="00000500000000000000" pitchFamily="2" charset="0"/>
              </a:rPr>
              <a:t>,top_p=0.95,top_k=50</a:t>
            </a:r>
          </a:p>
        </p:txBody>
      </p:sp>
    </p:spTree>
    <p:extLst>
      <p:ext uri="{BB962C8B-B14F-4D97-AF65-F5344CB8AC3E}">
        <p14:creationId xmlns:p14="http://schemas.microsoft.com/office/powerpoint/2010/main" val="22468651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48">
          <a:extLst>
            <a:ext uri="{FF2B5EF4-FFF2-40B4-BE49-F238E27FC236}">
              <a16:creationId xmlns:a16="http://schemas.microsoft.com/office/drawing/2014/main" id="{1702FA6E-1C0F-22CE-8A86-B81465086524}"/>
            </a:ext>
          </a:extLst>
        </p:cNvPr>
        <p:cNvGrpSpPr/>
        <p:nvPr/>
      </p:nvGrpSpPr>
      <p:grpSpPr>
        <a:xfrm>
          <a:off x="0" y="0"/>
          <a:ext cx="0" cy="0"/>
          <a:chOff x="0" y="0"/>
          <a:chExt cx="0" cy="0"/>
        </a:xfrm>
      </p:grpSpPr>
      <p:sp>
        <p:nvSpPr>
          <p:cNvPr id="250" name="Google Shape;250;p52">
            <a:extLst>
              <a:ext uri="{FF2B5EF4-FFF2-40B4-BE49-F238E27FC236}">
                <a16:creationId xmlns:a16="http://schemas.microsoft.com/office/drawing/2014/main" id="{E89303C1-3000-2FF4-D2BC-AA0C118E635C}"/>
              </a:ext>
            </a:extLst>
          </p:cNvPr>
          <p:cNvSpPr txBox="1">
            <a:spLocks noGrp="1"/>
          </p:cNvSpPr>
          <p:nvPr>
            <p:ph type="title"/>
          </p:nvPr>
        </p:nvSpPr>
        <p:spPr>
          <a:xfrm>
            <a:off x="202550" y="289279"/>
            <a:ext cx="8520600" cy="469177"/>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2400" dirty="0">
                <a:solidFill>
                  <a:srgbClr val="0E39A9"/>
                </a:solidFill>
              </a:rPr>
              <a:t>Question Answering using RAG-Finetuning </a:t>
            </a:r>
            <a:endParaRPr sz="2400" dirty="0">
              <a:solidFill>
                <a:srgbClr val="0E39A9"/>
              </a:solidFill>
            </a:endParaRPr>
          </a:p>
        </p:txBody>
      </p:sp>
      <p:sp>
        <p:nvSpPr>
          <p:cNvPr id="252" name="Google Shape;252;p52">
            <a:extLst>
              <a:ext uri="{FF2B5EF4-FFF2-40B4-BE49-F238E27FC236}">
                <a16:creationId xmlns:a16="http://schemas.microsoft.com/office/drawing/2014/main" id="{B78D31EE-1056-F21D-F08E-C0B7D8A32456}"/>
              </a:ext>
            </a:extLst>
          </p:cNvPr>
          <p:cNvSpPr txBox="1"/>
          <p:nvPr/>
        </p:nvSpPr>
        <p:spPr>
          <a:xfrm>
            <a:off x="427583" y="1120066"/>
            <a:ext cx="8520600" cy="3700983"/>
          </a:xfrm>
          <a:prstGeom prst="rect">
            <a:avLst/>
          </a:prstGeom>
          <a:noFill/>
          <a:ln>
            <a:noFill/>
          </a:ln>
        </p:spPr>
        <p:txBody>
          <a:bodyPr spcFirstLastPara="1" wrap="square" lIns="91425" tIns="91425" rIns="91425" bIns="91425" anchor="t" anchorCtr="0">
            <a:spAutoFit/>
          </a:bodyPr>
          <a:lstStyle/>
          <a:p>
            <a:r>
              <a:rPr lang="en-US" sz="1050" b="1" dirty="0">
                <a:latin typeface="Montserrat"/>
              </a:rPr>
              <a:t>Question 4.</a:t>
            </a:r>
          </a:p>
          <a:p>
            <a:r>
              <a:rPr lang="en-US" sz="1000" dirty="0">
                <a:latin typeface="Montserrat"/>
              </a:rPr>
              <a:t>What treatments are recommended for a person who has sustained a physical injury to brain tissue, resulting in temporary or permanent impairment of brain function?</a:t>
            </a:r>
          </a:p>
          <a:p>
            <a:pPr>
              <a:lnSpc>
                <a:spcPct val="150000"/>
              </a:lnSpc>
              <a:buSzPts val="1400"/>
            </a:pPr>
            <a:r>
              <a:rPr lang="en-US" sz="1000" b="1" u="sng" dirty="0">
                <a:latin typeface="Montserrat"/>
                <a:ea typeface="Montserrat"/>
                <a:cs typeface="Montserrat"/>
                <a:sym typeface="Montserrat"/>
              </a:rPr>
              <a:t>Response Received </a:t>
            </a:r>
          </a:p>
          <a:p>
            <a:pPr>
              <a:lnSpc>
                <a:spcPct val="150000"/>
              </a:lnSpc>
              <a:buSzPts val="1400"/>
            </a:pPr>
            <a:r>
              <a:rPr lang="en-US" sz="800" dirty="0">
                <a:latin typeface="Montserrat"/>
                <a:ea typeface="Montserrat"/>
                <a:cs typeface="Montserrat"/>
                <a:sym typeface="Montserrat"/>
              </a:rPr>
              <a:t>From the context, it states that "Initial treatment consists of ensuring a reliable airway and maintaining adequate ventilation, oxygenation, and blood pressure. Surgery is often needed in patients with more severe injury to place monitors to track and treat intracranial pressure, decompress the brain if intracranial pressure is increased, or remove intracranial hematomas." Additionally, "Subsequently, many patients require rehabilitation." It also mentions that there is no specific treatment for TBI but supportive care should include preventing systemic complications due to immobilization, providing good nutrition, and preventing pressure ulcers. Therefore, the recommended treatments for a person who has sustained a physical injury to brain tissue, resulting in temporary or permanent impairment of brain function, are ensuring a reliable airway, maintaining adequate ventilation, oxygenation, and blood pressure, surgery if necessary, rehabilitation, preventing systemic complications due to immobilization, providing good nutrition, and preventing pressure ulcers.</a:t>
            </a:r>
          </a:p>
          <a:p>
            <a:pPr>
              <a:lnSpc>
                <a:spcPct val="150000"/>
              </a:lnSpc>
              <a:buSzPts val="1400"/>
            </a:pPr>
            <a:r>
              <a:rPr lang="en-US" sz="1100" b="1" i="0" u="sng" strike="noStrike" cap="none" dirty="0">
                <a:solidFill>
                  <a:srgbClr val="000000"/>
                </a:solidFill>
                <a:latin typeface="Montserrat"/>
                <a:ea typeface="Montserrat"/>
                <a:cs typeface="Montserrat"/>
                <a:sym typeface="Montserrat"/>
              </a:rPr>
              <a:t>Comments</a:t>
            </a:r>
            <a:r>
              <a:rPr lang="en-US" sz="1000" b="0" i="0" u="none" strike="noStrike" cap="none" dirty="0">
                <a:solidFill>
                  <a:srgbClr val="000000"/>
                </a:solidFill>
                <a:latin typeface="Montserrat"/>
                <a:ea typeface="Montserrat"/>
                <a:cs typeface="Montserrat"/>
                <a:sym typeface="Montserrat"/>
              </a:rPr>
              <a:t> : </a:t>
            </a:r>
            <a:r>
              <a:rPr lang="en-US" sz="1000" u="sng" dirty="0">
                <a:latin typeface="Montserrat"/>
                <a:ea typeface="Montserrat"/>
                <a:cs typeface="Montserrat"/>
                <a:sym typeface="Montserrat"/>
              </a:rPr>
              <a:t>w</a:t>
            </a:r>
            <a:r>
              <a:rPr lang="en-US" sz="1000" u="sng" dirty="0">
                <a:latin typeface="Montserrat"/>
                <a:sym typeface="Montserrat"/>
              </a:rPr>
              <a:t>hen Temperature </a:t>
            </a:r>
            <a:r>
              <a:rPr lang="en-US" sz="1000" b="1" u="sng" dirty="0">
                <a:latin typeface="Montserrat"/>
                <a:sym typeface="Montserrat"/>
              </a:rPr>
              <a:t>changed to 0.5 </a:t>
            </a:r>
            <a:r>
              <a:rPr lang="en-US" sz="1000" u="sng" dirty="0">
                <a:latin typeface="Montserrat"/>
                <a:sym typeface="Montserrat"/>
              </a:rPr>
              <a:t>(0 was experimented previously)</a:t>
            </a:r>
          </a:p>
          <a:p>
            <a:pPr>
              <a:lnSpc>
                <a:spcPct val="150000"/>
              </a:lnSpc>
              <a:buSzPts val="1400"/>
            </a:pPr>
            <a:endParaRPr lang="en-US" sz="1000" b="0" i="0" u="none" strike="noStrike" cap="none" dirty="0">
              <a:solidFill>
                <a:srgbClr val="000000"/>
              </a:solidFill>
              <a:latin typeface="Montserrat"/>
              <a:ea typeface="Montserrat"/>
              <a:cs typeface="Montserrat"/>
              <a:sym typeface="Montserrat"/>
            </a:endParaRPr>
          </a:p>
          <a:p>
            <a:pPr marL="171450" indent="-171450">
              <a:lnSpc>
                <a:spcPct val="150000"/>
              </a:lnSpc>
              <a:buSzPts val="1400"/>
              <a:buFont typeface="Wingdings" panose="05000000000000000000" pitchFamily="2" charset="2"/>
              <a:buChar char="§"/>
            </a:pPr>
            <a:r>
              <a:rPr lang="en-US" sz="900" b="1" dirty="0">
                <a:latin typeface="Montserrat"/>
                <a:ea typeface="Montserrat"/>
                <a:cs typeface="Montserrat"/>
                <a:sym typeface="Montserrat"/>
              </a:rPr>
              <a:t>Temperature = 0 </a:t>
            </a:r>
            <a:r>
              <a:rPr lang="en-US" sz="900" dirty="0">
                <a:latin typeface="Montserrat"/>
                <a:ea typeface="Montserrat"/>
                <a:cs typeface="Montserrat"/>
                <a:sym typeface="Montserrat"/>
              </a:rPr>
              <a:t>(</a:t>
            </a:r>
            <a:r>
              <a:rPr lang="en-US" sz="900" b="1" dirty="0">
                <a:latin typeface="Montserrat"/>
                <a:ea typeface="Montserrat"/>
                <a:cs typeface="Montserrat"/>
                <a:sym typeface="Montserrat"/>
              </a:rPr>
              <a:t>Deterministic</a:t>
            </a:r>
            <a:r>
              <a:rPr lang="en-US" sz="900" dirty="0">
                <a:latin typeface="Montserrat"/>
                <a:ea typeface="Montserrat"/>
                <a:cs typeface="Montserrat"/>
                <a:sym typeface="Montserrat"/>
              </a:rPr>
              <a:t>):At temperature 0, the response was highly deterministic and closely grounded in the retrieved context, resulting in a comprehensive and protocol-oriented answer previously </a:t>
            </a:r>
          </a:p>
          <a:p>
            <a:pPr marL="171450" indent="-171450">
              <a:lnSpc>
                <a:spcPct val="150000"/>
              </a:lnSpc>
              <a:buSzPts val="1400"/>
              <a:buFont typeface="Wingdings" panose="05000000000000000000" pitchFamily="2" charset="2"/>
              <a:buChar char="§"/>
            </a:pPr>
            <a:r>
              <a:rPr lang="en-US" sz="900" b="1" dirty="0">
                <a:latin typeface="Montserrat"/>
                <a:ea typeface="Montserrat"/>
                <a:cs typeface="Montserrat"/>
                <a:sym typeface="Montserrat"/>
              </a:rPr>
              <a:t>Temperature = 0.5 (More Flexible but Less Stable): </a:t>
            </a:r>
            <a:r>
              <a:rPr lang="en-US" sz="900" dirty="0">
                <a:latin typeface="Montserrat"/>
                <a:ea typeface="Montserrat"/>
                <a:cs typeface="Montserrat"/>
                <a:sym typeface="Montserrat"/>
              </a:rPr>
              <a:t>At temperature 0.5, the model exhibits increased variability and attempts to provided multiple treatment options “</a:t>
            </a:r>
            <a:r>
              <a:rPr lang="en-US" sz="900" i="1" dirty="0">
                <a:latin typeface="Montserrat"/>
                <a:ea typeface="Montserrat"/>
                <a:cs typeface="Montserrat"/>
                <a:sym typeface="Montserrat"/>
              </a:rPr>
              <a:t>It also mentions that there is no specific treatment for TBI but supportive care should include preventing systemic complications due to immobilization, providing good nutrition, and preventing pressure ulcers.”</a:t>
            </a:r>
          </a:p>
        </p:txBody>
      </p:sp>
      <p:sp>
        <p:nvSpPr>
          <p:cNvPr id="2" name="TextBox 1">
            <a:extLst>
              <a:ext uri="{FF2B5EF4-FFF2-40B4-BE49-F238E27FC236}">
                <a16:creationId xmlns:a16="http://schemas.microsoft.com/office/drawing/2014/main" id="{F695D7FC-03A0-5016-2A33-43477469EDBB}"/>
              </a:ext>
            </a:extLst>
          </p:cNvPr>
          <p:cNvSpPr txBox="1"/>
          <p:nvPr/>
        </p:nvSpPr>
        <p:spPr>
          <a:xfrm>
            <a:off x="524540" y="758456"/>
            <a:ext cx="7721471" cy="246221"/>
          </a:xfrm>
          <a:prstGeom prst="rect">
            <a:avLst/>
          </a:prstGeom>
          <a:noFill/>
        </p:spPr>
        <p:txBody>
          <a:bodyPr wrap="square" rtlCol="0">
            <a:spAutoFit/>
          </a:bodyPr>
          <a:lstStyle/>
          <a:p>
            <a:r>
              <a:rPr lang="en-US" sz="1000" b="1" dirty="0">
                <a:solidFill>
                  <a:srgbClr val="C00000"/>
                </a:solidFill>
                <a:latin typeface="Montserrat" panose="00000500000000000000" pitchFamily="2" charset="0"/>
              </a:rPr>
              <a:t>Parameters</a:t>
            </a:r>
            <a:r>
              <a:rPr lang="en-US" sz="900" b="1" dirty="0">
                <a:solidFill>
                  <a:srgbClr val="C00000"/>
                </a:solidFill>
                <a:latin typeface="Montserrat" panose="00000500000000000000" pitchFamily="2" charset="0"/>
              </a:rPr>
              <a:t> : </a:t>
            </a:r>
            <a:r>
              <a:rPr lang="en-US" sz="900" dirty="0">
                <a:solidFill>
                  <a:srgbClr val="C00000"/>
                </a:solidFill>
                <a:latin typeface="Montserrat" panose="00000500000000000000" pitchFamily="2" charset="0"/>
              </a:rPr>
              <a:t>max_tokens=256</a:t>
            </a:r>
            <a:r>
              <a:rPr lang="en-US" sz="900" b="1" i="1" dirty="0">
                <a:solidFill>
                  <a:srgbClr val="C00000"/>
                </a:solidFill>
                <a:latin typeface="Montserrat" panose="00000500000000000000" pitchFamily="2" charset="0"/>
              </a:rPr>
              <a:t>,temperature=0.5</a:t>
            </a:r>
            <a:r>
              <a:rPr lang="en-US" sz="900" i="1" dirty="0">
                <a:solidFill>
                  <a:srgbClr val="C00000"/>
                </a:solidFill>
                <a:latin typeface="Montserrat" panose="00000500000000000000" pitchFamily="2" charset="0"/>
              </a:rPr>
              <a:t>,top_p=0.95,top_k=50</a:t>
            </a:r>
          </a:p>
        </p:txBody>
      </p:sp>
    </p:spTree>
    <p:extLst>
      <p:ext uri="{BB962C8B-B14F-4D97-AF65-F5344CB8AC3E}">
        <p14:creationId xmlns:p14="http://schemas.microsoft.com/office/powerpoint/2010/main" val="9988992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48">
          <a:extLst>
            <a:ext uri="{FF2B5EF4-FFF2-40B4-BE49-F238E27FC236}">
              <a16:creationId xmlns:a16="http://schemas.microsoft.com/office/drawing/2014/main" id="{8B5F7F4F-4850-488E-246C-91CBBCA02AFE}"/>
            </a:ext>
          </a:extLst>
        </p:cNvPr>
        <p:cNvGrpSpPr/>
        <p:nvPr/>
      </p:nvGrpSpPr>
      <p:grpSpPr>
        <a:xfrm>
          <a:off x="0" y="0"/>
          <a:ext cx="0" cy="0"/>
          <a:chOff x="0" y="0"/>
          <a:chExt cx="0" cy="0"/>
        </a:xfrm>
      </p:grpSpPr>
      <p:sp>
        <p:nvSpPr>
          <p:cNvPr id="250" name="Google Shape;250;p52">
            <a:extLst>
              <a:ext uri="{FF2B5EF4-FFF2-40B4-BE49-F238E27FC236}">
                <a16:creationId xmlns:a16="http://schemas.microsoft.com/office/drawing/2014/main" id="{0C9D846E-2AA9-22F1-EC59-B6DDF9DDAC26}"/>
              </a:ext>
            </a:extLst>
          </p:cNvPr>
          <p:cNvSpPr txBox="1">
            <a:spLocks noGrp="1"/>
          </p:cNvSpPr>
          <p:nvPr>
            <p:ph type="title"/>
          </p:nvPr>
        </p:nvSpPr>
        <p:spPr>
          <a:xfrm>
            <a:off x="275166" y="76628"/>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2400" dirty="0">
                <a:solidFill>
                  <a:srgbClr val="0E39A9"/>
                </a:solidFill>
              </a:rPr>
              <a:t>Question Answering using RAG-Finetuning </a:t>
            </a:r>
            <a:endParaRPr sz="2400" dirty="0">
              <a:solidFill>
                <a:srgbClr val="0E39A9"/>
              </a:solidFill>
            </a:endParaRPr>
          </a:p>
        </p:txBody>
      </p:sp>
      <p:sp>
        <p:nvSpPr>
          <p:cNvPr id="252" name="Google Shape;252;p52">
            <a:extLst>
              <a:ext uri="{FF2B5EF4-FFF2-40B4-BE49-F238E27FC236}">
                <a16:creationId xmlns:a16="http://schemas.microsoft.com/office/drawing/2014/main" id="{FD1F5FDE-D286-60EF-A2EC-EDF461D4190A}"/>
              </a:ext>
            </a:extLst>
          </p:cNvPr>
          <p:cNvSpPr txBox="1"/>
          <p:nvPr/>
        </p:nvSpPr>
        <p:spPr>
          <a:xfrm>
            <a:off x="348234" y="1013740"/>
            <a:ext cx="8447532" cy="4054926"/>
          </a:xfrm>
          <a:prstGeom prst="rect">
            <a:avLst/>
          </a:prstGeom>
          <a:noFill/>
          <a:ln>
            <a:noFill/>
          </a:ln>
        </p:spPr>
        <p:txBody>
          <a:bodyPr spcFirstLastPara="1" wrap="square" lIns="91425" tIns="91425" rIns="91425" bIns="91425" anchor="t" anchorCtr="0">
            <a:spAutoFit/>
          </a:bodyPr>
          <a:lstStyle/>
          <a:p>
            <a:r>
              <a:rPr lang="en-US" sz="1050" b="1" dirty="0">
                <a:latin typeface="Montserrat"/>
              </a:rPr>
              <a:t>Question 5</a:t>
            </a:r>
          </a:p>
          <a:p>
            <a:r>
              <a:rPr lang="en-US" sz="1050" dirty="0">
                <a:latin typeface="Montserrat"/>
              </a:rPr>
              <a:t>What are the necessary precautions and treatment steps for a person who has fractured their leg during a hiking trip, and what should be considered for their care and recovery?</a:t>
            </a:r>
          </a:p>
          <a:p>
            <a:endParaRPr lang="en-US" sz="1050" b="1" dirty="0">
              <a:latin typeface="Montserrat"/>
              <a:ea typeface="Montserrat"/>
              <a:cs typeface="Montserrat"/>
              <a:sym typeface="Montserrat"/>
            </a:endParaRPr>
          </a:p>
          <a:p>
            <a:r>
              <a:rPr lang="en-US" sz="1050" b="1" u="sng" dirty="0">
                <a:latin typeface="Montserrat"/>
                <a:ea typeface="Montserrat"/>
                <a:cs typeface="Montserrat"/>
                <a:sym typeface="Montserrat"/>
              </a:rPr>
              <a:t>Response Received</a:t>
            </a:r>
          </a:p>
          <a:p>
            <a:endParaRPr lang="en-US" sz="1050" b="1" u="sng" dirty="0">
              <a:latin typeface="Montserrat"/>
              <a:ea typeface="Montserrat"/>
              <a:cs typeface="Montserrat"/>
              <a:sym typeface="Montserrat"/>
            </a:endParaRPr>
          </a:p>
          <a:p>
            <a:r>
              <a:rPr lang="en-US" sz="900" dirty="0">
                <a:latin typeface="Montserrat"/>
                <a:ea typeface="Montserrat"/>
                <a:cs typeface="Montserrat"/>
                <a:sym typeface="Montserrat"/>
              </a:rPr>
              <a:t>The context provides information about the symptoms of a fracture, which include pain, swelling, ecchymosis, crepitation, deformity, and abnormal motion. It also mentions that treatment involves analgesics, immobilization, and sometimes surgery. The context specifically discusses the use of elastic bandages for initial injury care, elevation of the injured limb to minimize swelling, and periodic application of warmth after 48 hours to relieve pain and speed healing. It also mentions the importance of immobilizing joints proximal and distal to the injury, using a cast or splint depending on the length of immobilization required, and keeping the cast dry and inspecting the skin around it daily for signs of infection or irritation. The context also discusses potential complications of prolonged immobilization, such as stiffness, contractures, and muscle atrophy. It suggests that some rapidly healing injuries may benefit from early mobilization to minimize these complications. The context does not mention any specific precautions or treatment steps for a person who has fractured their leg during a hiking trip beyond the general information provided about fracture care and recovery. Therefore, based on the context</a:t>
            </a:r>
          </a:p>
          <a:p>
            <a:pPr>
              <a:lnSpc>
                <a:spcPct val="150000"/>
              </a:lnSpc>
              <a:buSzPts val="1400"/>
            </a:pPr>
            <a:r>
              <a:rPr lang="en-US" sz="1100" b="1" i="0" u="sng" strike="noStrike" cap="none" dirty="0">
                <a:solidFill>
                  <a:srgbClr val="000000"/>
                </a:solidFill>
                <a:latin typeface="Montserrat"/>
                <a:ea typeface="Montserrat"/>
                <a:cs typeface="Montserrat"/>
                <a:sym typeface="Montserrat"/>
              </a:rPr>
              <a:t>Comments</a:t>
            </a:r>
            <a:r>
              <a:rPr lang="en-US" sz="1000" b="0" i="0" u="sng" strike="noStrike" cap="none" dirty="0">
                <a:solidFill>
                  <a:srgbClr val="000000"/>
                </a:solidFill>
                <a:latin typeface="Montserrat"/>
                <a:ea typeface="Montserrat"/>
                <a:cs typeface="Montserrat"/>
                <a:sym typeface="Montserrat"/>
              </a:rPr>
              <a:t> :  W</a:t>
            </a:r>
            <a:r>
              <a:rPr lang="en-US" sz="1000" u="sng" dirty="0">
                <a:latin typeface="Montserrat"/>
                <a:sym typeface="Montserrat"/>
              </a:rPr>
              <a:t>hen Temperature </a:t>
            </a:r>
            <a:r>
              <a:rPr lang="en-US" sz="1000" b="1" u="sng" dirty="0">
                <a:latin typeface="Montserrat"/>
                <a:sym typeface="Montserrat"/>
              </a:rPr>
              <a:t>changed to 0.5 </a:t>
            </a:r>
            <a:r>
              <a:rPr lang="en-US" sz="1000" u="sng" dirty="0">
                <a:latin typeface="Montserrat"/>
                <a:sym typeface="Montserrat"/>
              </a:rPr>
              <a:t>(0 was experimented previously)</a:t>
            </a:r>
          </a:p>
          <a:p>
            <a:pPr marL="171450" indent="-171450">
              <a:lnSpc>
                <a:spcPct val="150000"/>
              </a:lnSpc>
              <a:buSzPts val="1400"/>
              <a:buFont typeface="Wingdings" panose="05000000000000000000" pitchFamily="2" charset="2"/>
              <a:buChar char="§"/>
            </a:pPr>
            <a:r>
              <a:rPr lang="en-US" sz="900" b="1" dirty="0">
                <a:latin typeface="Montserrat"/>
                <a:ea typeface="Montserrat"/>
                <a:cs typeface="Montserrat"/>
                <a:sym typeface="Montserrat"/>
              </a:rPr>
              <a:t>Temperature = 0 (Deterministic but Truncated Output): </a:t>
            </a:r>
            <a:r>
              <a:rPr lang="en-US" sz="900" dirty="0">
                <a:latin typeface="Montserrat"/>
                <a:ea typeface="Montserrat"/>
                <a:cs typeface="Montserrat"/>
                <a:sym typeface="Montserrat"/>
              </a:rPr>
              <a:t>At temperature 0, the model has produces a deterministic, clinically relevant response in previous asks(only by RAG) that aligns well with the retrieved context and covers key precautions and treatment steps (elevation, immobilization, cast care). </a:t>
            </a:r>
          </a:p>
          <a:p>
            <a:pPr marL="171450" indent="-171450">
              <a:lnSpc>
                <a:spcPct val="150000"/>
              </a:lnSpc>
              <a:buSzPts val="1400"/>
              <a:buFont typeface="Wingdings" panose="05000000000000000000" pitchFamily="2" charset="2"/>
              <a:buChar char="§"/>
            </a:pPr>
            <a:r>
              <a:rPr lang="en-US" sz="900" b="1" dirty="0">
                <a:latin typeface="Montserrat"/>
                <a:ea typeface="Montserrat"/>
                <a:cs typeface="Montserrat"/>
                <a:sym typeface="Montserrat"/>
              </a:rPr>
              <a:t>Temperature = 0.5 (Verbose but Context-Diffuse): </a:t>
            </a:r>
            <a:r>
              <a:rPr lang="en-US" sz="900" dirty="0">
                <a:latin typeface="Montserrat"/>
                <a:ea typeface="Montserrat"/>
                <a:cs typeface="Montserrat"/>
                <a:sym typeface="Montserrat"/>
              </a:rPr>
              <a:t>At temperature 0.5, the model becomes more verbose and descriptive, largely summarizing the retrieved context rather than directly answering the question. While the information is accurate, the response lacks focus on the hiking-specific scenario and fails to synthesize clear precautions and recovery steps, weakening its practical value.</a:t>
            </a:r>
          </a:p>
        </p:txBody>
      </p:sp>
      <p:sp>
        <p:nvSpPr>
          <p:cNvPr id="2" name="TextBox 1">
            <a:extLst>
              <a:ext uri="{FF2B5EF4-FFF2-40B4-BE49-F238E27FC236}">
                <a16:creationId xmlns:a16="http://schemas.microsoft.com/office/drawing/2014/main" id="{B161A632-4015-C1C4-6CA7-B62DAEDE4EF7}"/>
              </a:ext>
            </a:extLst>
          </p:cNvPr>
          <p:cNvSpPr txBox="1"/>
          <p:nvPr/>
        </p:nvSpPr>
        <p:spPr>
          <a:xfrm>
            <a:off x="404037" y="708423"/>
            <a:ext cx="7721471" cy="246221"/>
          </a:xfrm>
          <a:prstGeom prst="rect">
            <a:avLst/>
          </a:prstGeom>
          <a:noFill/>
        </p:spPr>
        <p:txBody>
          <a:bodyPr wrap="square" rtlCol="0">
            <a:spAutoFit/>
          </a:bodyPr>
          <a:lstStyle/>
          <a:p>
            <a:r>
              <a:rPr lang="en-US" sz="1000" b="1" dirty="0">
                <a:solidFill>
                  <a:srgbClr val="C00000"/>
                </a:solidFill>
                <a:latin typeface="Montserrat" panose="00000500000000000000" pitchFamily="2" charset="0"/>
              </a:rPr>
              <a:t>Parameters</a:t>
            </a:r>
            <a:r>
              <a:rPr lang="en-US" sz="900" b="1" dirty="0">
                <a:solidFill>
                  <a:srgbClr val="C00000"/>
                </a:solidFill>
                <a:latin typeface="Montserrat" panose="00000500000000000000" pitchFamily="2" charset="0"/>
              </a:rPr>
              <a:t> : </a:t>
            </a:r>
            <a:r>
              <a:rPr lang="en-US" sz="900" dirty="0">
                <a:solidFill>
                  <a:srgbClr val="C00000"/>
                </a:solidFill>
                <a:latin typeface="Montserrat" panose="00000500000000000000" pitchFamily="2" charset="0"/>
              </a:rPr>
              <a:t>max_tokens=256</a:t>
            </a:r>
            <a:r>
              <a:rPr lang="en-US" sz="900" b="1" i="1" dirty="0">
                <a:solidFill>
                  <a:srgbClr val="C00000"/>
                </a:solidFill>
                <a:latin typeface="Montserrat" panose="00000500000000000000" pitchFamily="2" charset="0"/>
              </a:rPr>
              <a:t>,temperature=0.5</a:t>
            </a:r>
            <a:r>
              <a:rPr lang="en-US" sz="900" i="1" dirty="0">
                <a:solidFill>
                  <a:srgbClr val="C00000"/>
                </a:solidFill>
                <a:latin typeface="Montserrat" panose="00000500000000000000" pitchFamily="2" charset="0"/>
              </a:rPr>
              <a:t>,top_p=0.95,top_k=50</a:t>
            </a:r>
          </a:p>
        </p:txBody>
      </p:sp>
    </p:spTree>
    <p:extLst>
      <p:ext uri="{BB962C8B-B14F-4D97-AF65-F5344CB8AC3E}">
        <p14:creationId xmlns:p14="http://schemas.microsoft.com/office/powerpoint/2010/main" val="133070791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04">
          <a:extLst>
            <a:ext uri="{FF2B5EF4-FFF2-40B4-BE49-F238E27FC236}">
              <a16:creationId xmlns:a16="http://schemas.microsoft.com/office/drawing/2014/main" id="{43A2A165-06A1-B524-4F14-AEAA1342BCE8}"/>
            </a:ext>
          </a:extLst>
        </p:cNvPr>
        <p:cNvGrpSpPr/>
        <p:nvPr/>
      </p:nvGrpSpPr>
      <p:grpSpPr>
        <a:xfrm>
          <a:off x="0" y="0"/>
          <a:ext cx="0" cy="0"/>
          <a:chOff x="0" y="0"/>
          <a:chExt cx="0" cy="0"/>
        </a:xfrm>
      </p:grpSpPr>
      <p:sp>
        <p:nvSpPr>
          <p:cNvPr id="305" name="Google Shape;305;p56">
            <a:extLst>
              <a:ext uri="{FF2B5EF4-FFF2-40B4-BE49-F238E27FC236}">
                <a16:creationId xmlns:a16="http://schemas.microsoft.com/office/drawing/2014/main" id="{07C2BC9A-C04B-C4DE-CB30-E8A7D60EC3B6}"/>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2400" dirty="0">
                <a:solidFill>
                  <a:srgbClr val="0E39A9"/>
                </a:solidFill>
              </a:rPr>
              <a:t>Output </a:t>
            </a:r>
            <a:r>
              <a:rPr lang="en-US" sz="2400" dirty="0">
                <a:solidFill>
                  <a:srgbClr val="0E39A9"/>
                </a:solidFill>
              </a:rPr>
              <a:t>Evaluation Prompt - </a:t>
            </a:r>
            <a:r>
              <a:rPr lang="en-US" sz="2400" u="sng" dirty="0">
                <a:solidFill>
                  <a:srgbClr val="0E39A9"/>
                </a:solidFill>
              </a:rPr>
              <a:t>Groundedness</a:t>
            </a:r>
            <a:br>
              <a:rPr lang="en-US" sz="2400" u="sng" dirty="0">
                <a:solidFill>
                  <a:srgbClr val="0E39A9"/>
                </a:solidFill>
              </a:rPr>
            </a:br>
            <a:endParaRPr sz="2400" u="sng" dirty="0">
              <a:solidFill>
                <a:srgbClr val="0E39A9"/>
              </a:solidFill>
            </a:endParaRPr>
          </a:p>
        </p:txBody>
      </p:sp>
      <p:sp>
        <p:nvSpPr>
          <p:cNvPr id="3" name="TextBox 2">
            <a:extLst>
              <a:ext uri="{FF2B5EF4-FFF2-40B4-BE49-F238E27FC236}">
                <a16:creationId xmlns:a16="http://schemas.microsoft.com/office/drawing/2014/main" id="{78885562-251D-3D1E-B328-14D0F0C63242}"/>
              </a:ext>
            </a:extLst>
          </p:cNvPr>
          <p:cNvSpPr txBox="1"/>
          <p:nvPr/>
        </p:nvSpPr>
        <p:spPr>
          <a:xfrm>
            <a:off x="202550" y="861979"/>
            <a:ext cx="8755372" cy="4211409"/>
          </a:xfrm>
          <a:prstGeom prst="rect">
            <a:avLst/>
          </a:prstGeom>
          <a:noFill/>
        </p:spPr>
        <p:txBody>
          <a:bodyPr wrap="square" rtlCol="0">
            <a:spAutoFit/>
          </a:bodyPr>
          <a:lstStyle/>
          <a:p>
            <a:pPr>
              <a:lnSpc>
                <a:spcPts val="1425"/>
              </a:lnSpc>
              <a:buNone/>
            </a:pPr>
            <a:r>
              <a:rPr lang="en-US" sz="1100" b="0" dirty="0">
                <a:solidFill>
                  <a:schemeClr val="accent2">
                    <a:lumMod val="50000"/>
                  </a:schemeClr>
                </a:solidFill>
                <a:effectLst/>
                <a:latin typeface="Montserrat" panose="00000500000000000000" pitchFamily="2" charset="0"/>
              </a:rPr>
              <a:t>You are tasked with rating AI generated answers to questions posed by users.</a:t>
            </a:r>
          </a:p>
          <a:p>
            <a:pPr>
              <a:lnSpc>
                <a:spcPts val="1425"/>
              </a:lnSpc>
              <a:buNone/>
            </a:pPr>
            <a:r>
              <a:rPr lang="en-US" sz="1100" b="0" dirty="0">
                <a:solidFill>
                  <a:schemeClr val="accent2">
                    <a:lumMod val="50000"/>
                  </a:schemeClr>
                </a:solidFill>
                <a:effectLst/>
                <a:latin typeface="Montserrat" panose="00000500000000000000" pitchFamily="2" charset="0"/>
              </a:rPr>
              <a:t>You will be presented a question, context used by the AI system to generate the answer and an AI generated answer to the question.</a:t>
            </a:r>
          </a:p>
          <a:p>
            <a:pPr>
              <a:lnSpc>
                <a:spcPts val="1425"/>
              </a:lnSpc>
              <a:buNone/>
            </a:pPr>
            <a:r>
              <a:rPr lang="en-US" sz="1100" b="0" dirty="0">
                <a:solidFill>
                  <a:schemeClr val="accent2">
                    <a:lumMod val="50000"/>
                  </a:schemeClr>
                </a:solidFill>
                <a:effectLst/>
                <a:latin typeface="Montserrat" panose="00000500000000000000" pitchFamily="2" charset="0"/>
              </a:rPr>
              <a:t>In the input, the question will begin with ###Question, the context will begin with ###Context while the AI generated answer will begin with ###Answer.</a:t>
            </a:r>
          </a:p>
          <a:p>
            <a:pPr>
              <a:lnSpc>
                <a:spcPts val="1425"/>
              </a:lnSpc>
              <a:buNone/>
            </a:pPr>
            <a:endParaRPr lang="en-US" sz="1100" b="0" dirty="0">
              <a:solidFill>
                <a:schemeClr val="accent2">
                  <a:lumMod val="50000"/>
                </a:schemeClr>
              </a:solidFill>
              <a:effectLst/>
              <a:latin typeface="Montserrat" panose="00000500000000000000" pitchFamily="2" charset="0"/>
            </a:endParaRPr>
          </a:p>
          <a:p>
            <a:pPr>
              <a:lnSpc>
                <a:spcPts val="1425"/>
              </a:lnSpc>
              <a:buNone/>
            </a:pPr>
            <a:r>
              <a:rPr lang="en-US" sz="1100" b="1" dirty="0">
                <a:solidFill>
                  <a:schemeClr val="accent2">
                    <a:lumMod val="50000"/>
                  </a:schemeClr>
                </a:solidFill>
                <a:effectLst/>
                <a:latin typeface="Montserrat" panose="00000500000000000000" pitchFamily="2" charset="0"/>
              </a:rPr>
              <a:t>Evaluation criteria:</a:t>
            </a:r>
          </a:p>
          <a:p>
            <a:pPr>
              <a:lnSpc>
                <a:spcPts val="1425"/>
              </a:lnSpc>
              <a:buNone/>
            </a:pPr>
            <a:r>
              <a:rPr lang="en-US" sz="1100" b="0" dirty="0">
                <a:solidFill>
                  <a:schemeClr val="accent2">
                    <a:lumMod val="50000"/>
                  </a:schemeClr>
                </a:solidFill>
                <a:effectLst/>
                <a:latin typeface="Montserrat" panose="00000500000000000000" pitchFamily="2" charset="0"/>
              </a:rPr>
              <a:t>The task is to judge the extent to which the metric is followed by the answer.</a:t>
            </a:r>
          </a:p>
          <a:p>
            <a:pPr>
              <a:lnSpc>
                <a:spcPts val="1425"/>
              </a:lnSpc>
              <a:buNone/>
            </a:pPr>
            <a:r>
              <a:rPr lang="en-US" sz="1100" b="0" dirty="0">
                <a:solidFill>
                  <a:schemeClr val="accent2">
                    <a:lumMod val="50000"/>
                  </a:schemeClr>
                </a:solidFill>
                <a:effectLst/>
                <a:latin typeface="Montserrat" panose="00000500000000000000" pitchFamily="2" charset="0"/>
              </a:rPr>
              <a:t>1 - The metric is not followed at all</a:t>
            </a:r>
          </a:p>
          <a:p>
            <a:pPr>
              <a:lnSpc>
                <a:spcPts val="1425"/>
              </a:lnSpc>
              <a:buNone/>
            </a:pPr>
            <a:r>
              <a:rPr lang="en-US" sz="1100" b="0" dirty="0">
                <a:solidFill>
                  <a:schemeClr val="accent2">
                    <a:lumMod val="50000"/>
                  </a:schemeClr>
                </a:solidFill>
                <a:effectLst/>
                <a:latin typeface="Montserrat" panose="00000500000000000000" pitchFamily="2" charset="0"/>
              </a:rPr>
              <a:t>2 - The metric is followed only to a limited extent</a:t>
            </a:r>
          </a:p>
          <a:p>
            <a:pPr>
              <a:lnSpc>
                <a:spcPts val="1425"/>
              </a:lnSpc>
              <a:buNone/>
            </a:pPr>
            <a:r>
              <a:rPr lang="en-US" sz="1100" b="0" dirty="0">
                <a:solidFill>
                  <a:schemeClr val="accent2">
                    <a:lumMod val="50000"/>
                  </a:schemeClr>
                </a:solidFill>
                <a:effectLst/>
                <a:latin typeface="Montserrat" panose="00000500000000000000" pitchFamily="2" charset="0"/>
              </a:rPr>
              <a:t>3 - The metric is followed to a good extent</a:t>
            </a:r>
          </a:p>
          <a:p>
            <a:pPr>
              <a:lnSpc>
                <a:spcPts val="1425"/>
              </a:lnSpc>
              <a:buNone/>
            </a:pPr>
            <a:r>
              <a:rPr lang="en-US" sz="1100" b="0" dirty="0">
                <a:solidFill>
                  <a:schemeClr val="accent2">
                    <a:lumMod val="50000"/>
                  </a:schemeClr>
                </a:solidFill>
                <a:effectLst/>
                <a:latin typeface="Montserrat" panose="00000500000000000000" pitchFamily="2" charset="0"/>
              </a:rPr>
              <a:t>4 - The metric is followed mostly</a:t>
            </a:r>
          </a:p>
          <a:p>
            <a:pPr>
              <a:lnSpc>
                <a:spcPts val="1425"/>
              </a:lnSpc>
              <a:buNone/>
            </a:pPr>
            <a:r>
              <a:rPr lang="en-US" sz="1100" b="0" dirty="0">
                <a:solidFill>
                  <a:schemeClr val="accent2">
                    <a:lumMod val="50000"/>
                  </a:schemeClr>
                </a:solidFill>
                <a:effectLst/>
                <a:latin typeface="Montserrat" panose="00000500000000000000" pitchFamily="2" charset="0"/>
              </a:rPr>
              <a:t>5 - The metric is followed completely</a:t>
            </a:r>
          </a:p>
          <a:p>
            <a:pPr>
              <a:lnSpc>
                <a:spcPts val="1425"/>
              </a:lnSpc>
              <a:buNone/>
            </a:pPr>
            <a:endParaRPr lang="en-US" sz="1100" b="0" dirty="0">
              <a:solidFill>
                <a:schemeClr val="accent2">
                  <a:lumMod val="50000"/>
                </a:schemeClr>
              </a:solidFill>
              <a:effectLst/>
              <a:latin typeface="Montserrat" panose="00000500000000000000" pitchFamily="2" charset="0"/>
            </a:endParaRPr>
          </a:p>
          <a:p>
            <a:pPr>
              <a:lnSpc>
                <a:spcPts val="1425"/>
              </a:lnSpc>
              <a:buNone/>
            </a:pPr>
            <a:r>
              <a:rPr lang="en-US" sz="1200" b="1" dirty="0">
                <a:solidFill>
                  <a:schemeClr val="accent2">
                    <a:lumMod val="50000"/>
                  </a:schemeClr>
                </a:solidFill>
                <a:effectLst/>
                <a:latin typeface="Montserrat" panose="00000500000000000000" pitchFamily="2" charset="0"/>
              </a:rPr>
              <a:t>Metric:</a:t>
            </a:r>
          </a:p>
          <a:p>
            <a:pPr>
              <a:lnSpc>
                <a:spcPts val="1425"/>
              </a:lnSpc>
              <a:buNone/>
            </a:pPr>
            <a:r>
              <a:rPr lang="en-US" sz="1100" b="0" dirty="0">
                <a:solidFill>
                  <a:schemeClr val="accent2">
                    <a:lumMod val="50000"/>
                  </a:schemeClr>
                </a:solidFill>
                <a:effectLst/>
                <a:latin typeface="Montserrat" panose="00000500000000000000" pitchFamily="2" charset="0"/>
              </a:rPr>
              <a:t>The answer should be derived only from the information presented in the context</a:t>
            </a:r>
          </a:p>
          <a:p>
            <a:pPr>
              <a:lnSpc>
                <a:spcPts val="1425"/>
              </a:lnSpc>
              <a:buNone/>
            </a:pPr>
            <a:endParaRPr lang="en-US" sz="1100" b="0" dirty="0">
              <a:solidFill>
                <a:schemeClr val="accent2">
                  <a:lumMod val="50000"/>
                </a:schemeClr>
              </a:solidFill>
              <a:effectLst/>
              <a:latin typeface="Montserrat" panose="00000500000000000000" pitchFamily="2" charset="0"/>
            </a:endParaRPr>
          </a:p>
          <a:p>
            <a:pPr>
              <a:lnSpc>
                <a:spcPts val="1425"/>
              </a:lnSpc>
              <a:buNone/>
            </a:pPr>
            <a:r>
              <a:rPr lang="en-US" sz="1100" b="1" dirty="0">
                <a:solidFill>
                  <a:schemeClr val="accent2">
                    <a:lumMod val="50000"/>
                  </a:schemeClr>
                </a:solidFill>
                <a:effectLst/>
                <a:latin typeface="Montserrat" panose="00000500000000000000" pitchFamily="2" charset="0"/>
              </a:rPr>
              <a:t>Instructions</a:t>
            </a:r>
            <a:r>
              <a:rPr lang="en-US" sz="1100" b="0" dirty="0">
                <a:solidFill>
                  <a:schemeClr val="accent2">
                    <a:lumMod val="50000"/>
                  </a:schemeClr>
                </a:solidFill>
                <a:effectLst/>
                <a:latin typeface="Montserrat" panose="00000500000000000000" pitchFamily="2" charset="0"/>
              </a:rPr>
              <a:t>:</a:t>
            </a:r>
          </a:p>
          <a:p>
            <a:pPr>
              <a:lnSpc>
                <a:spcPts val="1425"/>
              </a:lnSpc>
              <a:buNone/>
            </a:pPr>
            <a:r>
              <a:rPr lang="en-US" sz="1100" b="0" dirty="0">
                <a:solidFill>
                  <a:schemeClr val="accent2">
                    <a:lumMod val="50000"/>
                  </a:schemeClr>
                </a:solidFill>
                <a:effectLst/>
                <a:latin typeface="Montserrat" panose="00000500000000000000" pitchFamily="2" charset="0"/>
              </a:rPr>
              <a:t>1. First write down the steps that are needed to evaluate the answer as per the metric.</a:t>
            </a:r>
          </a:p>
          <a:p>
            <a:pPr>
              <a:lnSpc>
                <a:spcPts val="1425"/>
              </a:lnSpc>
              <a:buNone/>
            </a:pPr>
            <a:r>
              <a:rPr lang="en-US" sz="1100" b="0" dirty="0">
                <a:solidFill>
                  <a:schemeClr val="accent2">
                    <a:lumMod val="50000"/>
                  </a:schemeClr>
                </a:solidFill>
                <a:effectLst/>
                <a:latin typeface="Montserrat" panose="00000500000000000000" pitchFamily="2" charset="0"/>
              </a:rPr>
              <a:t>2. Give a step-by-step explanation if the answer adheres to the metric considering the question and context as the input.</a:t>
            </a:r>
          </a:p>
          <a:p>
            <a:pPr>
              <a:lnSpc>
                <a:spcPts val="1425"/>
              </a:lnSpc>
              <a:buNone/>
            </a:pPr>
            <a:r>
              <a:rPr lang="en-US" sz="1100" b="0" dirty="0">
                <a:solidFill>
                  <a:schemeClr val="accent2">
                    <a:lumMod val="50000"/>
                  </a:schemeClr>
                </a:solidFill>
                <a:effectLst/>
                <a:latin typeface="Montserrat" panose="00000500000000000000" pitchFamily="2" charset="0"/>
              </a:rPr>
              <a:t>3. Next, evaluate the extent to which the metric is followed.</a:t>
            </a:r>
          </a:p>
          <a:p>
            <a:pPr>
              <a:lnSpc>
                <a:spcPts val="1425"/>
              </a:lnSpc>
              <a:buNone/>
            </a:pPr>
            <a:r>
              <a:rPr lang="en-US" sz="1100" b="0" dirty="0">
                <a:solidFill>
                  <a:schemeClr val="accent2">
                    <a:lumMod val="50000"/>
                  </a:schemeClr>
                </a:solidFill>
                <a:effectLst/>
                <a:latin typeface="Montserrat" panose="00000500000000000000" pitchFamily="2" charset="0"/>
              </a:rPr>
              <a:t>4. Use the previous information to rate the answer using the evaluation criteria and assign a score.</a:t>
            </a:r>
          </a:p>
          <a:p>
            <a:endParaRPr lang="en-US" sz="1100" dirty="0"/>
          </a:p>
        </p:txBody>
      </p:sp>
    </p:spTree>
    <p:extLst>
      <p:ext uri="{BB962C8B-B14F-4D97-AF65-F5344CB8AC3E}">
        <p14:creationId xmlns:p14="http://schemas.microsoft.com/office/powerpoint/2010/main" val="187395533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04">
          <a:extLst>
            <a:ext uri="{FF2B5EF4-FFF2-40B4-BE49-F238E27FC236}">
              <a16:creationId xmlns:a16="http://schemas.microsoft.com/office/drawing/2014/main" id="{E5E4B813-626E-0C4E-660F-67DE3EEFD22D}"/>
            </a:ext>
          </a:extLst>
        </p:cNvPr>
        <p:cNvGrpSpPr/>
        <p:nvPr/>
      </p:nvGrpSpPr>
      <p:grpSpPr>
        <a:xfrm>
          <a:off x="0" y="0"/>
          <a:ext cx="0" cy="0"/>
          <a:chOff x="0" y="0"/>
          <a:chExt cx="0" cy="0"/>
        </a:xfrm>
      </p:grpSpPr>
      <p:sp>
        <p:nvSpPr>
          <p:cNvPr id="305" name="Google Shape;305;p56">
            <a:extLst>
              <a:ext uri="{FF2B5EF4-FFF2-40B4-BE49-F238E27FC236}">
                <a16:creationId xmlns:a16="http://schemas.microsoft.com/office/drawing/2014/main" id="{DC1C6639-148D-A33F-D2C6-E5BE15C79DCF}"/>
              </a:ext>
            </a:extLst>
          </p:cNvPr>
          <p:cNvSpPr txBox="1">
            <a:spLocks noGrp="1"/>
          </p:cNvSpPr>
          <p:nvPr>
            <p:ph type="title"/>
          </p:nvPr>
        </p:nvSpPr>
        <p:spPr>
          <a:xfrm>
            <a:off x="227891" y="126537"/>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2400" dirty="0">
                <a:solidFill>
                  <a:srgbClr val="0E39A9"/>
                </a:solidFill>
              </a:rPr>
              <a:t>Output </a:t>
            </a:r>
            <a:r>
              <a:rPr lang="en-US" sz="2400" dirty="0">
                <a:solidFill>
                  <a:srgbClr val="0E39A9"/>
                </a:solidFill>
              </a:rPr>
              <a:t>Evaluation Prompt - </a:t>
            </a:r>
            <a:r>
              <a:rPr lang="en-US" sz="2400" u="sng" dirty="0">
                <a:solidFill>
                  <a:srgbClr val="0E39A9"/>
                </a:solidFill>
              </a:rPr>
              <a:t>Relevance</a:t>
            </a:r>
            <a:br>
              <a:rPr lang="en-US" sz="2400" dirty="0">
                <a:solidFill>
                  <a:srgbClr val="0E39A9"/>
                </a:solidFill>
              </a:rPr>
            </a:br>
            <a:endParaRPr sz="2400" dirty="0">
              <a:solidFill>
                <a:srgbClr val="0E39A9"/>
              </a:solidFill>
            </a:endParaRPr>
          </a:p>
        </p:txBody>
      </p:sp>
      <p:sp>
        <p:nvSpPr>
          <p:cNvPr id="3" name="TextBox 2">
            <a:extLst>
              <a:ext uri="{FF2B5EF4-FFF2-40B4-BE49-F238E27FC236}">
                <a16:creationId xmlns:a16="http://schemas.microsoft.com/office/drawing/2014/main" id="{7926E628-C847-1AF7-9E3C-116AEC9382AB}"/>
              </a:ext>
            </a:extLst>
          </p:cNvPr>
          <p:cNvSpPr txBox="1"/>
          <p:nvPr/>
        </p:nvSpPr>
        <p:spPr>
          <a:xfrm>
            <a:off x="202550" y="861979"/>
            <a:ext cx="8755372" cy="4154984"/>
          </a:xfrm>
          <a:prstGeom prst="rect">
            <a:avLst/>
          </a:prstGeom>
          <a:noFill/>
        </p:spPr>
        <p:txBody>
          <a:bodyPr wrap="square" rtlCol="0">
            <a:spAutoFit/>
          </a:bodyPr>
          <a:lstStyle/>
          <a:p>
            <a:r>
              <a:rPr lang="en-US" sz="1100" dirty="0">
                <a:solidFill>
                  <a:schemeClr val="accent2">
                    <a:lumMod val="50000"/>
                  </a:schemeClr>
                </a:solidFill>
                <a:latin typeface="Montserrat" panose="00000500000000000000" pitchFamily="2" charset="0"/>
              </a:rPr>
              <a:t>You are tasked with rating AI generated answers to questions posed by users.</a:t>
            </a:r>
          </a:p>
          <a:p>
            <a:r>
              <a:rPr lang="en-US" sz="1100" dirty="0">
                <a:solidFill>
                  <a:schemeClr val="accent2">
                    <a:lumMod val="50000"/>
                  </a:schemeClr>
                </a:solidFill>
                <a:latin typeface="Montserrat" panose="00000500000000000000" pitchFamily="2" charset="0"/>
              </a:rPr>
              <a:t>You will be presented a question, context used by the AI system to generate the answer and an AI generated answer to the question.</a:t>
            </a:r>
          </a:p>
          <a:p>
            <a:r>
              <a:rPr lang="en-US" sz="1100" dirty="0">
                <a:solidFill>
                  <a:schemeClr val="accent2">
                    <a:lumMod val="50000"/>
                  </a:schemeClr>
                </a:solidFill>
                <a:latin typeface="Montserrat" panose="00000500000000000000" pitchFamily="2" charset="0"/>
              </a:rPr>
              <a:t>In the input, the question will begin with ###Question, the context will begin with ###Context while the AI generated answer will begin with ###Answer.</a:t>
            </a:r>
          </a:p>
          <a:p>
            <a:endParaRPr lang="en-US" sz="1100" dirty="0">
              <a:solidFill>
                <a:schemeClr val="accent2">
                  <a:lumMod val="50000"/>
                </a:schemeClr>
              </a:solidFill>
              <a:latin typeface="Montserrat" panose="00000500000000000000" pitchFamily="2" charset="0"/>
            </a:endParaRPr>
          </a:p>
          <a:p>
            <a:r>
              <a:rPr lang="en-US" sz="1100" b="1" dirty="0">
                <a:solidFill>
                  <a:schemeClr val="accent2">
                    <a:lumMod val="50000"/>
                  </a:schemeClr>
                </a:solidFill>
                <a:latin typeface="Montserrat" panose="00000500000000000000" pitchFamily="2" charset="0"/>
              </a:rPr>
              <a:t>Evaluation criteria:</a:t>
            </a:r>
          </a:p>
          <a:p>
            <a:r>
              <a:rPr lang="en-US" sz="1100" dirty="0">
                <a:solidFill>
                  <a:schemeClr val="accent2">
                    <a:lumMod val="50000"/>
                  </a:schemeClr>
                </a:solidFill>
                <a:latin typeface="Montserrat" panose="00000500000000000000" pitchFamily="2" charset="0"/>
              </a:rPr>
              <a:t>The task is to judge the extent to which the metric is followed by the answer.</a:t>
            </a:r>
          </a:p>
          <a:p>
            <a:r>
              <a:rPr lang="en-US" sz="1100" dirty="0">
                <a:solidFill>
                  <a:schemeClr val="accent2">
                    <a:lumMod val="50000"/>
                  </a:schemeClr>
                </a:solidFill>
                <a:latin typeface="Montserrat" panose="00000500000000000000" pitchFamily="2" charset="0"/>
              </a:rPr>
              <a:t>1 - The metric is not followed at all</a:t>
            </a:r>
          </a:p>
          <a:p>
            <a:r>
              <a:rPr lang="en-US" sz="1100" dirty="0">
                <a:solidFill>
                  <a:schemeClr val="accent2">
                    <a:lumMod val="50000"/>
                  </a:schemeClr>
                </a:solidFill>
                <a:latin typeface="Montserrat" panose="00000500000000000000" pitchFamily="2" charset="0"/>
              </a:rPr>
              <a:t>2 - The metric is followed only to a limited extent</a:t>
            </a:r>
          </a:p>
          <a:p>
            <a:r>
              <a:rPr lang="en-US" sz="1100" dirty="0">
                <a:solidFill>
                  <a:schemeClr val="accent2">
                    <a:lumMod val="50000"/>
                  </a:schemeClr>
                </a:solidFill>
                <a:latin typeface="Montserrat" panose="00000500000000000000" pitchFamily="2" charset="0"/>
              </a:rPr>
              <a:t>3 - The metric is followed to a good extent</a:t>
            </a:r>
          </a:p>
          <a:p>
            <a:r>
              <a:rPr lang="en-US" sz="1100" dirty="0">
                <a:solidFill>
                  <a:schemeClr val="accent2">
                    <a:lumMod val="50000"/>
                  </a:schemeClr>
                </a:solidFill>
                <a:latin typeface="Montserrat" panose="00000500000000000000" pitchFamily="2" charset="0"/>
              </a:rPr>
              <a:t>4 - The metric is followed mostly</a:t>
            </a:r>
          </a:p>
          <a:p>
            <a:r>
              <a:rPr lang="en-US" sz="1100" dirty="0">
                <a:solidFill>
                  <a:schemeClr val="accent2">
                    <a:lumMod val="50000"/>
                  </a:schemeClr>
                </a:solidFill>
                <a:latin typeface="Montserrat" panose="00000500000000000000" pitchFamily="2" charset="0"/>
              </a:rPr>
              <a:t>5 - The metric is followed completely</a:t>
            </a:r>
          </a:p>
          <a:p>
            <a:endParaRPr lang="en-US" sz="1100" dirty="0">
              <a:solidFill>
                <a:schemeClr val="accent2">
                  <a:lumMod val="50000"/>
                </a:schemeClr>
              </a:solidFill>
              <a:latin typeface="Montserrat" panose="00000500000000000000" pitchFamily="2" charset="0"/>
            </a:endParaRPr>
          </a:p>
          <a:p>
            <a:r>
              <a:rPr lang="en-US" sz="1200" b="1" dirty="0">
                <a:solidFill>
                  <a:schemeClr val="accent2">
                    <a:lumMod val="50000"/>
                  </a:schemeClr>
                </a:solidFill>
                <a:latin typeface="Montserrat" panose="00000500000000000000" pitchFamily="2" charset="0"/>
              </a:rPr>
              <a:t>Metric</a:t>
            </a:r>
            <a:r>
              <a:rPr lang="en-US" sz="1200" dirty="0">
                <a:solidFill>
                  <a:schemeClr val="accent2">
                    <a:lumMod val="50000"/>
                  </a:schemeClr>
                </a:solidFill>
                <a:latin typeface="Montserrat" panose="00000500000000000000" pitchFamily="2" charset="0"/>
              </a:rPr>
              <a:t>:</a:t>
            </a:r>
          </a:p>
          <a:p>
            <a:r>
              <a:rPr lang="en-US" sz="1100" b="1" dirty="0">
                <a:solidFill>
                  <a:schemeClr val="accent2">
                    <a:lumMod val="50000"/>
                  </a:schemeClr>
                </a:solidFill>
                <a:latin typeface="Montserrat" panose="00000500000000000000" pitchFamily="2" charset="0"/>
              </a:rPr>
              <a:t>Relevance measures how well the answer addresses the main aspects of the question, based on the context.</a:t>
            </a:r>
          </a:p>
          <a:p>
            <a:r>
              <a:rPr lang="en-US" sz="1100" b="1" dirty="0">
                <a:solidFill>
                  <a:schemeClr val="accent2">
                    <a:lumMod val="50000"/>
                  </a:schemeClr>
                </a:solidFill>
                <a:latin typeface="Montserrat" panose="00000500000000000000" pitchFamily="2" charset="0"/>
              </a:rPr>
              <a:t>Consider whether all and only the important aspects are contained in the answer when evaluating relevance.</a:t>
            </a:r>
          </a:p>
          <a:p>
            <a:endParaRPr lang="en-US" sz="1100" dirty="0">
              <a:solidFill>
                <a:schemeClr val="accent2">
                  <a:lumMod val="50000"/>
                </a:schemeClr>
              </a:solidFill>
              <a:latin typeface="Montserrat" panose="00000500000000000000" pitchFamily="2" charset="0"/>
            </a:endParaRPr>
          </a:p>
          <a:p>
            <a:r>
              <a:rPr lang="en-US" sz="1100" b="1" dirty="0">
                <a:solidFill>
                  <a:schemeClr val="accent2">
                    <a:lumMod val="50000"/>
                  </a:schemeClr>
                </a:solidFill>
                <a:latin typeface="Montserrat" panose="00000500000000000000" pitchFamily="2" charset="0"/>
              </a:rPr>
              <a:t>Instructions:</a:t>
            </a:r>
          </a:p>
          <a:p>
            <a:r>
              <a:rPr lang="en-US" sz="1100" dirty="0">
                <a:solidFill>
                  <a:schemeClr val="accent2">
                    <a:lumMod val="50000"/>
                  </a:schemeClr>
                </a:solidFill>
                <a:latin typeface="Montserrat" panose="00000500000000000000" pitchFamily="2" charset="0"/>
              </a:rPr>
              <a:t>1. First write down the steps that are needed to evaluate the context as per the metric.</a:t>
            </a:r>
          </a:p>
          <a:p>
            <a:r>
              <a:rPr lang="en-US" sz="1100" dirty="0">
                <a:solidFill>
                  <a:schemeClr val="accent2">
                    <a:lumMod val="50000"/>
                  </a:schemeClr>
                </a:solidFill>
                <a:latin typeface="Montserrat" panose="00000500000000000000" pitchFamily="2" charset="0"/>
              </a:rPr>
              <a:t>2. Give a step-by-step explanation if the context adheres to the metric considering the question as the input.</a:t>
            </a:r>
          </a:p>
          <a:p>
            <a:r>
              <a:rPr lang="en-US" sz="1100" dirty="0">
                <a:solidFill>
                  <a:schemeClr val="accent2">
                    <a:lumMod val="50000"/>
                  </a:schemeClr>
                </a:solidFill>
                <a:latin typeface="Montserrat" panose="00000500000000000000" pitchFamily="2" charset="0"/>
              </a:rPr>
              <a:t>3. Next, evaluate the extent to which the metric is followed.</a:t>
            </a:r>
          </a:p>
          <a:p>
            <a:r>
              <a:rPr lang="en-US" sz="1100" dirty="0">
                <a:solidFill>
                  <a:schemeClr val="accent2">
                    <a:lumMod val="50000"/>
                  </a:schemeClr>
                </a:solidFill>
                <a:latin typeface="Montserrat" panose="00000500000000000000" pitchFamily="2" charset="0"/>
              </a:rPr>
              <a:t>4. Use the previous information to rate the context using the evaluation criteria and assign a score.</a:t>
            </a:r>
          </a:p>
          <a:p>
            <a:endParaRPr lang="en-US" sz="1100" dirty="0"/>
          </a:p>
        </p:txBody>
      </p:sp>
    </p:spTree>
    <p:extLst>
      <p:ext uri="{BB962C8B-B14F-4D97-AF65-F5344CB8AC3E}">
        <p14:creationId xmlns:p14="http://schemas.microsoft.com/office/powerpoint/2010/main" val="298573219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04">
          <a:extLst>
            <a:ext uri="{FF2B5EF4-FFF2-40B4-BE49-F238E27FC236}">
              <a16:creationId xmlns:a16="http://schemas.microsoft.com/office/drawing/2014/main" id="{CD2D103B-8A1E-FBBE-6BEA-EAF32EF75EBA}"/>
            </a:ext>
          </a:extLst>
        </p:cNvPr>
        <p:cNvGrpSpPr/>
        <p:nvPr/>
      </p:nvGrpSpPr>
      <p:grpSpPr>
        <a:xfrm>
          <a:off x="0" y="0"/>
          <a:ext cx="0" cy="0"/>
          <a:chOff x="0" y="0"/>
          <a:chExt cx="0" cy="0"/>
        </a:xfrm>
      </p:grpSpPr>
      <p:sp>
        <p:nvSpPr>
          <p:cNvPr id="305" name="Google Shape;305;p56">
            <a:extLst>
              <a:ext uri="{FF2B5EF4-FFF2-40B4-BE49-F238E27FC236}">
                <a16:creationId xmlns:a16="http://schemas.microsoft.com/office/drawing/2014/main" id="{86F5E26F-2823-2848-748D-E8F8E7299F83}"/>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lvl="0"/>
            <a:r>
              <a:rPr lang="en" sz="2400" dirty="0">
                <a:solidFill>
                  <a:srgbClr val="0E39A9"/>
                </a:solidFill>
              </a:rPr>
              <a:t>Output Evaluation-</a:t>
            </a:r>
            <a:r>
              <a:rPr lang="en-US" sz="2400" u="sng" dirty="0">
                <a:solidFill>
                  <a:srgbClr val="0E39A9"/>
                </a:solidFill>
              </a:rPr>
              <a:t> Groundedness  </a:t>
            </a:r>
            <a:r>
              <a:rPr lang="en" sz="2400" u="sng" dirty="0">
                <a:solidFill>
                  <a:srgbClr val="0E39A9"/>
                </a:solidFill>
              </a:rPr>
              <a:t>Response</a:t>
            </a:r>
            <a:endParaRPr sz="2400" u="sng" dirty="0">
              <a:solidFill>
                <a:srgbClr val="0E39A9"/>
              </a:solidFill>
            </a:endParaRPr>
          </a:p>
        </p:txBody>
      </p:sp>
      <p:sp>
        <p:nvSpPr>
          <p:cNvPr id="3" name="TextBox 2">
            <a:extLst>
              <a:ext uri="{FF2B5EF4-FFF2-40B4-BE49-F238E27FC236}">
                <a16:creationId xmlns:a16="http://schemas.microsoft.com/office/drawing/2014/main" id="{6E702050-2726-3E39-F0B7-7FCC1B502363}"/>
              </a:ext>
            </a:extLst>
          </p:cNvPr>
          <p:cNvSpPr txBox="1"/>
          <p:nvPr/>
        </p:nvSpPr>
        <p:spPr>
          <a:xfrm>
            <a:off x="388628" y="785832"/>
            <a:ext cx="8755372" cy="276999"/>
          </a:xfrm>
          <a:prstGeom prst="rect">
            <a:avLst/>
          </a:prstGeom>
          <a:noFill/>
        </p:spPr>
        <p:txBody>
          <a:bodyPr wrap="square" rtlCol="0">
            <a:spAutoFit/>
          </a:bodyPr>
          <a:lstStyle/>
          <a:p>
            <a:r>
              <a:rPr lang="en-US" sz="1200" b="1" dirty="0">
                <a:latin typeface="Montserrat" panose="00000500000000000000" pitchFamily="2" charset="0"/>
              </a:rPr>
              <a:t>Question 1: </a:t>
            </a:r>
            <a:r>
              <a:rPr lang="en-US" sz="1100" dirty="0">
                <a:latin typeface="Montserrat" panose="00000500000000000000" pitchFamily="2" charset="0"/>
              </a:rPr>
              <a:t>What is the protocol for managing sepsis in a critical care unit? </a:t>
            </a:r>
            <a:endParaRPr lang="en-US" sz="1200" dirty="0">
              <a:latin typeface="Montserrat" panose="00000500000000000000" pitchFamily="2" charset="0"/>
            </a:endParaRPr>
          </a:p>
        </p:txBody>
      </p:sp>
      <p:sp>
        <p:nvSpPr>
          <p:cNvPr id="6" name="TextBox 5">
            <a:extLst>
              <a:ext uri="{FF2B5EF4-FFF2-40B4-BE49-F238E27FC236}">
                <a16:creationId xmlns:a16="http://schemas.microsoft.com/office/drawing/2014/main" id="{893CEF0E-4C8E-63DE-0BD0-A95F8B976CF1}"/>
              </a:ext>
            </a:extLst>
          </p:cNvPr>
          <p:cNvSpPr txBox="1"/>
          <p:nvPr/>
        </p:nvSpPr>
        <p:spPr>
          <a:xfrm>
            <a:off x="384064" y="1435962"/>
            <a:ext cx="8719699" cy="2862322"/>
          </a:xfrm>
          <a:prstGeom prst="rect">
            <a:avLst/>
          </a:prstGeom>
          <a:noFill/>
        </p:spPr>
        <p:txBody>
          <a:bodyPr wrap="square" rtlCol="0">
            <a:spAutoFit/>
          </a:bodyPr>
          <a:lstStyle/>
          <a:p>
            <a:r>
              <a:rPr lang="en-US" sz="800" dirty="0"/>
              <a:t> </a:t>
            </a:r>
            <a:r>
              <a:rPr lang="en-US" sz="1000" b="1" dirty="0">
                <a:latin typeface="Montserrat" panose="00000500000000000000" pitchFamily="2" charset="0"/>
              </a:rPr>
              <a:t>Steps to evaluate the answer:</a:t>
            </a:r>
          </a:p>
          <a:p>
            <a:endParaRPr lang="en-US" sz="1000" b="1" dirty="0">
              <a:latin typeface="Montserrat" panose="00000500000000000000" pitchFamily="2" charset="0"/>
            </a:endParaRPr>
          </a:p>
          <a:p>
            <a:r>
              <a:rPr lang="en-US" sz="1000" dirty="0">
                <a:latin typeface="Montserrat" panose="00000500000000000000" pitchFamily="2" charset="0"/>
              </a:rPr>
              <a:t>1. Identify the key information related to managing sepsis in a critical care unit from the context.</a:t>
            </a:r>
          </a:p>
          <a:p>
            <a:r>
              <a:rPr lang="en-US" sz="1000" dirty="0">
                <a:latin typeface="Montserrat" panose="00000500000000000000" pitchFamily="2" charset="0"/>
              </a:rPr>
              <a:t>2. Compare the identified information with the AI generated answer to check if the answer is derived only from the context.</a:t>
            </a:r>
          </a:p>
          <a:p>
            <a:r>
              <a:rPr lang="en-US" sz="1000" dirty="0">
                <a:latin typeface="Montserrat" panose="00000500000000000000" pitchFamily="2" charset="0"/>
              </a:rPr>
              <a:t>3. Evaluate the extent to which the metric is followed.</a:t>
            </a:r>
          </a:p>
          <a:p>
            <a:endParaRPr lang="en-US" sz="1000" dirty="0">
              <a:latin typeface="Montserrat" panose="00000500000000000000" pitchFamily="2" charset="0"/>
            </a:endParaRPr>
          </a:p>
          <a:p>
            <a:r>
              <a:rPr lang="en-US" sz="1000" b="1" dirty="0">
                <a:latin typeface="Montserrat" panose="00000500000000000000" pitchFamily="2" charset="0"/>
              </a:rPr>
              <a:t>Explanation</a:t>
            </a:r>
            <a:r>
              <a:rPr lang="en-US" sz="1000" dirty="0">
                <a:latin typeface="Montserrat" panose="00000500000000000000" pitchFamily="2" charset="0"/>
              </a:rPr>
              <a:t>:</a:t>
            </a:r>
          </a:p>
          <a:p>
            <a:r>
              <a:rPr lang="en-US" sz="1000" dirty="0">
                <a:latin typeface="Montserrat" panose="00000500000000000000" pitchFamily="2" charset="0"/>
              </a:rPr>
              <a:t>The context provides detailed information about managing critically ill patients in an ICU, including supportive care and patient monitoring. However, it specifically mentions sepsis management under the "Blood Tests" section. The AI generated answer correctly identifies the key components of managing sepsis in a critical care unit, which are administering antibiotics based on culture and sensitivity results, continuing antibiotic therapy for at least 5 days after shock resolves, draining abscesses, surgically excising necrotic tissues, and normalizing blood glucose. These components are directly derived from the context.</a:t>
            </a:r>
          </a:p>
          <a:p>
            <a:endParaRPr lang="en-US" sz="1000" dirty="0">
              <a:latin typeface="Montserrat" panose="00000500000000000000" pitchFamily="2" charset="0"/>
            </a:endParaRPr>
          </a:p>
          <a:p>
            <a:r>
              <a:rPr lang="en-US" sz="1000" b="1" dirty="0">
                <a:latin typeface="Montserrat" panose="00000500000000000000" pitchFamily="2" charset="0"/>
              </a:rPr>
              <a:t>Evaluation</a:t>
            </a:r>
            <a:r>
              <a:rPr lang="en-US" sz="1000" dirty="0">
                <a:latin typeface="Montserrat" panose="00000500000000000000" pitchFamily="2" charset="0"/>
              </a:rPr>
              <a:t>:</a:t>
            </a:r>
          </a:p>
          <a:p>
            <a:r>
              <a:rPr lang="en-US" sz="1000" dirty="0">
                <a:latin typeface="Montserrat" panose="00000500000000000000" pitchFamily="2" charset="0"/>
              </a:rPr>
              <a:t>The metric is followed completely as the answer is derived only from the information presented in the context.</a:t>
            </a:r>
          </a:p>
          <a:p>
            <a:endParaRPr lang="en-US" sz="1000" dirty="0">
              <a:latin typeface="Montserrat" panose="00000500000000000000" pitchFamily="2" charset="0"/>
            </a:endParaRPr>
          </a:p>
          <a:p>
            <a:r>
              <a:rPr lang="en-US" sz="1000" b="1" dirty="0">
                <a:latin typeface="Montserrat" panose="00000500000000000000" pitchFamily="2" charset="0"/>
              </a:rPr>
              <a:t>Rating</a:t>
            </a:r>
            <a:r>
              <a:rPr lang="en-US" sz="1000" dirty="0">
                <a:latin typeface="Montserrat" panose="00000500000000000000" pitchFamily="2" charset="0"/>
              </a:rPr>
              <a:t>:</a:t>
            </a:r>
          </a:p>
          <a:p>
            <a:r>
              <a:rPr lang="en-US" sz="1000" b="1" dirty="0">
                <a:latin typeface="Montserrat" panose="00000500000000000000" pitchFamily="2" charset="0"/>
              </a:rPr>
              <a:t>Based on the evaluation criteria, I would rate the answer a 5 for following the metric completely.</a:t>
            </a:r>
          </a:p>
        </p:txBody>
      </p:sp>
      <p:sp>
        <p:nvSpPr>
          <p:cNvPr id="8" name="TextBox 7">
            <a:extLst>
              <a:ext uri="{FF2B5EF4-FFF2-40B4-BE49-F238E27FC236}">
                <a16:creationId xmlns:a16="http://schemas.microsoft.com/office/drawing/2014/main" id="{E153C65C-2C9F-6E39-8E8C-439431E756CB}"/>
              </a:ext>
            </a:extLst>
          </p:cNvPr>
          <p:cNvSpPr txBox="1"/>
          <p:nvPr/>
        </p:nvSpPr>
        <p:spPr>
          <a:xfrm>
            <a:off x="424792" y="1126884"/>
            <a:ext cx="7663035" cy="246221"/>
          </a:xfrm>
          <a:prstGeom prst="rect">
            <a:avLst/>
          </a:prstGeom>
          <a:noFill/>
        </p:spPr>
        <p:txBody>
          <a:bodyPr wrap="square" rtlCol="0">
            <a:spAutoFit/>
          </a:bodyPr>
          <a:lstStyle/>
          <a:p>
            <a:r>
              <a:rPr lang="en-US" sz="1000" b="1" dirty="0">
                <a:solidFill>
                  <a:srgbClr val="C00000"/>
                </a:solidFill>
                <a:latin typeface="Montserrat" panose="00000500000000000000" pitchFamily="2" charset="0"/>
              </a:rPr>
              <a:t>Parameters</a:t>
            </a:r>
            <a:r>
              <a:rPr lang="en-US" sz="900" b="1" dirty="0">
                <a:solidFill>
                  <a:srgbClr val="C00000"/>
                </a:solidFill>
                <a:latin typeface="Montserrat" panose="00000500000000000000" pitchFamily="2" charset="0"/>
              </a:rPr>
              <a:t> : Temp =0 and max_tokens= 512 </a:t>
            </a:r>
            <a:r>
              <a:rPr lang="en-US" sz="900" dirty="0">
                <a:solidFill>
                  <a:srgbClr val="C00000"/>
                </a:solidFill>
                <a:latin typeface="Montserrat" panose="00000500000000000000" pitchFamily="2" charset="0"/>
              </a:rPr>
              <a:t>(Number of tokens are  increased because important information was truncating  </a:t>
            </a:r>
          </a:p>
        </p:txBody>
      </p:sp>
    </p:spTree>
    <p:extLst>
      <p:ext uri="{BB962C8B-B14F-4D97-AF65-F5344CB8AC3E}">
        <p14:creationId xmlns:p14="http://schemas.microsoft.com/office/powerpoint/2010/main" val="121801833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04">
          <a:extLst>
            <a:ext uri="{FF2B5EF4-FFF2-40B4-BE49-F238E27FC236}">
              <a16:creationId xmlns:a16="http://schemas.microsoft.com/office/drawing/2014/main" id="{4386924B-9615-1088-11CF-580C8DB2CD45}"/>
            </a:ext>
          </a:extLst>
        </p:cNvPr>
        <p:cNvGrpSpPr/>
        <p:nvPr/>
      </p:nvGrpSpPr>
      <p:grpSpPr>
        <a:xfrm>
          <a:off x="0" y="0"/>
          <a:ext cx="0" cy="0"/>
          <a:chOff x="0" y="0"/>
          <a:chExt cx="0" cy="0"/>
        </a:xfrm>
      </p:grpSpPr>
      <p:sp>
        <p:nvSpPr>
          <p:cNvPr id="305" name="Google Shape;305;p56">
            <a:extLst>
              <a:ext uri="{FF2B5EF4-FFF2-40B4-BE49-F238E27FC236}">
                <a16:creationId xmlns:a16="http://schemas.microsoft.com/office/drawing/2014/main" id="{C67F5E59-A3BA-B880-EEDD-7B5F16F197E4}"/>
              </a:ext>
            </a:extLst>
          </p:cNvPr>
          <p:cNvSpPr txBox="1">
            <a:spLocks noGrp="1"/>
          </p:cNvSpPr>
          <p:nvPr>
            <p:ph type="title"/>
          </p:nvPr>
        </p:nvSpPr>
        <p:spPr>
          <a:xfrm>
            <a:off x="268853" y="102540"/>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2400" dirty="0">
                <a:solidFill>
                  <a:srgbClr val="0E39A9"/>
                </a:solidFill>
              </a:rPr>
              <a:t>Output Evaluation-</a:t>
            </a:r>
            <a:r>
              <a:rPr lang="en-US" sz="2400" u="sng" dirty="0">
                <a:solidFill>
                  <a:srgbClr val="0E39A9"/>
                </a:solidFill>
              </a:rPr>
              <a:t>Relevance</a:t>
            </a:r>
            <a:r>
              <a:rPr lang="en" sz="2400" u="sng" dirty="0">
                <a:solidFill>
                  <a:srgbClr val="0E39A9"/>
                </a:solidFill>
              </a:rPr>
              <a:t> Response</a:t>
            </a:r>
            <a:endParaRPr sz="2400" dirty="0">
              <a:solidFill>
                <a:srgbClr val="0E39A9"/>
              </a:solidFill>
            </a:endParaRPr>
          </a:p>
        </p:txBody>
      </p:sp>
      <p:sp>
        <p:nvSpPr>
          <p:cNvPr id="3" name="TextBox 2">
            <a:extLst>
              <a:ext uri="{FF2B5EF4-FFF2-40B4-BE49-F238E27FC236}">
                <a16:creationId xmlns:a16="http://schemas.microsoft.com/office/drawing/2014/main" id="{033DB4D4-E557-8E15-52A5-A9782A79FB4F}"/>
              </a:ext>
            </a:extLst>
          </p:cNvPr>
          <p:cNvSpPr txBox="1"/>
          <p:nvPr/>
        </p:nvSpPr>
        <p:spPr>
          <a:xfrm>
            <a:off x="268853" y="639461"/>
            <a:ext cx="8755372" cy="276999"/>
          </a:xfrm>
          <a:prstGeom prst="rect">
            <a:avLst/>
          </a:prstGeom>
          <a:noFill/>
        </p:spPr>
        <p:txBody>
          <a:bodyPr wrap="square" rtlCol="0">
            <a:spAutoFit/>
          </a:bodyPr>
          <a:lstStyle/>
          <a:p>
            <a:r>
              <a:rPr lang="en-US" sz="1200" b="1" dirty="0">
                <a:latin typeface="Montserrat" panose="00000500000000000000" pitchFamily="2" charset="0"/>
              </a:rPr>
              <a:t>Question 1: What is the protocol for managing sepsis in a critical care unit? </a:t>
            </a:r>
          </a:p>
        </p:txBody>
      </p:sp>
      <p:sp>
        <p:nvSpPr>
          <p:cNvPr id="4" name="TextBox 3">
            <a:extLst>
              <a:ext uri="{FF2B5EF4-FFF2-40B4-BE49-F238E27FC236}">
                <a16:creationId xmlns:a16="http://schemas.microsoft.com/office/drawing/2014/main" id="{FC2446AB-EFEC-6FE8-02BA-FFF3D5BCC89A}"/>
              </a:ext>
            </a:extLst>
          </p:cNvPr>
          <p:cNvSpPr txBox="1"/>
          <p:nvPr/>
        </p:nvSpPr>
        <p:spPr>
          <a:xfrm flipV="1">
            <a:off x="202550" y="3903628"/>
            <a:ext cx="8774573" cy="276999"/>
          </a:xfrm>
          <a:prstGeom prst="rect">
            <a:avLst/>
          </a:prstGeom>
          <a:noFill/>
        </p:spPr>
        <p:txBody>
          <a:bodyPr wrap="square" rtlCol="0">
            <a:spAutoFit/>
          </a:bodyPr>
          <a:lstStyle/>
          <a:p>
            <a:r>
              <a:rPr lang="en-US" sz="1200" dirty="0">
                <a:latin typeface="Montserrat" panose="00000500000000000000" pitchFamily="2" charset="0"/>
              </a:rPr>
              <a:t>Relevance  response </a:t>
            </a:r>
          </a:p>
        </p:txBody>
      </p:sp>
      <p:sp>
        <p:nvSpPr>
          <p:cNvPr id="6" name="TextBox 5">
            <a:extLst>
              <a:ext uri="{FF2B5EF4-FFF2-40B4-BE49-F238E27FC236}">
                <a16:creationId xmlns:a16="http://schemas.microsoft.com/office/drawing/2014/main" id="{F1A1D671-5446-3F40-4517-C30D59DEB58F}"/>
              </a:ext>
            </a:extLst>
          </p:cNvPr>
          <p:cNvSpPr txBox="1"/>
          <p:nvPr/>
        </p:nvSpPr>
        <p:spPr>
          <a:xfrm>
            <a:off x="229986" y="1212161"/>
            <a:ext cx="8719699" cy="3693319"/>
          </a:xfrm>
          <a:prstGeom prst="rect">
            <a:avLst/>
          </a:prstGeom>
          <a:noFill/>
        </p:spPr>
        <p:txBody>
          <a:bodyPr wrap="square" rtlCol="0">
            <a:spAutoFit/>
          </a:bodyPr>
          <a:lstStyle/>
          <a:p>
            <a:r>
              <a:rPr lang="en-US" sz="900" b="1" dirty="0">
                <a:latin typeface="Montserrat" panose="00000500000000000000" pitchFamily="2" charset="0"/>
              </a:rPr>
              <a:t>Steps to evaluate the context as per the relevance metric:</a:t>
            </a:r>
          </a:p>
          <a:p>
            <a:r>
              <a:rPr lang="en-US" sz="900" dirty="0">
                <a:latin typeface="Montserrat" panose="00000500000000000000" pitchFamily="2" charset="0"/>
              </a:rPr>
              <a:t>1. Identify the main aspects of the question: managing sepsis in a critical care unit and the protocol for doing so.</a:t>
            </a:r>
          </a:p>
          <a:p>
            <a:r>
              <a:rPr lang="en-US" sz="900" dirty="0">
                <a:latin typeface="Montserrat" panose="00000500000000000000" pitchFamily="2" charset="0"/>
              </a:rPr>
              <a:t>2. Read through the context to understand the information provided about critical care units, patient monitoring, testing, and supportive care.</a:t>
            </a:r>
          </a:p>
          <a:p>
            <a:r>
              <a:rPr lang="en-US" sz="900" dirty="0">
                <a:latin typeface="Montserrat" panose="00000500000000000000" pitchFamily="2" charset="0"/>
              </a:rPr>
              <a:t>3. Look for specific information related to sepsis management in the context.</a:t>
            </a:r>
          </a:p>
          <a:p>
            <a:r>
              <a:rPr lang="en-US" sz="900" dirty="0">
                <a:latin typeface="Montserrat" panose="00000500000000000000" pitchFamily="2" charset="0"/>
              </a:rPr>
              <a:t>4. Determine if all important aspects of sepsis management are present in the context and if they are addressed in the AI generated answer.</a:t>
            </a:r>
          </a:p>
          <a:p>
            <a:endParaRPr lang="en-US" sz="900" dirty="0">
              <a:latin typeface="Montserrat" panose="00000500000000000000" pitchFamily="2" charset="0"/>
            </a:endParaRPr>
          </a:p>
          <a:p>
            <a:r>
              <a:rPr lang="en-US" sz="900" b="1" dirty="0">
                <a:latin typeface="Montserrat" panose="00000500000000000000" pitchFamily="2" charset="0"/>
              </a:rPr>
              <a:t>The context adheres to the relevance metric considering the question as follows:</a:t>
            </a:r>
          </a:p>
          <a:p>
            <a:r>
              <a:rPr lang="en-US" sz="900" dirty="0">
                <a:latin typeface="Montserrat" panose="00000500000000000000" pitchFamily="2" charset="0"/>
              </a:rPr>
              <a:t>1. The context provides information about critical care units, patient monitoring, testing, and supportive care, which is relevant to managing sepsis in a critical care unit.</a:t>
            </a:r>
          </a:p>
          <a:p>
            <a:r>
              <a:rPr lang="en-US" sz="900" dirty="0">
                <a:latin typeface="Montserrat" panose="00000500000000000000" pitchFamily="2" charset="0"/>
              </a:rPr>
              <a:t>2. The context includes specific information about sepsis management, such as the importance of prompt empiric therapy, antibiotic selection, and the role of drainage and surgical excision of septic foci.</a:t>
            </a:r>
          </a:p>
          <a:p>
            <a:r>
              <a:rPr lang="en-US" sz="900" dirty="0">
                <a:latin typeface="Montserrat" panose="00000500000000000000" pitchFamily="2" charset="0"/>
              </a:rPr>
              <a:t>3. All important aspects of sepsis management are present in the context, including administering antibiotics, considering culture and sensitivity results, draining abscesses, and normalizing blood glucose.</a:t>
            </a:r>
          </a:p>
          <a:p>
            <a:endParaRPr lang="en-US" sz="900" dirty="0">
              <a:latin typeface="Montserrat" panose="00000500000000000000" pitchFamily="2" charset="0"/>
            </a:endParaRPr>
          </a:p>
          <a:p>
            <a:r>
              <a:rPr lang="en-US" sz="900" b="1" dirty="0">
                <a:latin typeface="Montserrat" panose="00000500000000000000" pitchFamily="2" charset="0"/>
              </a:rPr>
              <a:t>The metric is followed mostly as all important aspects of managing sepsis in a critical care unit are present in the context and addressed in the AI generated answer.</a:t>
            </a:r>
          </a:p>
          <a:p>
            <a:endParaRPr lang="en-US" sz="900" dirty="0">
              <a:latin typeface="Montserrat" panose="00000500000000000000" pitchFamily="2" charset="0"/>
            </a:endParaRPr>
          </a:p>
          <a:p>
            <a:r>
              <a:rPr lang="en-US" sz="900" dirty="0">
                <a:latin typeface="Montserrat" panose="00000500000000000000" pitchFamily="2" charset="0"/>
              </a:rPr>
              <a:t>Based on the evaluation criteria:</a:t>
            </a:r>
          </a:p>
          <a:p>
            <a:r>
              <a:rPr lang="en-US" sz="900" dirty="0">
                <a:latin typeface="Montserrat" panose="00000500000000000000" pitchFamily="2" charset="0"/>
              </a:rPr>
              <a:t>1 - The metric is not followed at all: 1</a:t>
            </a:r>
          </a:p>
          <a:p>
            <a:r>
              <a:rPr lang="en-US" sz="900" dirty="0">
                <a:latin typeface="Montserrat" panose="00000500000000000000" pitchFamily="2" charset="0"/>
              </a:rPr>
              <a:t>2 - The metric is followed only to a limited extent: 2</a:t>
            </a:r>
          </a:p>
          <a:p>
            <a:r>
              <a:rPr lang="en-US" sz="900" dirty="0">
                <a:latin typeface="Montserrat" panose="00000500000000000000" pitchFamily="2" charset="0"/>
              </a:rPr>
              <a:t>3 - The metric is followed to a good extent: 3</a:t>
            </a:r>
          </a:p>
          <a:p>
            <a:r>
              <a:rPr lang="en-US" sz="900" dirty="0">
                <a:latin typeface="Montserrat" panose="00000500000000000000" pitchFamily="2" charset="0"/>
              </a:rPr>
              <a:t>4 - The metric is followed mostly: 4</a:t>
            </a:r>
          </a:p>
          <a:p>
            <a:r>
              <a:rPr lang="en-US" sz="900" dirty="0">
                <a:latin typeface="Montserrat" panose="00000500000000000000" pitchFamily="2" charset="0"/>
              </a:rPr>
              <a:t>5 - The metric is followed completely: 5</a:t>
            </a:r>
          </a:p>
          <a:p>
            <a:endParaRPr lang="en-US" sz="900" dirty="0">
              <a:latin typeface="Montserrat" panose="00000500000000000000" pitchFamily="2" charset="0"/>
            </a:endParaRPr>
          </a:p>
          <a:p>
            <a:r>
              <a:rPr lang="en-US" sz="900" b="1" dirty="0">
                <a:latin typeface="Montserrat" panose="00000500000000000000" pitchFamily="2" charset="0"/>
              </a:rPr>
              <a:t>Rating for the context based on the relevance metric: 4. </a:t>
            </a:r>
            <a:r>
              <a:rPr lang="en-US" sz="900" dirty="0">
                <a:latin typeface="Montserrat" panose="00000500000000000000" pitchFamily="2" charset="0"/>
              </a:rPr>
              <a:t>(The context follows the relevance metric mostly as it includes all important aspects of managing sepsis in a critical care unit and addresses them in the AI generated answer.)</a:t>
            </a:r>
            <a:endParaRPr lang="en-US" sz="400" dirty="0">
              <a:latin typeface="Montserrat" panose="00000500000000000000" pitchFamily="2" charset="0"/>
            </a:endParaRPr>
          </a:p>
        </p:txBody>
      </p:sp>
      <p:sp>
        <p:nvSpPr>
          <p:cNvPr id="7" name="TextBox 6">
            <a:extLst>
              <a:ext uri="{FF2B5EF4-FFF2-40B4-BE49-F238E27FC236}">
                <a16:creationId xmlns:a16="http://schemas.microsoft.com/office/drawing/2014/main" id="{78C3DFEC-A050-CC4A-FD04-2EF47FB22E60}"/>
              </a:ext>
            </a:extLst>
          </p:cNvPr>
          <p:cNvSpPr txBox="1"/>
          <p:nvPr/>
        </p:nvSpPr>
        <p:spPr>
          <a:xfrm>
            <a:off x="268853" y="970940"/>
            <a:ext cx="7663035" cy="246221"/>
          </a:xfrm>
          <a:prstGeom prst="rect">
            <a:avLst/>
          </a:prstGeom>
          <a:noFill/>
        </p:spPr>
        <p:txBody>
          <a:bodyPr wrap="square" rtlCol="0">
            <a:spAutoFit/>
          </a:bodyPr>
          <a:lstStyle/>
          <a:p>
            <a:r>
              <a:rPr lang="en-US" sz="1000" b="1" dirty="0">
                <a:solidFill>
                  <a:srgbClr val="C00000"/>
                </a:solidFill>
                <a:latin typeface="Montserrat" panose="00000500000000000000" pitchFamily="2" charset="0"/>
              </a:rPr>
              <a:t>Parameters</a:t>
            </a:r>
            <a:r>
              <a:rPr lang="en-US" sz="900" b="1" dirty="0">
                <a:solidFill>
                  <a:srgbClr val="C00000"/>
                </a:solidFill>
                <a:latin typeface="Montserrat" panose="00000500000000000000" pitchFamily="2" charset="0"/>
              </a:rPr>
              <a:t> : Temp =0 and max_tokens= 512 </a:t>
            </a:r>
            <a:r>
              <a:rPr lang="en-US" sz="900" dirty="0">
                <a:solidFill>
                  <a:srgbClr val="C00000"/>
                </a:solidFill>
                <a:latin typeface="Montserrat" panose="00000500000000000000" pitchFamily="2" charset="0"/>
              </a:rPr>
              <a:t>(Number of tokens are  increased because important information was truncating  </a:t>
            </a:r>
          </a:p>
        </p:txBody>
      </p:sp>
    </p:spTree>
    <p:extLst>
      <p:ext uri="{BB962C8B-B14F-4D97-AF65-F5344CB8AC3E}">
        <p14:creationId xmlns:p14="http://schemas.microsoft.com/office/powerpoint/2010/main" val="219422965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04">
          <a:extLst>
            <a:ext uri="{FF2B5EF4-FFF2-40B4-BE49-F238E27FC236}">
              <a16:creationId xmlns:a16="http://schemas.microsoft.com/office/drawing/2014/main" id="{669E39FF-8EA4-2B7D-DF57-40880440F26C}"/>
            </a:ext>
          </a:extLst>
        </p:cNvPr>
        <p:cNvGrpSpPr/>
        <p:nvPr/>
      </p:nvGrpSpPr>
      <p:grpSpPr>
        <a:xfrm>
          <a:off x="0" y="0"/>
          <a:ext cx="0" cy="0"/>
          <a:chOff x="0" y="0"/>
          <a:chExt cx="0" cy="0"/>
        </a:xfrm>
      </p:grpSpPr>
      <p:sp>
        <p:nvSpPr>
          <p:cNvPr id="305" name="Google Shape;305;p56">
            <a:extLst>
              <a:ext uri="{FF2B5EF4-FFF2-40B4-BE49-F238E27FC236}">
                <a16:creationId xmlns:a16="http://schemas.microsoft.com/office/drawing/2014/main" id="{7A593DE0-EAC4-66A9-7C73-79D421B924FA}"/>
              </a:ext>
            </a:extLst>
          </p:cNvPr>
          <p:cNvSpPr txBox="1">
            <a:spLocks noGrp="1"/>
          </p:cNvSpPr>
          <p:nvPr>
            <p:ph type="title"/>
          </p:nvPr>
        </p:nvSpPr>
        <p:spPr>
          <a:xfrm>
            <a:off x="252141" y="140638"/>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2400" dirty="0">
                <a:solidFill>
                  <a:srgbClr val="0E39A9"/>
                </a:solidFill>
              </a:rPr>
              <a:t>Output Evaluation -</a:t>
            </a:r>
            <a:r>
              <a:rPr lang="en" sz="2000" dirty="0">
                <a:solidFill>
                  <a:srgbClr val="0E39A9"/>
                </a:solidFill>
              </a:rPr>
              <a:t>Observations</a:t>
            </a:r>
            <a:br>
              <a:rPr lang="en" sz="2400" dirty="0">
                <a:solidFill>
                  <a:srgbClr val="0E39A9"/>
                </a:solidFill>
              </a:rPr>
            </a:br>
            <a:r>
              <a:rPr lang="en" sz="2400" dirty="0">
                <a:solidFill>
                  <a:srgbClr val="0E39A9"/>
                </a:solidFill>
              </a:rPr>
              <a:t> </a:t>
            </a:r>
            <a:endParaRPr sz="2400" dirty="0">
              <a:solidFill>
                <a:srgbClr val="0E39A9"/>
              </a:solidFill>
            </a:endParaRPr>
          </a:p>
        </p:txBody>
      </p:sp>
      <p:sp>
        <p:nvSpPr>
          <p:cNvPr id="3" name="TextBox 2">
            <a:extLst>
              <a:ext uri="{FF2B5EF4-FFF2-40B4-BE49-F238E27FC236}">
                <a16:creationId xmlns:a16="http://schemas.microsoft.com/office/drawing/2014/main" id="{CA050BDD-B93E-7459-528E-4A3D8BDE6BA1}"/>
              </a:ext>
            </a:extLst>
          </p:cNvPr>
          <p:cNvSpPr txBox="1"/>
          <p:nvPr/>
        </p:nvSpPr>
        <p:spPr>
          <a:xfrm>
            <a:off x="252141" y="723479"/>
            <a:ext cx="8755372" cy="276999"/>
          </a:xfrm>
          <a:prstGeom prst="rect">
            <a:avLst/>
          </a:prstGeom>
          <a:noFill/>
        </p:spPr>
        <p:txBody>
          <a:bodyPr wrap="square" rtlCol="0">
            <a:spAutoFit/>
          </a:bodyPr>
          <a:lstStyle/>
          <a:p>
            <a:r>
              <a:rPr lang="en-US" sz="1200" b="1" dirty="0">
                <a:latin typeface="Montserrat" panose="00000500000000000000" pitchFamily="2" charset="0"/>
              </a:rPr>
              <a:t>Question 1: </a:t>
            </a:r>
            <a:r>
              <a:rPr lang="en-US" sz="1100" dirty="0">
                <a:latin typeface="Montserrat" panose="00000500000000000000" pitchFamily="2" charset="0"/>
              </a:rPr>
              <a:t>What is the protocol for managing sepsis in a critical care unit? </a:t>
            </a:r>
          </a:p>
        </p:txBody>
      </p:sp>
      <p:sp>
        <p:nvSpPr>
          <p:cNvPr id="2" name="TextBox 1">
            <a:extLst>
              <a:ext uri="{FF2B5EF4-FFF2-40B4-BE49-F238E27FC236}">
                <a16:creationId xmlns:a16="http://schemas.microsoft.com/office/drawing/2014/main" id="{63DBD0AC-8C5F-2ACA-224E-F67489A53713}"/>
              </a:ext>
            </a:extLst>
          </p:cNvPr>
          <p:cNvSpPr txBox="1"/>
          <p:nvPr/>
        </p:nvSpPr>
        <p:spPr>
          <a:xfrm>
            <a:off x="389854" y="985089"/>
            <a:ext cx="8755372" cy="276999"/>
          </a:xfrm>
          <a:prstGeom prst="rect">
            <a:avLst/>
          </a:prstGeom>
          <a:noFill/>
        </p:spPr>
        <p:txBody>
          <a:bodyPr wrap="square" rtlCol="0">
            <a:spAutoFit/>
          </a:bodyPr>
          <a:lstStyle/>
          <a:p>
            <a:r>
              <a:rPr lang="en-US" sz="1200" b="1" u="sng" dirty="0" err="1">
                <a:latin typeface="Montserrat" panose="00000500000000000000" pitchFamily="2" charset="0"/>
              </a:rPr>
              <a:t>Groundedness</a:t>
            </a:r>
            <a:r>
              <a:rPr lang="en-US" sz="1200" b="1" u="sng" dirty="0">
                <a:latin typeface="Montserrat" panose="00000500000000000000" pitchFamily="2" charset="0"/>
              </a:rPr>
              <a:t>-Observations  :</a:t>
            </a:r>
          </a:p>
        </p:txBody>
      </p:sp>
      <p:sp>
        <p:nvSpPr>
          <p:cNvPr id="4" name="TextBox 3">
            <a:extLst>
              <a:ext uri="{FF2B5EF4-FFF2-40B4-BE49-F238E27FC236}">
                <a16:creationId xmlns:a16="http://schemas.microsoft.com/office/drawing/2014/main" id="{60AAF3C7-40CC-2D65-EC2B-4DBFE7F42010}"/>
              </a:ext>
            </a:extLst>
          </p:cNvPr>
          <p:cNvSpPr txBox="1"/>
          <p:nvPr/>
        </p:nvSpPr>
        <p:spPr>
          <a:xfrm>
            <a:off x="406861" y="1248311"/>
            <a:ext cx="8755372" cy="1631216"/>
          </a:xfrm>
          <a:prstGeom prst="rect">
            <a:avLst/>
          </a:prstGeom>
          <a:noFill/>
        </p:spPr>
        <p:txBody>
          <a:bodyPr wrap="square" rtlCol="0">
            <a:spAutoFit/>
          </a:bodyPr>
          <a:lstStyle/>
          <a:p>
            <a:pPr marL="228600" indent="-228600">
              <a:buFont typeface="+mj-lt"/>
              <a:buAutoNum type="arabicPeriod"/>
            </a:pPr>
            <a:r>
              <a:rPr lang="en-US" sz="1000" b="1" dirty="0">
                <a:latin typeface="Montserrat" panose="00000500000000000000" pitchFamily="2" charset="0"/>
              </a:rPr>
              <a:t>Source Attestation Accuracy</a:t>
            </a:r>
            <a:r>
              <a:rPr lang="en-US" sz="1000" dirty="0">
                <a:latin typeface="Montserrat" panose="00000500000000000000" pitchFamily="2" charset="0"/>
              </a:rPr>
              <a:t>: The evaluator successfully pinpointed the exact subsection ("Blood Tests") within the context, demonstrating a high ability to map specific claims to source locations.</a:t>
            </a:r>
          </a:p>
          <a:p>
            <a:pPr marL="228600" indent="-228600">
              <a:buFont typeface="+mj-lt"/>
              <a:buAutoNum type="arabicPeriod"/>
            </a:pPr>
            <a:endParaRPr lang="en-US" sz="1000" dirty="0">
              <a:latin typeface="Montserrat" panose="00000500000000000000" pitchFamily="2" charset="0"/>
            </a:endParaRPr>
          </a:p>
          <a:p>
            <a:pPr marL="228600" indent="-228600">
              <a:buFont typeface="+mj-lt"/>
              <a:buAutoNum type="arabicPeriod"/>
            </a:pPr>
            <a:r>
              <a:rPr lang="en-US" sz="1000" b="1" dirty="0">
                <a:latin typeface="Montserrat" panose="00000500000000000000" pitchFamily="2" charset="0"/>
              </a:rPr>
              <a:t>Strict Adherence to Negative Constraints</a:t>
            </a:r>
            <a:r>
              <a:rPr lang="en-US" sz="1000" dirty="0">
                <a:latin typeface="Montserrat" panose="00000500000000000000" pitchFamily="2" charset="0"/>
              </a:rPr>
              <a:t>: The judge correctly confirmed that the AI did not hallucinate "outside knowledge" (like fluid resuscitation or vasopressors) that wasn't explicitly in your context.</a:t>
            </a:r>
          </a:p>
          <a:p>
            <a:pPr marL="228600" indent="-228600">
              <a:buFont typeface="+mj-lt"/>
              <a:buAutoNum type="arabicPeriod"/>
            </a:pPr>
            <a:endParaRPr lang="en-US" sz="1000" dirty="0">
              <a:latin typeface="Montserrat" panose="00000500000000000000" pitchFamily="2" charset="0"/>
            </a:endParaRPr>
          </a:p>
          <a:p>
            <a:pPr marL="228600" indent="-228600">
              <a:buFont typeface="+mj-lt"/>
              <a:buAutoNum type="arabicPeriod"/>
            </a:pPr>
            <a:r>
              <a:rPr lang="en-US" sz="1000" b="1" dirty="0">
                <a:latin typeface="Montserrat" panose="00000500000000000000" pitchFamily="2" charset="0"/>
              </a:rPr>
              <a:t>Logical Alignment: </a:t>
            </a:r>
            <a:r>
              <a:rPr lang="en-US" sz="1000" dirty="0">
                <a:latin typeface="Montserrat" panose="00000500000000000000" pitchFamily="2" charset="0"/>
              </a:rPr>
              <a:t>The evaluator effectively used a "comparison check" step to ensure the 5-day post-shock antibiotic rule was derived strictly from the provided text.</a:t>
            </a:r>
          </a:p>
          <a:p>
            <a:pPr marL="228600" indent="-228600">
              <a:buFont typeface="+mj-lt"/>
              <a:buAutoNum type="arabicPeriod"/>
            </a:pPr>
            <a:r>
              <a:rPr lang="en-US" sz="1000" b="1" dirty="0">
                <a:latin typeface="Montserrat" panose="00000500000000000000" pitchFamily="2" charset="0"/>
              </a:rPr>
              <a:t>The metric is followed completely</a:t>
            </a:r>
            <a:r>
              <a:rPr lang="en-US" sz="1000" dirty="0">
                <a:latin typeface="Montserrat" panose="00000500000000000000" pitchFamily="2" charset="0"/>
              </a:rPr>
              <a:t> as the answer is derived only from the information presented in the context </a:t>
            </a:r>
            <a:r>
              <a:rPr lang="en-US" sz="1000" b="1" dirty="0">
                <a:latin typeface="Montserrat" panose="00000500000000000000" pitchFamily="2" charset="0"/>
              </a:rPr>
              <a:t>and 5/5 score is awarded </a:t>
            </a:r>
          </a:p>
        </p:txBody>
      </p:sp>
      <p:sp>
        <p:nvSpPr>
          <p:cNvPr id="6" name="TextBox 5">
            <a:extLst>
              <a:ext uri="{FF2B5EF4-FFF2-40B4-BE49-F238E27FC236}">
                <a16:creationId xmlns:a16="http://schemas.microsoft.com/office/drawing/2014/main" id="{989BFFBF-0699-6182-7D8A-64D323D70EA5}"/>
              </a:ext>
            </a:extLst>
          </p:cNvPr>
          <p:cNvSpPr txBox="1"/>
          <p:nvPr/>
        </p:nvSpPr>
        <p:spPr>
          <a:xfrm>
            <a:off x="538026" y="2874279"/>
            <a:ext cx="8755372" cy="276999"/>
          </a:xfrm>
          <a:prstGeom prst="rect">
            <a:avLst/>
          </a:prstGeom>
          <a:noFill/>
        </p:spPr>
        <p:txBody>
          <a:bodyPr wrap="square" rtlCol="0">
            <a:spAutoFit/>
          </a:bodyPr>
          <a:lstStyle/>
          <a:p>
            <a:r>
              <a:rPr lang="en-US" sz="1200" b="1" u="sng" dirty="0">
                <a:latin typeface="Montserrat" panose="00000500000000000000" pitchFamily="2" charset="0"/>
              </a:rPr>
              <a:t> Relevance Observations </a:t>
            </a:r>
          </a:p>
        </p:txBody>
      </p:sp>
      <p:sp>
        <p:nvSpPr>
          <p:cNvPr id="8" name="TextBox 7">
            <a:extLst>
              <a:ext uri="{FF2B5EF4-FFF2-40B4-BE49-F238E27FC236}">
                <a16:creationId xmlns:a16="http://schemas.microsoft.com/office/drawing/2014/main" id="{328759E7-A453-E806-1DC0-4F8D55C3735A}"/>
              </a:ext>
            </a:extLst>
          </p:cNvPr>
          <p:cNvSpPr txBox="1"/>
          <p:nvPr/>
        </p:nvSpPr>
        <p:spPr>
          <a:xfrm>
            <a:off x="373623" y="3281246"/>
            <a:ext cx="8633890" cy="1323439"/>
          </a:xfrm>
          <a:prstGeom prst="rect">
            <a:avLst/>
          </a:prstGeom>
          <a:noFill/>
        </p:spPr>
        <p:txBody>
          <a:bodyPr wrap="square" rtlCol="0">
            <a:spAutoFit/>
          </a:bodyPr>
          <a:lstStyle/>
          <a:p>
            <a:pPr marL="228600" indent="-228600">
              <a:buFont typeface="Arial"/>
              <a:buAutoNum type="arabicPeriod"/>
            </a:pPr>
            <a:r>
              <a:rPr lang="en-US" sz="1000" b="1" dirty="0">
                <a:latin typeface="Montserrat" panose="00000500000000000000" pitchFamily="2" charset="0"/>
              </a:rPr>
              <a:t>Ambiguous Metric Application</a:t>
            </a:r>
            <a:r>
              <a:rPr lang="en-US" sz="1000" dirty="0">
                <a:latin typeface="Montserrat" panose="00000500000000000000" pitchFamily="2" charset="0"/>
              </a:rPr>
              <a:t>: The evaluator confused the metric's target by rating the context for relevance instead of judging if the answer directly addressed the user's intent.</a:t>
            </a:r>
          </a:p>
          <a:p>
            <a:pPr marL="228600" indent="-228600">
              <a:buFont typeface="Arial"/>
              <a:buAutoNum type="arabicPeriod"/>
            </a:pPr>
            <a:endParaRPr lang="en-US" sz="1000" dirty="0">
              <a:latin typeface="Montserrat" panose="00000500000000000000" pitchFamily="2" charset="0"/>
            </a:endParaRPr>
          </a:p>
          <a:p>
            <a:pPr marL="228600" indent="-228600">
              <a:buFont typeface="Arial"/>
              <a:buAutoNum type="arabicPeriod"/>
            </a:pPr>
            <a:r>
              <a:rPr lang="en-US" sz="1000" b="1" dirty="0">
                <a:latin typeface="Montserrat" panose="00000500000000000000" pitchFamily="2" charset="0"/>
              </a:rPr>
              <a:t>Inconsistent Scoring Logic</a:t>
            </a:r>
            <a:r>
              <a:rPr lang="en-US" sz="1000" dirty="0">
                <a:latin typeface="Montserrat" panose="00000500000000000000" pitchFamily="2" charset="0"/>
              </a:rPr>
              <a:t>: Despite stating that "all important aspects are present," </a:t>
            </a:r>
            <a:r>
              <a:rPr lang="en-US" sz="1000" b="1" dirty="0">
                <a:latin typeface="Montserrat" panose="00000500000000000000" pitchFamily="2" charset="0"/>
              </a:rPr>
              <a:t>the judge only awarded a 4/5, failing to provide a specific reason for the point deduction.</a:t>
            </a:r>
          </a:p>
          <a:p>
            <a:pPr marL="228600" indent="-228600">
              <a:buFont typeface="Arial"/>
              <a:buAutoNum type="arabicPeriod"/>
            </a:pPr>
            <a:endParaRPr lang="en-US" sz="1000" dirty="0">
              <a:latin typeface="Montserrat" panose="00000500000000000000" pitchFamily="2" charset="0"/>
            </a:endParaRPr>
          </a:p>
          <a:p>
            <a:pPr marL="228600" indent="-228600">
              <a:buFont typeface="Arial"/>
              <a:buAutoNum type="arabicPeriod"/>
            </a:pPr>
            <a:r>
              <a:rPr lang="en-US" sz="1000" b="1" dirty="0">
                <a:latin typeface="Montserrat" panose="00000500000000000000" pitchFamily="2" charset="0"/>
              </a:rPr>
              <a:t>Structural Reasoning Strength</a:t>
            </a:r>
            <a:r>
              <a:rPr lang="en-US" sz="1000" dirty="0">
                <a:latin typeface="Montserrat" panose="00000500000000000000" pitchFamily="2" charset="0"/>
              </a:rPr>
              <a:t>: The judge excelled at deconstructing the user's prompt into key pillars (monitoring, testing, surgical excision) before searching for those matches in the response.</a:t>
            </a:r>
          </a:p>
        </p:txBody>
      </p:sp>
    </p:spTree>
    <p:extLst>
      <p:ext uri="{BB962C8B-B14F-4D97-AF65-F5344CB8AC3E}">
        <p14:creationId xmlns:p14="http://schemas.microsoft.com/office/powerpoint/2010/main" val="399045716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04">
          <a:extLst>
            <a:ext uri="{FF2B5EF4-FFF2-40B4-BE49-F238E27FC236}">
              <a16:creationId xmlns:a16="http://schemas.microsoft.com/office/drawing/2014/main" id="{17B0FE99-2E96-1E6A-EF58-BAC8F0119607}"/>
            </a:ext>
          </a:extLst>
        </p:cNvPr>
        <p:cNvGrpSpPr/>
        <p:nvPr/>
      </p:nvGrpSpPr>
      <p:grpSpPr>
        <a:xfrm>
          <a:off x="0" y="0"/>
          <a:ext cx="0" cy="0"/>
          <a:chOff x="0" y="0"/>
          <a:chExt cx="0" cy="0"/>
        </a:xfrm>
      </p:grpSpPr>
      <p:sp>
        <p:nvSpPr>
          <p:cNvPr id="305" name="Google Shape;305;p56">
            <a:extLst>
              <a:ext uri="{FF2B5EF4-FFF2-40B4-BE49-F238E27FC236}">
                <a16:creationId xmlns:a16="http://schemas.microsoft.com/office/drawing/2014/main" id="{BD69FFBD-F944-F23F-62A1-874604037FAC}"/>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lvl="0"/>
            <a:r>
              <a:rPr lang="en" sz="2400" dirty="0">
                <a:solidFill>
                  <a:srgbClr val="0E39A9"/>
                </a:solidFill>
              </a:rPr>
              <a:t>Output Evaluation- </a:t>
            </a:r>
            <a:r>
              <a:rPr lang="en-US" sz="2400" u="sng" dirty="0">
                <a:solidFill>
                  <a:srgbClr val="0E39A9"/>
                </a:solidFill>
              </a:rPr>
              <a:t>Groundedness</a:t>
            </a:r>
            <a:r>
              <a:rPr lang="en" sz="2400" u="sng" dirty="0">
                <a:solidFill>
                  <a:srgbClr val="0E39A9"/>
                </a:solidFill>
              </a:rPr>
              <a:t> Response</a:t>
            </a:r>
            <a:r>
              <a:rPr lang="en" sz="2400" dirty="0">
                <a:solidFill>
                  <a:srgbClr val="0E39A9"/>
                </a:solidFill>
              </a:rPr>
              <a:t> </a:t>
            </a:r>
            <a:endParaRPr sz="2400" dirty="0">
              <a:solidFill>
                <a:srgbClr val="0E39A9"/>
              </a:solidFill>
            </a:endParaRPr>
          </a:p>
        </p:txBody>
      </p:sp>
      <p:sp>
        <p:nvSpPr>
          <p:cNvPr id="3" name="TextBox 2">
            <a:extLst>
              <a:ext uri="{FF2B5EF4-FFF2-40B4-BE49-F238E27FC236}">
                <a16:creationId xmlns:a16="http://schemas.microsoft.com/office/drawing/2014/main" id="{4B9E84F3-1E2F-C5D3-5A01-D8EC6121CF12}"/>
              </a:ext>
            </a:extLst>
          </p:cNvPr>
          <p:cNvSpPr txBox="1"/>
          <p:nvPr/>
        </p:nvSpPr>
        <p:spPr>
          <a:xfrm>
            <a:off x="202550" y="861979"/>
            <a:ext cx="8755372" cy="461665"/>
          </a:xfrm>
          <a:prstGeom prst="rect">
            <a:avLst/>
          </a:prstGeom>
          <a:noFill/>
        </p:spPr>
        <p:txBody>
          <a:bodyPr wrap="square" rtlCol="0">
            <a:spAutoFit/>
          </a:bodyPr>
          <a:lstStyle/>
          <a:p>
            <a:r>
              <a:rPr lang="en-US" sz="1200" b="1" dirty="0">
                <a:latin typeface="Montserrat" panose="00000500000000000000" pitchFamily="2" charset="0"/>
              </a:rPr>
              <a:t>Question 2: </a:t>
            </a:r>
            <a:r>
              <a:rPr lang="en-US" sz="1100" dirty="0">
                <a:latin typeface="Montserrat" panose="00000500000000000000" pitchFamily="2" charset="0"/>
              </a:rPr>
              <a:t>What are the common symptoms for appendicitis, and can it be cured via medicine? If not, what surgical procedure should be followed to treat it?</a:t>
            </a:r>
            <a:endParaRPr lang="en-US" sz="1200" dirty="0">
              <a:latin typeface="Montserrat" panose="00000500000000000000" pitchFamily="2" charset="0"/>
            </a:endParaRPr>
          </a:p>
        </p:txBody>
      </p:sp>
      <p:sp>
        <p:nvSpPr>
          <p:cNvPr id="4" name="TextBox 3">
            <a:extLst>
              <a:ext uri="{FF2B5EF4-FFF2-40B4-BE49-F238E27FC236}">
                <a16:creationId xmlns:a16="http://schemas.microsoft.com/office/drawing/2014/main" id="{4347825D-9AD0-D5B2-9949-B45650B5F6E7}"/>
              </a:ext>
            </a:extLst>
          </p:cNvPr>
          <p:cNvSpPr txBox="1"/>
          <p:nvPr/>
        </p:nvSpPr>
        <p:spPr>
          <a:xfrm>
            <a:off x="202550" y="1323644"/>
            <a:ext cx="8755372" cy="2862322"/>
          </a:xfrm>
          <a:prstGeom prst="rect">
            <a:avLst/>
          </a:prstGeom>
          <a:noFill/>
        </p:spPr>
        <p:txBody>
          <a:bodyPr wrap="square" rtlCol="0">
            <a:spAutoFit/>
          </a:bodyPr>
          <a:lstStyle/>
          <a:p>
            <a:r>
              <a:rPr lang="en-US" sz="1000" b="1" dirty="0">
                <a:latin typeface="Montserrat" panose="00000500000000000000" pitchFamily="2" charset="0"/>
              </a:rPr>
              <a:t>Steps to evaluate the answer:</a:t>
            </a:r>
          </a:p>
          <a:p>
            <a:r>
              <a:rPr lang="en-US" sz="1000" dirty="0">
                <a:latin typeface="Montserrat" panose="00000500000000000000" pitchFamily="2" charset="0"/>
              </a:rPr>
              <a:t>1. Identify the information in the context related to appendicitis and its symptoms.</a:t>
            </a:r>
          </a:p>
          <a:p>
            <a:r>
              <a:rPr lang="en-US" sz="1000" dirty="0">
                <a:latin typeface="Montserrat" panose="00000500000000000000" pitchFamily="2" charset="0"/>
              </a:rPr>
              <a:t>2. Determine if the AI generated answer includes only the information from the context.</a:t>
            </a:r>
          </a:p>
          <a:p>
            <a:r>
              <a:rPr lang="en-US" sz="1000" dirty="0">
                <a:latin typeface="Montserrat" panose="00000500000000000000" pitchFamily="2" charset="0"/>
              </a:rPr>
              <a:t>3. Evaluate the extent to which the metric is followed.</a:t>
            </a:r>
          </a:p>
          <a:p>
            <a:endParaRPr lang="en-US" sz="1000" dirty="0">
              <a:latin typeface="Montserrat" panose="00000500000000000000" pitchFamily="2" charset="0"/>
            </a:endParaRPr>
          </a:p>
          <a:p>
            <a:r>
              <a:rPr lang="en-US" sz="1000" b="1" dirty="0">
                <a:latin typeface="Montserrat" panose="00000500000000000000" pitchFamily="2" charset="0"/>
              </a:rPr>
              <a:t>Explanation</a:t>
            </a:r>
            <a:r>
              <a:rPr lang="en-US" sz="1000" dirty="0">
                <a:latin typeface="Montserrat" panose="00000500000000000000" pitchFamily="2" charset="0"/>
              </a:rPr>
              <a:t>:</a:t>
            </a:r>
          </a:p>
          <a:p>
            <a:r>
              <a:rPr lang="en-US" sz="1000" dirty="0">
                <a:latin typeface="Montserrat" panose="00000500000000000000" pitchFamily="2" charset="0"/>
              </a:rPr>
              <a:t>The context provides information about appendicitis, including its common symptoms (abdominal pain, anorexia, and abdominal tenderness). The AI generated answer also mentions these same symptoms for appendicitis. Additionally, the answer states that appendicitis cannot be cured via medicine alone and that the standard treatment is surgical removal of the appendix through open or laparoscopic appendectomy. This information is directly from the context. Therefore, the AI generated answer adheres to the metric as it is derived only from the information presented in the context.</a:t>
            </a:r>
          </a:p>
          <a:p>
            <a:endParaRPr lang="en-US" sz="1000" dirty="0">
              <a:latin typeface="Montserrat" panose="00000500000000000000" pitchFamily="2" charset="0"/>
            </a:endParaRPr>
          </a:p>
          <a:p>
            <a:r>
              <a:rPr lang="en-US" sz="1000" b="1" dirty="0">
                <a:latin typeface="Montserrat" panose="00000500000000000000" pitchFamily="2" charset="0"/>
              </a:rPr>
              <a:t>Evaluation</a:t>
            </a:r>
            <a:r>
              <a:rPr lang="en-US" sz="1000" dirty="0">
                <a:latin typeface="Montserrat" panose="00000500000000000000" pitchFamily="2" charset="0"/>
              </a:rPr>
              <a:t>:</a:t>
            </a:r>
          </a:p>
          <a:p>
            <a:r>
              <a:rPr lang="en-US" sz="1000" dirty="0">
                <a:latin typeface="Montserrat" panose="00000500000000000000" pitchFamily="2" charset="0"/>
              </a:rPr>
              <a:t>The metric is followed completely.</a:t>
            </a:r>
          </a:p>
          <a:p>
            <a:endParaRPr lang="en-US" sz="1000" dirty="0">
              <a:latin typeface="Montserrat" panose="00000500000000000000" pitchFamily="2" charset="0"/>
            </a:endParaRPr>
          </a:p>
          <a:p>
            <a:r>
              <a:rPr lang="en-US" sz="1000" b="1" dirty="0">
                <a:latin typeface="Montserrat" panose="00000500000000000000" pitchFamily="2" charset="0"/>
              </a:rPr>
              <a:t>Rating</a:t>
            </a:r>
            <a:r>
              <a:rPr lang="en-US" sz="1000" dirty="0">
                <a:latin typeface="Montserrat" panose="00000500000000000000" pitchFamily="2" charset="0"/>
              </a:rPr>
              <a:t>:</a:t>
            </a:r>
          </a:p>
          <a:p>
            <a:r>
              <a:rPr lang="en-US" sz="1000" b="1" dirty="0">
                <a:latin typeface="Montserrat" panose="00000500000000000000" pitchFamily="2" charset="0"/>
              </a:rPr>
              <a:t>Based on the evaluation criteria, I would rate the answer a 5 for following the metric completely.</a:t>
            </a:r>
          </a:p>
          <a:p>
            <a:endParaRPr lang="en-US" sz="1000" dirty="0">
              <a:latin typeface="Montserrat" panose="00000500000000000000" pitchFamily="2" charset="0"/>
            </a:endParaRPr>
          </a:p>
        </p:txBody>
      </p:sp>
    </p:spTree>
    <p:extLst>
      <p:ext uri="{BB962C8B-B14F-4D97-AF65-F5344CB8AC3E}">
        <p14:creationId xmlns:p14="http://schemas.microsoft.com/office/powerpoint/2010/main" val="401206030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04">
          <a:extLst>
            <a:ext uri="{FF2B5EF4-FFF2-40B4-BE49-F238E27FC236}">
              <a16:creationId xmlns:a16="http://schemas.microsoft.com/office/drawing/2014/main" id="{E9F25EA9-F173-0FCB-1FE8-9C56C10BB1ED}"/>
            </a:ext>
          </a:extLst>
        </p:cNvPr>
        <p:cNvGrpSpPr/>
        <p:nvPr/>
      </p:nvGrpSpPr>
      <p:grpSpPr>
        <a:xfrm>
          <a:off x="0" y="0"/>
          <a:ext cx="0" cy="0"/>
          <a:chOff x="0" y="0"/>
          <a:chExt cx="0" cy="0"/>
        </a:xfrm>
      </p:grpSpPr>
      <p:sp>
        <p:nvSpPr>
          <p:cNvPr id="305" name="Google Shape;305;p56">
            <a:extLst>
              <a:ext uri="{FF2B5EF4-FFF2-40B4-BE49-F238E27FC236}">
                <a16:creationId xmlns:a16="http://schemas.microsoft.com/office/drawing/2014/main" id="{45ED615F-970E-9CA3-8C5D-49542352ADFE}"/>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2400" dirty="0">
                <a:solidFill>
                  <a:srgbClr val="0E39A9"/>
                </a:solidFill>
              </a:rPr>
              <a:t>Output Evaluation-</a:t>
            </a:r>
            <a:r>
              <a:rPr lang="en" sz="2400" u="sng" dirty="0">
                <a:solidFill>
                  <a:srgbClr val="0E39A9"/>
                </a:solidFill>
              </a:rPr>
              <a:t>Relevance Response </a:t>
            </a:r>
            <a:endParaRPr sz="2400" u="sng" dirty="0">
              <a:solidFill>
                <a:srgbClr val="0E39A9"/>
              </a:solidFill>
            </a:endParaRPr>
          </a:p>
        </p:txBody>
      </p:sp>
      <p:sp>
        <p:nvSpPr>
          <p:cNvPr id="3" name="TextBox 2">
            <a:extLst>
              <a:ext uri="{FF2B5EF4-FFF2-40B4-BE49-F238E27FC236}">
                <a16:creationId xmlns:a16="http://schemas.microsoft.com/office/drawing/2014/main" id="{8B61FCEE-9984-BD99-ECFD-3A6D4FB03323}"/>
              </a:ext>
            </a:extLst>
          </p:cNvPr>
          <p:cNvSpPr txBox="1"/>
          <p:nvPr/>
        </p:nvSpPr>
        <p:spPr>
          <a:xfrm>
            <a:off x="202550" y="861979"/>
            <a:ext cx="8755372" cy="461665"/>
          </a:xfrm>
          <a:prstGeom prst="rect">
            <a:avLst/>
          </a:prstGeom>
          <a:noFill/>
        </p:spPr>
        <p:txBody>
          <a:bodyPr wrap="square" rtlCol="0">
            <a:spAutoFit/>
          </a:bodyPr>
          <a:lstStyle/>
          <a:p>
            <a:r>
              <a:rPr lang="en-US" sz="1200" b="1" dirty="0">
                <a:latin typeface="Montserrat" panose="00000500000000000000" pitchFamily="2" charset="0"/>
              </a:rPr>
              <a:t>Question 2: </a:t>
            </a:r>
            <a:r>
              <a:rPr lang="en-US" sz="1100" dirty="0">
                <a:latin typeface="Montserrat" panose="00000500000000000000" pitchFamily="2" charset="0"/>
              </a:rPr>
              <a:t>What are the common symptoms for appendicitis, and can it be cured via medicine? If not, what surgical procedure should be followed to treat it?</a:t>
            </a:r>
            <a:endParaRPr lang="en-US" sz="1200" dirty="0">
              <a:latin typeface="Montserrat" panose="00000500000000000000" pitchFamily="2" charset="0"/>
            </a:endParaRPr>
          </a:p>
        </p:txBody>
      </p:sp>
      <p:sp>
        <p:nvSpPr>
          <p:cNvPr id="2" name="TextBox 1">
            <a:extLst>
              <a:ext uri="{FF2B5EF4-FFF2-40B4-BE49-F238E27FC236}">
                <a16:creationId xmlns:a16="http://schemas.microsoft.com/office/drawing/2014/main" id="{39810872-E4E4-9AE1-A043-E28931760757}"/>
              </a:ext>
            </a:extLst>
          </p:cNvPr>
          <p:cNvSpPr txBox="1"/>
          <p:nvPr/>
        </p:nvSpPr>
        <p:spPr>
          <a:xfrm>
            <a:off x="202550" y="1323644"/>
            <a:ext cx="8755372" cy="276999"/>
          </a:xfrm>
          <a:prstGeom prst="rect">
            <a:avLst/>
          </a:prstGeom>
          <a:noFill/>
        </p:spPr>
        <p:txBody>
          <a:bodyPr wrap="square" rtlCol="0">
            <a:spAutoFit/>
          </a:bodyPr>
          <a:lstStyle/>
          <a:p>
            <a:r>
              <a:rPr lang="en-US" sz="1200" b="1" u="sng" dirty="0">
                <a:latin typeface="Montserrat" panose="00000500000000000000" pitchFamily="2" charset="0"/>
              </a:rPr>
              <a:t>Relevance response :</a:t>
            </a:r>
          </a:p>
        </p:txBody>
      </p:sp>
      <p:sp>
        <p:nvSpPr>
          <p:cNvPr id="4" name="TextBox 3">
            <a:extLst>
              <a:ext uri="{FF2B5EF4-FFF2-40B4-BE49-F238E27FC236}">
                <a16:creationId xmlns:a16="http://schemas.microsoft.com/office/drawing/2014/main" id="{1309B790-D726-59CE-F0D6-E0473C48BD30}"/>
              </a:ext>
            </a:extLst>
          </p:cNvPr>
          <p:cNvSpPr txBox="1"/>
          <p:nvPr/>
        </p:nvSpPr>
        <p:spPr>
          <a:xfrm>
            <a:off x="285261" y="1600643"/>
            <a:ext cx="8755372" cy="3323987"/>
          </a:xfrm>
          <a:prstGeom prst="rect">
            <a:avLst/>
          </a:prstGeom>
          <a:noFill/>
        </p:spPr>
        <p:txBody>
          <a:bodyPr wrap="square" rtlCol="0">
            <a:spAutoFit/>
          </a:bodyPr>
          <a:lstStyle/>
          <a:p>
            <a:r>
              <a:rPr lang="en-US" sz="1000" b="1" dirty="0">
                <a:latin typeface="Montserrat" panose="00000500000000000000" pitchFamily="2" charset="0"/>
              </a:rPr>
              <a:t>Steps to evaluate the context as per the relevance metric:</a:t>
            </a:r>
          </a:p>
          <a:p>
            <a:pPr marL="228600" indent="-228600">
              <a:buAutoNum type="arabicPeriod"/>
            </a:pPr>
            <a:endParaRPr lang="en-US" sz="1000" b="1" dirty="0">
              <a:latin typeface="Montserrat" panose="00000500000000000000" pitchFamily="2" charset="0"/>
            </a:endParaRPr>
          </a:p>
          <a:p>
            <a:r>
              <a:rPr lang="en-US" sz="1000" dirty="0">
                <a:latin typeface="Montserrat" panose="00000500000000000000" pitchFamily="2" charset="0"/>
              </a:rPr>
              <a:t>1.Identify the main aspects of the question: common symptoms for appendicitis and whether it can be cured via medicine.</a:t>
            </a:r>
          </a:p>
          <a:p>
            <a:r>
              <a:rPr lang="en-US" sz="1000" dirty="0">
                <a:latin typeface="Montserrat" panose="00000500000000000000" pitchFamily="2" charset="0"/>
              </a:rPr>
              <a:t>2. Determine if all important aspects are addressed in the context</a:t>
            </a:r>
            <a:r>
              <a:rPr lang="en-US" sz="1000" b="1" dirty="0">
                <a:latin typeface="Montserrat" panose="00000500000000000000" pitchFamily="2" charset="0"/>
              </a:rPr>
              <a:t>: </a:t>
            </a:r>
            <a:r>
              <a:rPr lang="en-US" sz="1000" dirty="0">
                <a:latin typeface="Montserrat" panose="00000500000000000000" pitchFamily="2" charset="0"/>
              </a:rPr>
              <a:t>The context mentions the common symptoms for appendicitis (abdominal pain, anorexia, and abdominal tenderness) and states that appendicitis cannot be cured via medicine alone. It also provides information about the standard treatment for appendicitis, which is surgical removal of the appendix through open or laparoscopic appendectomy.</a:t>
            </a:r>
          </a:p>
          <a:p>
            <a:r>
              <a:rPr lang="en-US" sz="1000" dirty="0">
                <a:latin typeface="Montserrat" panose="00000500000000000000" pitchFamily="2" charset="0"/>
              </a:rPr>
              <a:t>3</a:t>
            </a:r>
            <a:r>
              <a:rPr lang="en-US" sz="1000" b="1" dirty="0">
                <a:latin typeface="Montserrat" panose="00000500000000000000" pitchFamily="2" charset="0"/>
              </a:rPr>
              <a:t>. </a:t>
            </a:r>
            <a:r>
              <a:rPr lang="en-US" sz="1000" dirty="0">
                <a:latin typeface="Montserrat" panose="00000500000000000000" pitchFamily="2" charset="0"/>
              </a:rPr>
              <a:t>Evaluate</a:t>
            </a:r>
            <a:r>
              <a:rPr lang="en-US" sz="1000" b="1" dirty="0">
                <a:latin typeface="Montserrat" panose="00000500000000000000" pitchFamily="2" charset="0"/>
              </a:rPr>
              <a:t> </a:t>
            </a:r>
            <a:r>
              <a:rPr lang="en-US" sz="1000" dirty="0">
                <a:latin typeface="Montserrat" panose="00000500000000000000" pitchFamily="2" charset="0"/>
              </a:rPr>
              <a:t>if only irrelevant aspects are missing: The context does not provide any irrelevant information that detracts from answering the question.</a:t>
            </a:r>
          </a:p>
          <a:p>
            <a:endParaRPr lang="en-US" sz="1000" dirty="0">
              <a:latin typeface="Montserrat" panose="00000500000000000000" pitchFamily="2" charset="0"/>
            </a:endParaRPr>
          </a:p>
          <a:p>
            <a:r>
              <a:rPr lang="en-US" sz="1000" b="1" dirty="0">
                <a:latin typeface="Montserrat" panose="00000500000000000000" pitchFamily="2" charset="0"/>
              </a:rPr>
              <a:t>The context adheres to the relevance metric as it addresses all important aspects of the question and does not include any irrelevant information</a:t>
            </a:r>
            <a:r>
              <a:rPr lang="en-US" sz="1000" dirty="0">
                <a:latin typeface="Montserrat" panose="00000500000000000000" pitchFamily="2" charset="0"/>
              </a:rPr>
              <a:t>.</a:t>
            </a:r>
          </a:p>
          <a:p>
            <a:endParaRPr lang="en-US" sz="1000" dirty="0">
              <a:latin typeface="Montserrat" panose="00000500000000000000" pitchFamily="2" charset="0"/>
            </a:endParaRPr>
          </a:p>
          <a:p>
            <a:r>
              <a:rPr lang="en-US" sz="1000" dirty="0">
                <a:latin typeface="Montserrat" panose="00000500000000000000" pitchFamily="2" charset="0"/>
              </a:rPr>
              <a:t>Rating the context using the evaluation criteria:</a:t>
            </a:r>
          </a:p>
          <a:p>
            <a:r>
              <a:rPr lang="en-US" sz="1000" dirty="0">
                <a:latin typeface="Montserrat" panose="00000500000000000000" pitchFamily="2" charset="0"/>
              </a:rPr>
              <a:t>1 - The metric is not followed at all: 1</a:t>
            </a:r>
          </a:p>
          <a:p>
            <a:r>
              <a:rPr lang="en-US" sz="1000" dirty="0">
                <a:latin typeface="Montserrat" panose="00000500000000000000" pitchFamily="2" charset="0"/>
              </a:rPr>
              <a:t>2 - The metric is followed only to a limited extent: 2</a:t>
            </a:r>
          </a:p>
          <a:p>
            <a:r>
              <a:rPr lang="en-US" sz="1000" dirty="0">
                <a:latin typeface="Montserrat" panose="00000500000000000000" pitchFamily="2" charset="0"/>
              </a:rPr>
              <a:t>3 - The metric is followed to a good extent: 3</a:t>
            </a:r>
          </a:p>
          <a:p>
            <a:r>
              <a:rPr lang="en-US" sz="1000" dirty="0">
                <a:latin typeface="Montserrat" panose="00000500000000000000" pitchFamily="2" charset="0"/>
              </a:rPr>
              <a:t>4 - The metric is followed mostly: 4</a:t>
            </a:r>
          </a:p>
          <a:p>
            <a:r>
              <a:rPr lang="en-US" sz="1000" dirty="0">
                <a:latin typeface="Montserrat" panose="00000500000000000000" pitchFamily="2" charset="0"/>
              </a:rPr>
              <a:t>5 - The metric is followed completely: 5</a:t>
            </a:r>
          </a:p>
          <a:p>
            <a:endParaRPr lang="en-US" sz="1000" dirty="0">
              <a:latin typeface="Montserrat" panose="00000500000000000000" pitchFamily="2" charset="0"/>
            </a:endParaRPr>
          </a:p>
          <a:p>
            <a:r>
              <a:rPr lang="en-US" sz="1000" dirty="0">
                <a:latin typeface="Montserrat" panose="00000500000000000000" pitchFamily="2" charset="0"/>
              </a:rPr>
              <a:t>Based on the evaluation criteria, </a:t>
            </a:r>
            <a:r>
              <a:rPr lang="en-US" sz="1000" b="1" dirty="0">
                <a:latin typeface="Montserrat" panose="00000500000000000000" pitchFamily="2" charset="0"/>
              </a:rPr>
              <a:t>I would rate the context as a 5 because it follows the relevance metric completely</a:t>
            </a:r>
            <a:r>
              <a:rPr lang="en-US" sz="1000" dirty="0">
                <a:latin typeface="Montserrat" panose="00000500000000000000" pitchFamily="2" charset="0"/>
              </a:rPr>
              <a:t>.</a:t>
            </a:r>
          </a:p>
        </p:txBody>
      </p:sp>
    </p:spTree>
    <p:extLst>
      <p:ext uri="{BB962C8B-B14F-4D97-AF65-F5344CB8AC3E}">
        <p14:creationId xmlns:p14="http://schemas.microsoft.com/office/powerpoint/2010/main" val="256302097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04">
          <a:extLst>
            <a:ext uri="{FF2B5EF4-FFF2-40B4-BE49-F238E27FC236}">
              <a16:creationId xmlns:a16="http://schemas.microsoft.com/office/drawing/2014/main" id="{02299C8C-A0BF-946A-7241-F7AC7A9BDEEB}"/>
            </a:ext>
          </a:extLst>
        </p:cNvPr>
        <p:cNvGrpSpPr/>
        <p:nvPr/>
      </p:nvGrpSpPr>
      <p:grpSpPr>
        <a:xfrm>
          <a:off x="0" y="0"/>
          <a:ext cx="0" cy="0"/>
          <a:chOff x="0" y="0"/>
          <a:chExt cx="0" cy="0"/>
        </a:xfrm>
      </p:grpSpPr>
      <p:sp>
        <p:nvSpPr>
          <p:cNvPr id="305" name="Google Shape;305;p56">
            <a:extLst>
              <a:ext uri="{FF2B5EF4-FFF2-40B4-BE49-F238E27FC236}">
                <a16:creationId xmlns:a16="http://schemas.microsoft.com/office/drawing/2014/main" id="{97DC62EA-5A1E-7A82-8AB9-ACE23CC04265}"/>
              </a:ext>
            </a:extLst>
          </p:cNvPr>
          <p:cNvSpPr txBox="1">
            <a:spLocks noGrp="1"/>
          </p:cNvSpPr>
          <p:nvPr>
            <p:ph type="title"/>
          </p:nvPr>
        </p:nvSpPr>
        <p:spPr>
          <a:xfrm>
            <a:off x="252141" y="126084"/>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2400" dirty="0">
                <a:solidFill>
                  <a:srgbClr val="0E39A9"/>
                </a:solidFill>
              </a:rPr>
              <a:t>Output Evaluation-Response -</a:t>
            </a:r>
            <a:r>
              <a:rPr lang="en" sz="2000" dirty="0">
                <a:solidFill>
                  <a:srgbClr val="0E39A9"/>
                </a:solidFill>
              </a:rPr>
              <a:t>Observations</a:t>
            </a:r>
            <a:br>
              <a:rPr lang="en" sz="2400" dirty="0">
                <a:solidFill>
                  <a:srgbClr val="0E39A9"/>
                </a:solidFill>
              </a:rPr>
            </a:br>
            <a:r>
              <a:rPr lang="en" sz="2400" dirty="0">
                <a:solidFill>
                  <a:srgbClr val="0E39A9"/>
                </a:solidFill>
              </a:rPr>
              <a:t> </a:t>
            </a:r>
            <a:endParaRPr sz="2400" dirty="0">
              <a:solidFill>
                <a:srgbClr val="0E39A9"/>
              </a:solidFill>
            </a:endParaRPr>
          </a:p>
        </p:txBody>
      </p:sp>
      <p:sp>
        <p:nvSpPr>
          <p:cNvPr id="3" name="TextBox 2">
            <a:extLst>
              <a:ext uri="{FF2B5EF4-FFF2-40B4-BE49-F238E27FC236}">
                <a16:creationId xmlns:a16="http://schemas.microsoft.com/office/drawing/2014/main" id="{D75F7EDC-C108-CB91-9EBD-CBFBD0326F25}"/>
              </a:ext>
            </a:extLst>
          </p:cNvPr>
          <p:cNvSpPr txBox="1"/>
          <p:nvPr/>
        </p:nvSpPr>
        <p:spPr>
          <a:xfrm>
            <a:off x="252141" y="723479"/>
            <a:ext cx="8755372" cy="446276"/>
          </a:xfrm>
          <a:prstGeom prst="rect">
            <a:avLst/>
          </a:prstGeom>
          <a:noFill/>
        </p:spPr>
        <p:txBody>
          <a:bodyPr wrap="square" rtlCol="0">
            <a:spAutoFit/>
          </a:bodyPr>
          <a:lstStyle/>
          <a:p>
            <a:r>
              <a:rPr lang="en-US" sz="1200" b="1" dirty="0">
                <a:latin typeface="Montserrat" panose="00000500000000000000" pitchFamily="2" charset="0"/>
              </a:rPr>
              <a:t>Question 2 </a:t>
            </a:r>
            <a:r>
              <a:rPr lang="en-US" sz="1100" dirty="0">
                <a:latin typeface="Montserrat" panose="00000500000000000000" pitchFamily="2" charset="0"/>
              </a:rPr>
              <a:t>What are the common symptoms for appendicitis, and can it be cured via medicine? If not, what surgical procedure should be followed to treat it?</a:t>
            </a:r>
          </a:p>
        </p:txBody>
      </p:sp>
      <p:sp>
        <p:nvSpPr>
          <p:cNvPr id="2" name="TextBox 1">
            <a:extLst>
              <a:ext uri="{FF2B5EF4-FFF2-40B4-BE49-F238E27FC236}">
                <a16:creationId xmlns:a16="http://schemas.microsoft.com/office/drawing/2014/main" id="{D41F4710-9428-5A2A-1A97-F32ED48FE77C}"/>
              </a:ext>
            </a:extLst>
          </p:cNvPr>
          <p:cNvSpPr txBox="1"/>
          <p:nvPr/>
        </p:nvSpPr>
        <p:spPr>
          <a:xfrm>
            <a:off x="285261" y="1200533"/>
            <a:ext cx="8755372" cy="276999"/>
          </a:xfrm>
          <a:prstGeom prst="rect">
            <a:avLst/>
          </a:prstGeom>
          <a:noFill/>
        </p:spPr>
        <p:txBody>
          <a:bodyPr wrap="square" rtlCol="0">
            <a:spAutoFit/>
          </a:bodyPr>
          <a:lstStyle/>
          <a:p>
            <a:r>
              <a:rPr lang="en-US" sz="1100" b="1" u="sng" dirty="0">
                <a:latin typeface="Montserrat" panose="00000500000000000000" pitchFamily="2" charset="0"/>
              </a:rPr>
              <a:t> </a:t>
            </a:r>
            <a:r>
              <a:rPr lang="en-US" sz="1200" b="1" u="sng" dirty="0" err="1">
                <a:latin typeface="Montserrat" panose="00000500000000000000" pitchFamily="2" charset="0"/>
              </a:rPr>
              <a:t>Groundeness</a:t>
            </a:r>
            <a:r>
              <a:rPr lang="en-US" sz="1200" b="1" u="sng" dirty="0">
                <a:latin typeface="Montserrat" panose="00000500000000000000" pitchFamily="2" charset="0"/>
              </a:rPr>
              <a:t> observations </a:t>
            </a:r>
            <a:r>
              <a:rPr lang="en-US" sz="1100" b="1" u="sng" dirty="0">
                <a:latin typeface="Montserrat" panose="00000500000000000000" pitchFamily="2" charset="0"/>
              </a:rPr>
              <a:t>:</a:t>
            </a:r>
          </a:p>
        </p:txBody>
      </p:sp>
      <p:sp>
        <p:nvSpPr>
          <p:cNvPr id="4" name="TextBox 3">
            <a:extLst>
              <a:ext uri="{FF2B5EF4-FFF2-40B4-BE49-F238E27FC236}">
                <a16:creationId xmlns:a16="http://schemas.microsoft.com/office/drawing/2014/main" id="{6C28F274-37BC-3133-792B-EC34AC1B5DCE}"/>
              </a:ext>
            </a:extLst>
          </p:cNvPr>
          <p:cNvSpPr txBox="1"/>
          <p:nvPr/>
        </p:nvSpPr>
        <p:spPr>
          <a:xfrm>
            <a:off x="329113" y="1477532"/>
            <a:ext cx="8755372" cy="1323439"/>
          </a:xfrm>
          <a:prstGeom prst="rect">
            <a:avLst/>
          </a:prstGeom>
          <a:noFill/>
        </p:spPr>
        <p:txBody>
          <a:bodyPr wrap="square" rtlCol="0">
            <a:spAutoFit/>
          </a:bodyPr>
          <a:lstStyle/>
          <a:p>
            <a:pPr marL="228600" indent="-228600">
              <a:buFont typeface="+mj-lt"/>
              <a:buAutoNum type="arabicPeriod"/>
            </a:pPr>
            <a:r>
              <a:rPr lang="en-US" sz="1000" b="1" dirty="0">
                <a:latin typeface="Montserrat" panose="00000500000000000000" pitchFamily="2" charset="0"/>
              </a:rPr>
              <a:t>Fact-Level Verification: </a:t>
            </a:r>
            <a:r>
              <a:rPr lang="en-US" sz="1000" dirty="0">
                <a:latin typeface="Montserrat" panose="00000500000000000000" pitchFamily="2" charset="0"/>
              </a:rPr>
              <a:t>The evaluator successfully verified both clinical symptoms and treatment modalities (surgery vs. medicine) against the context, ensuring no external medical knowledge was smuggled in.</a:t>
            </a:r>
          </a:p>
          <a:p>
            <a:pPr marL="228600" indent="-228600">
              <a:buFont typeface="+mj-lt"/>
              <a:buAutoNum type="arabicPeriod"/>
            </a:pPr>
            <a:endParaRPr lang="en-US" sz="1000" dirty="0">
              <a:latin typeface="Montserrat" panose="00000500000000000000" pitchFamily="2" charset="0"/>
            </a:endParaRPr>
          </a:p>
          <a:p>
            <a:pPr marL="228600" indent="-228600">
              <a:buFont typeface="+mj-lt"/>
              <a:buAutoNum type="arabicPeriod"/>
            </a:pPr>
            <a:r>
              <a:rPr lang="en-US" sz="1000" b="1" dirty="0">
                <a:latin typeface="Montserrat" panose="00000500000000000000" pitchFamily="2" charset="0"/>
              </a:rPr>
              <a:t>Comprehensive Synthesis</a:t>
            </a:r>
            <a:r>
              <a:rPr lang="en-US" sz="1000" dirty="0">
                <a:latin typeface="Montserrat" panose="00000500000000000000" pitchFamily="2" charset="0"/>
              </a:rPr>
              <a:t>: The judge correctly recognized that the answer’s "negative claim" (cannot be cured by medicine) was grounded in the context’s specific treatment descriptions.</a:t>
            </a:r>
          </a:p>
          <a:p>
            <a:pPr marL="228600" indent="-228600">
              <a:buFont typeface="+mj-lt"/>
              <a:buAutoNum type="arabicPeriod"/>
            </a:pPr>
            <a:endParaRPr lang="en-US" sz="1000" dirty="0">
              <a:latin typeface="Montserrat" panose="00000500000000000000" pitchFamily="2" charset="0"/>
            </a:endParaRPr>
          </a:p>
          <a:p>
            <a:pPr marL="228600" indent="-228600">
              <a:buFont typeface="+mj-lt"/>
              <a:buAutoNum type="arabicPeriod"/>
            </a:pPr>
            <a:r>
              <a:rPr lang="en-US" sz="1000" b="1" dirty="0">
                <a:latin typeface="Montserrat" panose="00000500000000000000" pitchFamily="2" charset="0"/>
              </a:rPr>
              <a:t>Process Transparency</a:t>
            </a:r>
            <a:r>
              <a:rPr lang="en-US" sz="1000" dirty="0">
                <a:latin typeface="Montserrat" panose="00000500000000000000" pitchFamily="2" charset="0"/>
              </a:rPr>
              <a:t>: The evaluator followed a clear "identify and compare" workflow, which makes the final </a:t>
            </a:r>
            <a:r>
              <a:rPr lang="en-US" sz="1000" b="1" dirty="0">
                <a:latin typeface="Montserrat" panose="00000500000000000000" pitchFamily="2" charset="0"/>
              </a:rPr>
              <a:t>score of 5 highly defensible and traceable</a:t>
            </a:r>
            <a:r>
              <a:rPr lang="en-US" sz="1000" b="1" dirty="0"/>
              <a:t>.</a:t>
            </a:r>
            <a:endParaRPr lang="en-US" sz="1000" b="1" dirty="0">
              <a:latin typeface="Montserrat" panose="00000500000000000000" pitchFamily="2" charset="0"/>
            </a:endParaRPr>
          </a:p>
        </p:txBody>
      </p:sp>
      <p:sp>
        <p:nvSpPr>
          <p:cNvPr id="6" name="TextBox 5">
            <a:extLst>
              <a:ext uri="{FF2B5EF4-FFF2-40B4-BE49-F238E27FC236}">
                <a16:creationId xmlns:a16="http://schemas.microsoft.com/office/drawing/2014/main" id="{E5B6D8F9-34D1-7529-21DB-430D75044DF6}"/>
              </a:ext>
            </a:extLst>
          </p:cNvPr>
          <p:cNvSpPr txBox="1"/>
          <p:nvPr/>
        </p:nvSpPr>
        <p:spPr>
          <a:xfrm>
            <a:off x="483162" y="3062581"/>
            <a:ext cx="8755372" cy="276999"/>
          </a:xfrm>
          <a:prstGeom prst="rect">
            <a:avLst/>
          </a:prstGeom>
          <a:noFill/>
        </p:spPr>
        <p:txBody>
          <a:bodyPr wrap="square" rtlCol="0">
            <a:spAutoFit/>
          </a:bodyPr>
          <a:lstStyle/>
          <a:p>
            <a:r>
              <a:rPr lang="en-US" sz="1200" b="1" u="sng" dirty="0">
                <a:latin typeface="Montserrat" panose="00000500000000000000" pitchFamily="2" charset="0"/>
              </a:rPr>
              <a:t> Relevance </a:t>
            </a:r>
            <a:r>
              <a:rPr lang="en-US" sz="1200" b="1" u="sng" dirty="0" err="1">
                <a:latin typeface="Montserrat" panose="00000500000000000000" pitchFamily="2" charset="0"/>
              </a:rPr>
              <a:t>obsrvations</a:t>
            </a:r>
            <a:r>
              <a:rPr lang="en-US" sz="1200" b="1" u="sng" dirty="0">
                <a:latin typeface="Montserrat" panose="00000500000000000000" pitchFamily="2" charset="0"/>
              </a:rPr>
              <a:t> :</a:t>
            </a:r>
          </a:p>
        </p:txBody>
      </p:sp>
      <p:sp>
        <p:nvSpPr>
          <p:cNvPr id="8" name="TextBox 7">
            <a:extLst>
              <a:ext uri="{FF2B5EF4-FFF2-40B4-BE49-F238E27FC236}">
                <a16:creationId xmlns:a16="http://schemas.microsoft.com/office/drawing/2014/main" id="{181229DF-581C-5F71-81C3-4594CA437F65}"/>
              </a:ext>
            </a:extLst>
          </p:cNvPr>
          <p:cNvSpPr txBox="1"/>
          <p:nvPr/>
        </p:nvSpPr>
        <p:spPr>
          <a:xfrm>
            <a:off x="412549" y="3358192"/>
            <a:ext cx="8633890" cy="1615827"/>
          </a:xfrm>
          <a:prstGeom prst="rect">
            <a:avLst/>
          </a:prstGeom>
          <a:noFill/>
        </p:spPr>
        <p:txBody>
          <a:bodyPr wrap="square" rtlCol="0">
            <a:spAutoFit/>
          </a:bodyPr>
          <a:lstStyle/>
          <a:p>
            <a:pPr marL="228600" indent="-228600">
              <a:buFont typeface="+mj-lt"/>
              <a:buAutoNum type="arabicPeriod"/>
            </a:pPr>
            <a:r>
              <a:rPr lang="en-US" sz="1000" b="1" dirty="0">
                <a:latin typeface="Montserrat" panose="00000500000000000000" pitchFamily="2" charset="0"/>
              </a:rPr>
              <a:t>Target Misalignment</a:t>
            </a:r>
            <a:r>
              <a:rPr lang="en-US" sz="1000" dirty="0">
                <a:latin typeface="Montserrat" panose="00000500000000000000" pitchFamily="2" charset="0"/>
              </a:rPr>
              <a:t>: The judge incorrectly evaluated the context's relevance to the question rather than the answer's relevance to the user.</a:t>
            </a:r>
          </a:p>
          <a:p>
            <a:pPr marL="228600" indent="-228600">
              <a:buFont typeface="+mj-lt"/>
              <a:buAutoNum type="arabicPeriod"/>
            </a:pPr>
            <a:endParaRPr lang="en-US" sz="1000" dirty="0">
              <a:latin typeface="Montserrat" panose="00000500000000000000" pitchFamily="2" charset="0"/>
            </a:endParaRPr>
          </a:p>
          <a:p>
            <a:pPr marL="228600" indent="-228600">
              <a:buFont typeface="+mj-lt"/>
              <a:buAutoNum type="arabicPeriod"/>
            </a:pPr>
            <a:r>
              <a:rPr lang="en-US" sz="1000" b="1" dirty="0">
                <a:latin typeface="Montserrat" panose="00000500000000000000" pitchFamily="2" charset="0"/>
              </a:rPr>
              <a:t>Negative Constraint Checking</a:t>
            </a:r>
            <a:r>
              <a:rPr lang="en-US" sz="1000" dirty="0">
                <a:latin typeface="Montserrat" panose="00000500000000000000" pitchFamily="2" charset="0"/>
              </a:rPr>
              <a:t>: The evaluator added value by explicitly checking for "irrelevant information," ensuring the response stayed focused on the specific symptoms and cure constraints requested.</a:t>
            </a:r>
          </a:p>
          <a:p>
            <a:pPr marL="228600" indent="-228600">
              <a:buFont typeface="+mj-lt"/>
              <a:buAutoNum type="arabicPeriod"/>
            </a:pPr>
            <a:endParaRPr lang="en-US" sz="1000" dirty="0">
              <a:latin typeface="Montserrat" panose="00000500000000000000" pitchFamily="2" charset="0"/>
            </a:endParaRPr>
          </a:p>
          <a:p>
            <a:pPr marL="228600" indent="-228600">
              <a:buFont typeface="+mj-lt"/>
              <a:buAutoNum type="arabicPeriod"/>
            </a:pPr>
            <a:r>
              <a:rPr lang="en-US" sz="1000" b="1" dirty="0">
                <a:latin typeface="Montserrat" panose="00000500000000000000" pitchFamily="2" charset="0"/>
              </a:rPr>
              <a:t>Binary Aspect Matching</a:t>
            </a:r>
            <a:r>
              <a:rPr lang="en-US" sz="1000" dirty="0">
                <a:latin typeface="Montserrat" panose="00000500000000000000" pitchFamily="2" charset="0"/>
              </a:rPr>
              <a:t>: The judge effectively broke the question into two distinct pillars (symptoms and medicinal cure) and confirmed both were satisfied before awarding a perfect score.</a:t>
            </a:r>
          </a:p>
          <a:p>
            <a:pPr marL="228600" indent="-228600">
              <a:buFont typeface="+mj-lt"/>
              <a:buAutoNum type="arabicPeriod"/>
            </a:pPr>
            <a:r>
              <a:rPr lang="en-US" sz="1000" b="1" dirty="0">
                <a:latin typeface="Montserrat" panose="00000500000000000000" pitchFamily="2" charset="0"/>
              </a:rPr>
              <a:t>Evaluation criteria followed </a:t>
            </a:r>
            <a:r>
              <a:rPr lang="en-US" sz="1000" dirty="0">
                <a:latin typeface="Montserrat" panose="00000500000000000000" pitchFamily="2" charset="0"/>
              </a:rPr>
              <a:t>, and evaluator  </a:t>
            </a:r>
            <a:r>
              <a:rPr lang="en-US" sz="1000" b="1" dirty="0">
                <a:latin typeface="Montserrat" panose="00000500000000000000" pitchFamily="2" charset="0"/>
              </a:rPr>
              <a:t> rated the context as a 5 because it follows the relevance metric completely</a:t>
            </a:r>
            <a:r>
              <a:rPr lang="en-US" sz="1000" dirty="0">
                <a:latin typeface="Montserrat" panose="00000500000000000000" pitchFamily="2" charset="0"/>
              </a:rPr>
              <a:t>.</a:t>
            </a:r>
          </a:p>
          <a:p>
            <a:pPr marL="228600" indent="-228600">
              <a:buFont typeface="+mj-lt"/>
              <a:buAutoNum type="arabicPeriod"/>
            </a:pPr>
            <a:endParaRPr lang="en-US" sz="900" dirty="0">
              <a:latin typeface="Montserrat" panose="00000500000000000000" pitchFamily="2" charset="0"/>
            </a:endParaRPr>
          </a:p>
        </p:txBody>
      </p:sp>
    </p:spTree>
    <p:extLst>
      <p:ext uri="{BB962C8B-B14F-4D97-AF65-F5344CB8AC3E}">
        <p14:creationId xmlns:p14="http://schemas.microsoft.com/office/powerpoint/2010/main" val="188279647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04">
          <a:extLst>
            <a:ext uri="{FF2B5EF4-FFF2-40B4-BE49-F238E27FC236}">
              <a16:creationId xmlns:a16="http://schemas.microsoft.com/office/drawing/2014/main" id="{60003E43-36C9-9807-A9B5-FFEF32AA2CDF}"/>
            </a:ext>
          </a:extLst>
        </p:cNvPr>
        <p:cNvGrpSpPr/>
        <p:nvPr/>
      </p:nvGrpSpPr>
      <p:grpSpPr>
        <a:xfrm>
          <a:off x="0" y="0"/>
          <a:ext cx="0" cy="0"/>
          <a:chOff x="0" y="0"/>
          <a:chExt cx="0" cy="0"/>
        </a:xfrm>
      </p:grpSpPr>
      <p:sp>
        <p:nvSpPr>
          <p:cNvPr id="305" name="Google Shape;305;p56">
            <a:extLst>
              <a:ext uri="{FF2B5EF4-FFF2-40B4-BE49-F238E27FC236}">
                <a16:creationId xmlns:a16="http://schemas.microsoft.com/office/drawing/2014/main" id="{188BBA72-65FF-FE41-9530-BBA7975F04A1}"/>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lvl="0"/>
            <a:r>
              <a:rPr lang="en" sz="2400" dirty="0">
                <a:solidFill>
                  <a:srgbClr val="0E39A9"/>
                </a:solidFill>
              </a:rPr>
              <a:t>Output Evaluation-</a:t>
            </a:r>
            <a:r>
              <a:rPr lang="en-US" sz="2400" dirty="0">
                <a:solidFill>
                  <a:srgbClr val="0E39A9"/>
                </a:solidFill>
              </a:rPr>
              <a:t> </a:t>
            </a:r>
            <a:r>
              <a:rPr lang="en-US" sz="2400" u="sng" dirty="0">
                <a:solidFill>
                  <a:srgbClr val="0E39A9"/>
                </a:solidFill>
              </a:rPr>
              <a:t>Groundedness</a:t>
            </a:r>
            <a:r>
              <a:rPr lang="en" sz="2400" u="sng" dirty="0">
                <a:solidFill>
                  <a:srgbClr val="0E39A9"/>
                </a:solidFill>
              </a:rPr>
              <a:t> Response</a:t>
            </a:r>
            <a:endParaRPr sz="2400" u="sng" dirty="0">
              <a:solidFill>
                <a:srgbClr val="0E39A9"/>
              </a:solidFill>
            </a:endParaRPr>
          </a:p>
        </p:txBody>
      </p:sp>
      <p:sp>
        <p:nvSpPr>
          <p:cNvPr id="3" name="TextBox 2">
            <a:extLst>
              <a:ext uri="{FF2B5EF4-FFF2-40B4-BE49-F238E27FC236}">
                <a16:creationId xmlns:a16="http://schemas.microsoft.com/office/drawing/2014/main" id="{60008268-AE85-1508-6EB6-369645C91CC8}"/>
              </a:ext>
            </a:extLst>
          </p:cNvPr>
          <p:cNvSpPr txBox="1"/>
          <p:nvPr/>
        </p:nvSpPr>
        <p:spPr>
          <a:xfrm>
            <a:off x="202550" y="861979"/>
            <a:ext cx="8755372" cy="461665"/>
          </a:xfrm>
          <a:prstGeom prst="rect">
            <a:avLst/>
          </a:prstGeom>
          <a:noFill/>
        </p:spPr>
        <p:txBody>
          <a:bodyPr wrap="square" rtlCol="0">
            <a:spAutoFit/>
          </a:bodyPr>
          <a:lstStyle/>
          <a:p>
            <a:r>
              <a:rPr lang="en-US" sz="1200" b="1" dirty="0">
                <a:latin typeface="Montserrat" panose="00000500000000000000" pitchFamily="2" charset="0"/>
              </a:rPr>
              <a:t>Question 3: </a:t>
            </a:r>
            <a:r>
              <a:rPr lang="en-US" sz="1200" dirty="0">
                <a:latin typeface="Montserrat" panose="00000500000000000000" pitchFamily="2" charset="0"/>
              </a:rPr>
              <a:t>What are the effective treatments or solutions for addressing sudden patchy hair loss, commonly seen as localized bald spots on the scalp, and what could be the possible causes behind it?</a:t>
            </a:r>
          </a:p>
        </p:txBody>
      </p:sp>
      <p:sp>
        <p:nvSpPr>
          <p:cNvPr id="2" name="TextBox 1">
            <a:extLst>
              <a:ext uri="{FF2B5EF4-FFF2-40B4-BE49-F238E27FC236}">
                <a16:creationId xmlns:a16="http://schemas.microsoft.com/office/drawing/2014/main" id="{BDC4EE33-1DC7-B03E-F836-51494AF66930}"/>
              </a:ext>
            </a:extLst>
          </p:cNvPr>
          <p:cNvSpPr txBox="1"/>
          <p:nvPr/>
        </p:nvSpPr>
        <p:spPr>
          <a:xfrm>
            <a:off x="202550" y="1323644"/>
            <a:ext cx="8755372" cy="276999"/>
          </a:xfrm>
          <a:prstGeom prst="rect">
            <a:avLst/>
          </a:prstGeom>
          <a:noFill/>
        </p:spPr>
        <p:txBody>
          <a:bodyPr wrap="square" rtlCol="0">
            <a:spAutoFit/>
          </a:bodyPr>
          <a:lstStyle/>
          <a:p>
            <a:r>
              <a:rPr lang="en-US" sz="1200" b="1" u="sng" dirty="0">
                <a:latin typeface="Montserrat" panose="00000500000000000000" pitchFamily="2" charset="0"/>
              </a:rPr>
              <a:t>Groundedness response :</a:t>
            </a:r>
          </a:p>
        </p:txBody>
      </p:sp>
      <p:sp>
        <p:nvSpPr>
          <p:cNvPr id="4" name="TextBox 3">
            <a:extLst>
              <a:ext uri="{FF2B5EF4-FFF2-40B4-BE49-F238E27FC236}">
                <a16:creationId xmlns:a16="http://schemas.microsoft.com/office/drawing/2014/main" id="{49AE1EEF-05E2-61B3-8755-388128241CA4}"/>
              </a:ext>
            </a:extLst>
          </p:cNvPr>
          <p:cNvSpPr txBox="1"/>
          <p:nvPr/>
        </p:nvSpPr>
        <p:spPr>
          <a:xfrm>
            <a:off x="285261" y="1600643"/>
            <a:ext cx="8755372" cy="2400657"/>
          </a:xfrm>
          <a:prstGeom prst="rect">
            <a:avLst/>
          </a:prstGeom>
          <a:noFill/>
        </p:spPr>
        <p:txBody>
          <a:bodyPr wrap="square" rtlCol="0">
            <a:spAutoFit/>
          </a:bodyPr>
          <a:lstStyle/>
          <a:p>
            <a:r>
              <a:rPr lang="en-US" sz="1000" b="1" dirty="0">
                <a:latin typeface="Montserrat" panose="00000500000000000000" pitchFamily="2" charset="0"/>
              </a:rPr>
              <a:t>Steps to evaluate the answer:</a:t>
            </a:r>
          </a:p>
          <a:p>
            <a:r>
              <a:rPr lang="en-US" sz="1000" dirty="0">
                <a:latin typeface="Montserrat" panose="00000500000000000000" pitchFamily="2" charset="0"/>
              </a:rPr>
              <a:t>1. Identify the information in the context related to effective treatments or solutions for sudden patchy hair loss.</a:t>
            </a:r>
          </a:p>
          <a:p>
            <a:r>
              <a:rPr lang="en-US" sz="1000" dirty="0">
                <a:latin typeface="Montserrat" panose="00000500000000000000" pitchFamily="2" charset="0"/>
              </a:rPr>
              <a:t>2. Check if the AI generated answer only includes the information from the context and does not add any new information that is not present in the context.</a:t>
            </a:r>
          </a:p>
          <a:p>
            <a:r>
              <a:rPr lang="en-US" sz="1000" dirty="0">
                <a:latin typeface="Montserrat" panose="00000500000000000000" pitchFamily="2" charset="0"/>
              </a:rPr>
              <a:t>3. Verify if the possible causes mentioned in the AI generated answer are consistent with the context.</a:t>
            </a:r>
          </a:p>
          <a:p>
            <a:endParaRPr lang="en-US" sz="1000" b="1" dirty="0">
              <a:latin typeface="Montserrat" panose="00000500000000000000" pitchFamily="2" charset="0"/>
            </a:endParaRPr>
          </a:p>
          <a:p>
            <a:r>
              <a:rPr lang="en-US" sz="1000" b="1" dirty="0">
                <a:latin typeface="Montserrat" panose="00000500000000000000" pitchFamily="2" charset="0"/>
              </a:rPr>
              <a:t>Explanation:</a:t>
            </a:r>
          </a:p>
          <a:p>
            <a:r>
              <a:rPr lang="en-US" sz="1000" dirty="0">
                <a:latin typeface="Montserrat" panose="00000500000000000000" pitchFamily="2" charset="0"/>
              </a:rPr>
              <a:t>The AI generated answer adheres to the metric as it only includes the information from the context about the effective treatments for sudden patchy hair loss and mentions the possible cause, which is an autoimmune disorder, that is also mentioned in the context.</a:t>
            </a:r>
          </a:p>
          <a:p>
            <a:endParaRPr lang="en-US" sz="1000" b="1" dirty="0">
              <a:latin typeface="Montserrat" panose="00000500000000000000" pitchFamily="2" charset="0"/>
            </a:endParaRPr>
          </a:p>
          <a:p>
            <a:r>
              <a:rPr lang="en-US" sz="1000" b="1" dirty="0">
                <a:latin typeface="Montserrat" panose="00000500000000000000" pitchFamily="2" charset="0"/>
              </a:rPr>
              <a:t>Evaluation:</a:t>
            </a:r>
          </a:p>
          <a:p>
            <a:r>
              <a:rPr lang="en-US" sz="1000" dirty="0">
                <a:latin typeface="Montserrat" panose="00000500000000000000" pitchFamily="2" charset="0"/>
              </a:rPr>
              <a:t>The metric is followed completely.</a:t>
            </a:r>
          </a:p>
          <a:p>
            <a:endParaRPr lang="en-US" sz="1000" b="1" dirty="0">
              <a:latin typeface="Montserrat" panose="00000500000000000000" pitchFamily="2" charset="0"/>
            </a:endParaRPr>
          </a:p>
          <a:p>
            <a:r>
              <a:rPr lang="en-US" sz="1000" b="1" dirty="0">
                <a:latin typeface="Montserrat" panose="00000500000000000000" pitchFamily="2" charset="0"/>
              </a:rPr>
              <a:t>Rating:</a:t>
            </a:r>
          </a:p>
          <a:p>
            <a:r>
              <a:rPr lang="en-US" sz="1000" b="1" dirty="0">
                <a:latin typeface="Montserrat" panose="00000500000000000000" pitchFamily="2" charset="0"/>
              </a:rPr>
              <a:t>Based on the evaluation criteria, I would rate the answer as 5 - The metric is followed completely.</a:t>
            </a:r>
            <a:endParaRPr lang="en-US" sz="1000" dirty="0">
              <a:latin typeface="Montserrat" panose="00000500000000000000" pitchFamily="2" charset="0"/>
            </a:endParaRPr>
          </a:p>
        </p:txBody>
      </p:sp>
    </p:spTree>
    <p:extLst>
      <p:ext uri="{BB962C8B-B14F-4D97-AF65-F5344CB8AC3E}">
        <p14:creationId xmlns:p14="http://schemas.microsoft.com/office/powerpoint/2010/main" val="201597833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04">
          <a:extLst>
            <a:ext uri="{FF2B5EF4-FFF2-40B4-BE49-F238E27FC236}">
              <a16:creationId xmlns:a16="http://schemas.microsoft.com/office/drawing/2014/main" id="{30A03976-B17E-49E8-F42D-989961353D44}"/>
            </a:ext>
          </a:extLst>
        </p:cNvPr>
        <p:cNvGrpSpPr/>
        <p:nvPr/>
      </p:nvGrpSpPr>
      <p:grpSpPr>
        <a:xfrm>
          <a:off x="0" y="0"/>
          <a:ext cx="0" cy="0"/>
          <a:chOff x="0" y="0"/>
          <a:chExt cx="0" cy="0"/>
        </a:xfrm>
      </p:grpSpPr>
      <p:sp>
        <p:nvSpPr>
          <p:cNvPr id="305" name="Google Shape;305;p56">
            <a:extLst>
              <a:ext uri="{FF2B5EF4-FFF2-40B4-BE49-F238E27FC236}">
                <a16:creationId xmlns:a16="http://schemas.microsoft.com/office/drawing/2014/main" id="{44E77A04-E3CC-91EA-CBF6-0D22E7506DE7}"/>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2400" dirty="0">
                <a:solidFill>
                  <a:srgbClr val="0E39A9"/>
                </a:solidFill>
              </a:rPr>
              <a:t>Output Evaluation-</a:t>
            </a:r>
            <a:r>
              <a:rPr lang="en" sz="2400" u="sng" dirty="0">
                <a:solidFill>
                  <a:srgbClr val="0E39A9"/>
                </a:solidFill>
              </a:rPr>
              <a:t>Relevance Response </a:t>
            </a:r>
            <a:endParaRPr sz="2400" u="sng" dirty="0">
              <a:solidFill>
                <a:srgbClr val="0E39A9"/>
              </a:solidFill>
            </a:endParaRPr>
          </a:p>
        </p:txBody>
      </p:sp>
      <p:sp>
        <p:nvSpPr>
          <p:cNvPr id="3" name="TextBox 2">
            <a:extLst>
              <a:ext uri="{FF2B5EF4-FFF2-40B4-BE49-F238E27FC236}">
                <a16:creationId xmlns:a16="http://schemas.microsoft.com/office/drawing/2014/main" id="{6446DA87-018C-FEE2-B0D0-78D1EC70D842}"/>
              </a:ext>
            </a:extLst>
          </p:cNvPr>
          <p:cNvSpPr txBox="1"/>
          <p:nvPr/>
        </p:nvSpPr>
        <p:spPr>
          <a:xfrm>
            <a:off x="202550" y="861979"/>
            <a:ext cx="8755372" cy="461665"/>
          </a:xfrm>
          <a:prstGeom prst="rect">
            <a:avLst/>
          </a:prstGeom>
          <a:noFill/>
        </p:spPr>
        <p:txBody>
          <a:bodyPr wrap="square" rtlCol="0">
            <a:spAutoFit/>
          </a:bodyPr>
          <a:lstStyle/>
          <a:p>
            <a:r>
              <a:rPr lang="en-US" sz="1200" b="1" dirty="0">
                <a:latin typeface="Montserrat" panose="00000500000000000000" pitchFamily="2" charset="0"/>
              </a:rPr>
              <a:t>Question 3: </a:t>
            </a:r>
            <a:r>
              <a:rPr lang="en-US" sz="1200" dirty="0">
                <a:latin typeface="Montserrat" panose="00000500000000000000" pitchFamily="2" charset="0"/>
              </a:rPr>
              <a:t>What are the effective treatments or solutions for addressing sudden patchy hair loss, commonly seen as localized bald spots on the scalp, and what could be the possible causes behind it?</a:t>
            </a:r>
            <a:endParaRPr lang="en-US" sz="1200" b="1" dirty="0">
              <a:latin typeface="Montserrat" panose="00000500000000000000" pitchFamily="2" charset="0"/>
            </a:endParaRPr>
          </a:p>
        </p:txBody>
      </p:sp>
      <p:sp>
        <p:nvSpPr>
          <p:cNvPr id="2" name="TextBox 1">
            <a:extLst>
              <a:ext uri="{FF2B5EF4-FFF2-40B4-BE49-F238E27FC236}">
                <a16:creationId xmlns:a16="http://schemas.microsoft.com/office/drawing/2014/main" id="{77BEB557-5BAE-B53D-C8AB-B6992275710B}"/>
              </a:ext>
            </a:extLst>
          </p:cNvPr>
          <p:cNvSpPr txBox="1"/>
          <p:nvPr/>
        </p:nvSpPr>
        <p:spPr>
          <a:xfrm>
            <a:off x="202550" y="1323644"/>
            <a:ext cx="8755372" cy="276999"/>
          </a:xfrm>
          <a:prstGeom prst="rect">
            <a:avLst/>
          </a:prstGeom>
          <a:noFill/>
        </p:spPr>
        <p:txBody>
          <a:bodyPr wrap="square" rtlCol="0">
            <a:spAutoFit/>
          </a:bodyPr>
          <a:lstStyle/>
          <a:p>
            <a:r>
              <a:rPr lang="en-US" sz="1200" b="1" u="sng" dirty="0">
                <a:latin typeface="Montserrat" panose="00000500000000000000" pitchFamily="2" charset="0"/>
              </a:rPr>
              <a:t>Relevance response :</a:t>
            </a:r>
          </a:p>
        </p:txBody>
      </p:sp>
      <p:sp>
        <p:nvSpPr>
          <p:cNvPr id="4" name="TextBox 3">
            <a:extLst>
              <a:ext uri="{FF2B5EF4-FFF2-40B4-BE49-F238E27FC236}">
                <a16:creationId xmlns:a16="http://schemas.microsoft.com/office/drawing/2014/main" id="{C2EEA6FC-243A-FB09-785F-9C62BEAD82F1}"/>
              </a:ext>
            </a:extLst>
          </p:cNvPr>
          <p:cNvSpPr txBox="1"/>
          <p:nvPr/>
        </p:nvSpPr>
        <p:spPr>
          <a:xfrm>
            <a:off x="186078" y="1564365"/>
            <a:ext cx="8755372" cy="2862322"/>
          </a:xfrm>
          <a:prstGeom prst="rect">
            <a:avLst/>
          </a:prstGeom>
          <a:noFill/>
        </p:spPr>
        <p:txBody>
          <a:bodyPr wrap="square" rtlCol="0">
            <a:spAutoFit/>
          </a:bodyPr>
          <a:lstStyle/>
          <a:p>
            <a:r>
              <a:rPr lang="en-US" sz="1000" b="1" dirty="0">
                <a:latin typeface="Montserrat" panose="00000500000000000000" pitchFamily="2" charset="0"/>
              </a:rPr>
              <a:t>Steps to evaluate the context as per the relevance metric</a:t>
            </a:r>
            <a:r>
              <a:rPr lang="en-US" sz="1000" dirty="0">
                <a:latin typeface="Montserrat" panose="00000500000000000000" pitchFamily="2" charset="0"/>
              </a:rPr>
              <a:t>:</a:t>
            </a:r>
          </a:p>
          <a:p>
            <a:r>
              <a:rPr lang="en-US" sz="1000" dirty="0">
                <a:latin typeface="Montserrat" panose="00000500000000000000" pitchFamily="2" charset="0"/>
              </a:rPr>
              <a:t>1. Identify the main aspects of the question: effective treatments or solutions for addressing sudden patchy hair loss and possible causes behind it.</a:t>
            </a:r>
          </a:p>
          <a:p>
            <a:r>
              <a:rPr lang="en-US" sz="1000" dirty="0">
                <a:latin typeface="Montserrat" panose="00000500000000000000" pitchFamily="2" charset="0"/>
              </a:rPr>
              <a:t>2. Determine if the context provides information on the mentioned aspects.</a:t>
            </a:r>
          </a:p>
          <a:p>
            <a:r>
              <a:rPr lang="en-US" sz="1000" dirty="0">
                <a:latin typeface="Montserrat" panose="00000500000000000000" pitchFamily="2" charset="0"/>
              </a:rPr>
              <a:t>3. Check if all important aspects are contained in the context and if any irrelevant information is present.</a:t>
            </a:r>
          </a:p>
          <a:p>
            <a:endParaRPr lang="en-US" sz="1000" dirty="0">
              <a:latin typeface="Montserrat" panose="00000500000000000000" pitchFamily="2" charset="0"/>
            </a:endParaRPr>
          </a:p>
          <a:p>
            <a:r>
              <a:rPr lang="en-US" sz="1000" b="1" dirty="0">
                <a:latin typeface="Montserrat" panose="00000500000000000000" pitchFamily="2" charset="0"/>
              </a:rPr>
              <a:t>The context adheres to the metric considering the question as the input because:</a:t>
            </a:r>
          </a:p>
          <a:p>
            <a:r>
              <a:rPr lang="en-US" sz="1000" dirty="0">
                <a:latin typeface="Montserrat" panose="00000500000000000000" pitchFamily="2" charset="0"/>
              </a:rPr>
              <a:t>1. The context mentions various treatments for sudden patchy hair loss, including topical, intralesional, or systemic corticosteroids, topical minoxidil, topical anthralin, topical immunotherapy (</a:t>
            </a:r>
            <a:r>
              <a:rPr lang="en-US" sz="1000" dirty="0" err="1">
                <a:latin typeface="Montserrat" panose="00000500000000000000" pitchFamily="2" charset="0"/>
              </a:rPr>
              <a:t>diphencyprone</a:t>
            </a:r>
            <a:r>
              <a:rPr lang="en-US" sz="1000" dirty="0">
                <a:latin typeface="Montserrat" panose="00000500000000000000" pitchFamily="2" charset="0"/>
              </a:rPr>
              <a:t> or </a:t>
            </a:r>
            <a:r>
              <a:rPr lang="en-US" sz="1000" dirty="0" err="1">
                <a:latin typeface="Montserrat" panose="00000500000000000000" pitchFamily="2" charset="0"/>
              </a:rPr>
              <a:t>squaric</a:t>
            </a:r>
            <a:r>
              <a:rPr lang="en-US" sz="1000" dirty="0">
                <a:latin typeface="Montserrat" panose="00000500000000000000" pitchFamily="2" charset="0"/>
              </a:rPr>
              <a:t> acid </a:t>
            </a:r>
            <a:r>
              <a:rPr lang="en-US" sz="1000" dirty="0" err="1">
                <a:latin typeface="Montserrat" panose="00000500000000000000" pitchFamily="2" charset="0"/>
              </a:rPr>
              <a:t>dibutylester</a:t>
            </a:r>
            <a:r>
              <a:rPr lang="en-US" sz="1000" dirty="0">
                <a:latin typeface="Montserrat" panose="00000500000000000000" pitchFamily="2" charset="0"/>
              </a:rPr>
              <a:t>), and psoralen plus ultraviolet A (PUVA).</a:t>
            </a:r>
          </a:p>
          <a:p>
            <a:r>
              <a:rPr lang="en-US" sz="1000" dirty="0">
                <a:latin typeface="Montserrat" panose="00000500000000000000" pitchFamily="2" charset="0"/>
              </a:rPr>
              <a:t>2. The context also mentions possible causes behind sudden patchy hair loss, which could be an autoimmune disorder affecting genetically susceptible people exposed to unclear environmental triggers.</a:t>
            </a:r>
          </a:p>
          <a:p>
            <a:r>
              <a:rPr lang="en-US" sz="1000" dirty="0">
                <a:latin typeface="Montserrat" panose="00000500000000000000" pitchFamily="2" charset="0"/>
              </a:rPr>
              <a:t>3. No irrelevant information is present in the context.</a:t>
            </a:r>
          </a:p>
          <a:p>
            <a:endParaRPr lang="en-US" sz="1000" dirty="0">
              <a:latin typeface="Montserrat" panose="00000500000000000000" pitchFamily="2" charset="0"/>
            </a:endParaRPr>
          </a:p>
          <a:p>
            <a:r>
              <a:rPr lang="en-US" sz="1000" dirty="0">
                <a:latin typeface="Montserrat" panose="00000500000000000000" pitchFamily="2" charset="0"/>
              </a:rPr>
              <a:t>The metric is followed mostly because all important aspects of the question are addressed in the context and no irrelevant information is provided.</a:t>
            </a:r>
          </a:p>
          <a:p>
            <a:endParaRPr lang="en-US" sz="1000" dirty="0">
              <a:latin typeface="Montserrat" panose="00000500000000000000" pitchFamily="2" charset="0"/>
            </a:endParaRPr>
          </a:p>
          <a:p>
            <a:r>
              <a:rPr lang="en-US" sz="1000" b="1" dirty="0">
                <a:latin typeface="Montserrat" panose="00000500000000000000" pitchFamily="2" charset="0"/>
              </a:rPr>
              <a:t>Rating: 4 (The metric is followed mostly</a:t>
            </a:r>
          </a:p>
        </p:txBody>
      </p:sp>
    </p:spTree>
    <p:extLst>
      <p:ext uri="{BB962C8B-B14F-4D97-AF65-F5344CB8AC3E}">
        <p14:creationId xmlns:p14="http://schemas.microsoft.com/office/powerpoint/2010/main" val="21043753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04">
          <a:extLst>
            <a:ext uri="{FF2B5EF4-FFF2-40B4-BE49-F238E27FC236}">
              <a16:creationId xmlns:a16="http://schemas.microsoft.com/office/drawing/2014/main" id="{09CF7352-E52A-92C5-C638-ADDC585DD70C}"/>
            </a:ext>
          </a:extLst>
        </p:cNvPr>
        <p:cNvGrpSpPr/>
        <p:nvPr/>
      </p:nvGrpSpPr>
      <p:grpSpPr>
        <a:xfrm>
          <a:off x="0" y="0"/>
          <a:ext cx="0" cy="0"/>
          <a:chOff x="0" y="0"/>
          <a:chExt cx="0" cy="0"/>
        </a:xfrm>
      </p:grpSpPr>
      <p:sp>
        <p:nvSpPr>
          <p:cNvPr id="305" name="Google Shape;305;p56">
            <a:extLst>
              <a:ext uri="{FF2B5EF4-FFF2-40B4-BE49-F238E27FC236}">
                <a16:creationId xmlns:a16="http://schemas.microsoft.com/office/drawing/2014/main" id="{0B11B5A9-DF07-C3E5-ED67-A1C3BA2A9031}"/>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2400" dirty="0">
                <a:solidFill>
                  <a:srgbClr val="0E39A9"/>
                </a:solidFill>
              </a:rPr>
              <a:t>Output Evaluation Response –</a:t>
            </a:r>
            <a:r>
              <a:rPr lang="en" sz="2000" u="sng" dirty="0">
                <a:solidFill>
                  <a:srgbClr val="0E39A9"/>
                </a:solidFill>
              </a:rPr>
              <a:t>Observations</a:t>
            </a:r>
            <a:br>
              <a:rPr lang="en" sz="2400" u="sng" dirty="0">
                <a:solidFill>
                  <a:srgbClr val="0E39A9"/>
                </a:solidFill>
              </a:rPr>
            </a:br>
            <a:r>
              <a:rPr lang="en" sz="2400" dirty="0">
                <a:solidFill>
                  <a:srgbClr val="0E39A9"/>
                </a:solidFill>
              </a:rPr>
              <a:t> </a:t>
            </a:r>
            <a:endParaRPr sz="2400" dirty="0">
              <a:solidFill>
                <a:srgbClr val="0E39A9"/>
              </a:solidFill>
            </a:endParaRPr>
          </a:p>
        </p:txBody>
      </p:sp>
      <p:sp>
        <p:nvSpPr>
          <p:cNvPr id="3" name="TextBox 2">
            <a:extLst>
              <a:ext uri="{FF2B5EF4-FFF2-40B4-BE49-F238E27FC236}">
                <a16:creationId xmlns:a16="http://schemas.microsoft.com/office/drawing/2014/main" id="{3A47B1C2-3C0A-81AA-6509-12E3F8B8604E}"/>
              </a:ext>
            </a:extLst>
          </p:cNvPr>
          <p:cNvSpPr txBox="1"/>
          <p:nvPr/>
        </p:nvSpPr>
        <p:spPr>
          <a:xfrm>
            <a:off x="252141" y="723479"/>
            <a:ext cx="8755372" cy="446276"/>
          </a:xfrm>
          <a:prstGeom prst="rect">
            <a:avLst/>
          </a:prstGeom>
          <a:noFill/>
        </p:spPr>
        <p:txBody>
          <a:bodyPr wrap="square" rtlCol="0">
            <a:spAutoFit/>
          </a:bodyPr>
          <a:lstStyle/>
          <a:p>
            <a:r>
              <a:rPr lang="en-US" sz="1200" b="1" dirty="0">
                <a:latin typeface="Montserrat" panose="00000500000000000000" pitchFamily="2" charset="0"/>
              </a:rPr>
              <a:t>Question 3:</a:t>
            </a:r>
            <a:r>
              <a:rPr lang="en-US" sz="1100" b="1" dirty="0">
                <a:latin typeface="Montserrat" panose="00000500000000000000" pitchFamily="2" charset="0"/>
              </a:rPr>
              <a:t> </a:t>
            </a:r>
            <a:r>
              <a:rPr lang="en-US" sz="1100" dirty="0">
                <a:latin typeface="Montserrat" panose="00000500000000000000" pitchFamily="2" charset="0"/>
              </a:rPr>
              <a:t>What are the effective treatments or solutions for addressing sudden patchy hair loss, commonly seen as localized bald spots on the scalp, and what could be the possible causes behind it?</a:t>
            </a:r>
            <a:endParaRPr lang="en-US" sz="1100" b="1" dirty="0">
              <a:latin typeface="Montserrat" panose="00000500000000000000" pitchFamily="2" charset="0"/>
            </a:endParaRPr>
          </a:p>
        </p:txBody>
      </p:sp>
      <p:sp>
        <p:nvSpPr>
          <p:cNvPr id="2" name="TextBox 1">
            <a:extLst>
              <a:ext uri="{FF2B5EF4-FFF2-40B4-BE49-F238E27FC236}">
                <a16:creationId xmlns:a16="http://schemas.microsoft.com/office/drawing/2014/main" id="{3D18EDD3-D643-22A5-60A0-52C36EF9E630}"/>
              </a:ext>
            </a:extLst>
          </p:cNvPr>
          <p:cNvSpPr txBox="1"/>
          <p:nvPr/>
        </p:nvSpPr>
        <p:spPr>
          <a:xfrm>
            <a:off x="289925" y="1131079"/>
            <a:ext cx="8755372" cy="276999"/>
          </a:xfrm>
          <a:prstGeom prst="rect">
            <a:avLst/>
          </a:prstGeom>
          <a:noFill/>
        </p:spPr>
        <p:txBody>
          <a:bodyPr wrap="square" rtlCol="0">
            <a:spAutoFit/>
          </a:bodyPr>
          <a:lstStyle/>
          <a:p>
            <a:r>
              <a:rPr lang="en-US" sz="1200" b="1" u="sng" dirty="0">
                <a:latin typeface="Montserrat" panose="00000500000000000000" pitchFamily="2" charset="0"/>
              </a:rPr>
              <a:t>Observations Groundedness :</a:t>
            </a:r>
          </a:p>
        </p:txBody>
      </p:sp>
      <p:sp>
        <p:nvSpPr>
          <p:cNvPr id="4" name="TextBox 3">
            <a:extLst>
              <a:ext uri="{FF2B5EF4-FFF2-40B4-BE49-F238E27FC236}">
                <a16:creationId xmlns:a16="http://schemas.microsoft.com/office/drawing/2014/main" id="{C04B101C-AA34-1566-9CAA-318E4E6BCE94}"/>
              </a:ext>
            </a:extLst>
          </p:cNvPr>
          <p:cNvSpPr txBox="1"/>
          <p:nvPr/>
        </p:nvSpPr>
        <p:spPr>
          <a:xfrm>
            <a:off x="286034" y="1423466"/>
            <a:ext cx="8755372" cy="1477328"/>
          </a:xfrm>
          <a:prstGeom prst="rect">
            <a:avLst/>
          </a:prstGeom>
          <a:noFill/>
        </p:spPr>
        <p:txBody>
          <a:bodyPr wrap="square" rtlCol="0">
            <a:spAutoFit/>
          </a:bodyPr>
          <a:lstStyle/>
          <a:p>
            <a:pPr marL="228600" indent="-228600">
              <a:buFont typeface="+mj-lt"/>
              <a:buAutoNum type="arabicPeriod"/>
            </a:pPr>
            <a:r>
              <a:rPr lang="en-US" sz="1000" b="1" dirty="0">
                <a:latin typeface="Montserrat" panose="00000500000000000000" pitchFamily="2" charset="0"/>
              </a:rPr>
              <a:t>High Faithfulness to Scientific Terminology:</a:t>
            </a:r>
            <a:r>
              <a:rPr lang="en-US" sz="1000" dirty="0">
                <a:latin typeface="Montserrat" panose="00000500000000000000" pitchFamily="2" charset="0"/>
              </a:rPr>
              <a:t> The evaluator correctly noted that the AI answer stuck to the specific medical treatments (corticosteroids, minoxidil, etc.) and the "autoimmune" cause mentioned in the context. This confirms the RAG system is successfully constrained to the provided document.</a:t>
            </a:r>
          </a:p>
          <a:p>
            <a:pPr marL="228600" indent="-228600">
              <a:buFont typeface="+mj-lt"/>
              <a:buAutoNum type="arabicPeriod"/>
            </a:pPr>
            <a:r>
              <a:rPr lang="en-US" sz="1000" b="1" dirty="0">
                <a:latin typeface="Montserrat" panose="00000500000000000000" pitchFamily="2" charset="0"/>
              </a:rPr>
              <a:t>Validation of Causal Links</a:t>
            </a:r>
            <a:r>
              <a:rPr lang="en-US" sz="1000" dirty="0">
                <a:latin typeface="Montserrat" panose="00000500000000000000" pitchFamily="2" charset="0"/>
              </a:rPr>
              <a:t>: Observation 3 in the "Steps" section is particularly strong. The judge didn't just check for keywords; it checked if the relationship (Cause: autoimmune disorder hair loss) was consistent with the context. This prevents the model from incorrectly linking symptoms to the wrong causes.</a:t>
            </a:r>
          </a:p>
          <a:p>
            <a:pPr marL="228600" indent="-228600">
              <a:buFont typeface="+mj-lt"/>
              <a:buAutoNum type="arabicPeriod"/>
            </a:pPr>
            <a:r>
              <a:rPr lang="en-US" sz="1000" b="1" dirty="0">
                <a:latin typeface="Montserrat" panose="00000500000000000000" pitchFamily="2" charset="0"/>
              </a:rPr>
              <a:t>Potential "Self-Greeting" Bias</a:t>
            </a:r>
            <a:r>
              <a:rPr lang="en-US" sz="1000" dirty="0">
                <a:latin typeface="Montserrat" panose="00000500000000000000" pitchFamily="2" charset="0"/>
              </a:rPr>
              <a:t>: Since the same model is evaluating itself, it tends to provide a very brief "Explanation." It confirms the presence of information but doesn't explicitly look for omissions. </a:t>
            </a:r>
            <a:r>
              <a:rPr lang="en-US" sz="1000" b="1" dirty="0">
                <a:latin typeface="Montserrat" panose="00000500000000000000" pitchFamily="2" charset="0"/>
              </a:rPr>
              <a:t>For a score of 5</a:t>
            </a:r>
            <a:r>
              <a:rPr lang="en-US" sz="1000" dirty="0">
                <a:latin typeface="Montserrat" panose="00000500000000000000" pitchFamily="2" charset="0"/>
              </a:rPr>
              <a:t>, the judge should ideally confirm that no extra medical advice (like "wear a hat" or "take vitamins") was added by the LLM from its own internal weights.</a:t>
            </a:r>
          </a:p>
        </p:txBody>
      </p:sp>
      <p:sp>
        <p:nvSpPr>
          <p:cNvPr id="6" name="TextBox 5">
            <a:extLst>
              <a:ext uri="{FF2B5EF4-FFF2-40B4-BE49-F238E27FC236}">
                <a16:creationId xmlns:a16="http://schemas.microsoft.com/office/drawing/2014/main" id="{0626AA8E-FD57-F69F-FCAE-5C2FE8259166}"/>
              </a:ext>
            </a:extLst>
          </p:cNvPr>
          <p:cNvSpPr txBox="1"/>
          <p:nvPr/>
        </p:nvSpPr>
        <p:spPr>
          <a:xfrm>
            <a:off x="502847" y="3031394"/>
            <a:ext cx="8755372" cy="276999"/>
          </a:xfrm>
          <a:prstGeom prst="rect">
            <a:avLst/>
          </a:prstGeom>
          <a:noFill/>
        </p:spPr>
        <p:txBody>
          <a:bodyPr wrap="square" rtlCol="0">
            <a:spAutoFit/>
          </a:bodyPr>
          <a:lstStyle/>
          <a:p>
            <a:r>
              <a:rPr lang="en-US" sz="1200" b="1" u="sng" dirty="0">
                <a:latin typeface="Montserrat" panose="00000500000000000000" pitchFamily="2" charset="0"/>
              </a:rPr>
              <a:t>Observations Relevance :</a:t>
            </a:r>
          </a:p>
        </p:txBody>
      </p:sp>
      <p:sp>
        <p:nvSpPr>
          <p:cNvPr id="8" name="TextBox 7">
            <a:extLst>
              <a:ext uri="{FF2B5EF4-FFF2-40B4-BE49-F238E27FC236}">
                <a16:creationId xmlns:a16="http://schemas.microsoft.com/office/drawing/2014/main" id="{AA0C475E-CE0C-0479-55E7-A37AE95857F5}"/>
              </a:ext>
            </a:extLst>
          </p:cNvPr>
          <p:cNvSpPr txBox="1"/>
          <p:nvPr/>
        </p:nvSpPr>
        <p:spPr>
          <a:xfrm>
            <a:off x="373623" y="3345559"/>
            <a:ext cx="8633890" cy="1323439"/>
          </a:xfrm>
          <a:prstGeom prst="rect">
            <a:avLst/>
          </a:prstGeom>
          <a:noFill/>
        </p:spPr>
        <p:txBody>
          <a:bodyPr wrap="square" rtlCol="0">
            <a:spAutoFit/>
          </a:bodyPr>
          <a:lstStyle/>
          <a:p>
            <a:pPr marL="228600" indent="-228600">
              <a:buFont typeface="+mj-lt"/>
              <a:buAutoNum type="arabicPeriod"/>
            </a:pPr>
            <a:r>
              <a:rPr lang="en-US" sz="1000" b="1" dirty="0">
                <a:latin typeface="Montserrat" panose="00000500000000000000" pitchFamily="2" charset="0"/>
              </a:rPr>
              <a:t>Comprehensive Aspect Extraction</a:t>
            </a:r>
            <a:r>
              <a:rPr lang="en-US" sz="1000" dirty="0">
                <a:latin typeface="Montserrat" panose="00000500000000000000" pitchFamily="2" charset="0"/>
              </a:rPr>
              <a:t>: The judge successfully identified that the user had a multi-part query: treatments AND causes. By breaking these into separate check-points, the judge ensures the retrieval engine didn't just return a list of drugs while ignoring why the hair loss is happening.</a:t>
            </a:r>
          </a:p>
          <a:p>
            <a:pPr marL="228600" indent="-228600">
              <a:buFont typeface="+mj-lt"/>
              <a:buAutoNum type="arabicPeriod"/>
            </a:pPr>
            <a:r>
              <a:rPr lang="en-US" sz="1000" b="1" dirty="0">
                <a:latin typeface="Montserrat" panose="00000500000000000000" pitchFamily="2" charset="0"/>
              </a:rPr>
              <a:t>Inconsistency in Scoring </a:t>
            </a:r>
            <a:r>
              <a:rPr lang="en-US" sz="1000" dirty="0">
                <a:latin typeface="Montserrat" panose="00000500000000000000" pitchFamily="2" charset="0"/>
              </a:rPr>
              <a:t>(The "Strictness" Gap): Interestingly, </a:t>
            </a:r>
            <a:r>
              <a:rPr lang="en-US" sz="1000" b="1" dirty="0">
                <a:latin typeface="Montserrat" panose="00000500000000000000" pitchFamily="2" charset="0"/>
              </a:rPr>
              <a:t>the judge gave a 4 for Relevance despite stating that "all important aspects are addressed" and "no irrelevant information is provided</a:t>
            </a:r>
          </a:p>
          <a:p>
            <a:pPr marL="228600" indent="-228600">
              <a:buFont typeface="+mj-lt"/>
              <a:buAutoNum type="arabicPeriod"/>
            </a:pPr>
            <a:r>
              <a:rPr lang="en-US" sz="1000" b="1" dirty="0">
                <a:latin typeface="Montserrat" panose="00000500000000000000" pitchFamily="2" charset="0"/>
              </a:rPr>
              <a:t>Strictness on Context </a:t>
            </a:r>
            <a:r>
              <a:rPr lang="en-US" sz="1000" dirty="0">
                <a:latin typeface="Montserrat" panose="00000500000000000000" pitchFamily="2" charset="0"/>
              </a:rPr>
              <a:t>Quality: Unlike the Groundedness evaluation, the Relevance evaluator looked at the Context rather than just the Answer. It listed specific treatments like </a:t>
            </a:r>
            <a:r>
              <a:rPr lang="en-US" sz="1000" b="1" dirty="0">
                <a:latin typeface="Montserrat" panose="00000500000000000000" pitchFamily="2" charset="0"/>
              </a:rPr>
              <a:t>PUVA</a:t>
            </a:r>
            <a:r>
              <a:rPr lang="en-US" sz="1000" dirty="0">
                <a:latin typeface="Montserrat" panose="00000500000000000000" pitchFamily="2" charset="0"/>
              </a:rPr>
              <a:t> and </a:t>
            </a:r>
            <a:r>
              <a:rPr lang="en-US" sz="1000" b="1" dirty="0">
                <a:latin typeface="Montserrat" panose="00000500000000000000" pitchFamily="2" charset="0"/>
              </a:rPr>
              <a:t>anthralin.</a:t>
            </a:r>
            <a:r>
              <a:rPr lang="en-US" sz="1000" dirty="0">
                <a:latin typeface="Montserrat" panose="00000500000000000000" pitchFamily="2" charset="0"/>
              </a:rPr>
              <a:t> This confirms that the retrieval step  was successful in finding high-density information.</a:t>
            </a:r>
          </a:p>
        </p:txBody>
      </p:sp>
    </p:spTree>
    <p:extLst>
      <p:ext uri="{BB962C8B-B14F-4D97-AF65-F5344CB8AC3E}">
        <p14:creationId xmlns:p14="http://schemas.microsoft.com/office/powerpoint/2010/main" val="321901454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04">
          <a:extLst>
            <a:ext uri="{FF2B5EF4-FFF2-40B4-BE49-F238E27FC236}">
              <a16:creationId xmlns:a16="http://schemas.microsoft.com/office/drawing/2014/main" id="{1BB2F77A-9729-1271-BA8C-FC1D0CED75D8}"/>
            </a:ext>
          </a:extLst>
        </p:cNvPr>
        <p:cNvGrpSpPr/>
        <p:nvPr/>
      </p:nvGrpSpPr>
      <p:grpSpPr>
        <a:xfrm>
          <a:off x="0" y="0"/>
          <a:ext cx="0" cy="0"/>
          <a:chOff x="0" y="0"/>
          <a:chExt cx="0" cy="0"/>
        </a:xfrm>
      </p:grpSpPr>
      <p:sp>
        <p:nvSpPr>
          <p:cNvPr id="305" name="Google Shape;305;p56">
            <a:extLst>
              <a:ext uri="{FF2B5EF4-FFF2-40B4-BE49-F238E27FC236}">
                <a16:creationId xmlns:a16="http://schemas.microsoft.com/office/drawing/2014/main" id="{0320D598-7599-8DF6-7A06-8235B012588F}"/>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lvl="0"/>
            <a:r>
              <a:rPr lang="en" sz="2400" dirty="0">
                <a:solidFill>
                  <a:srgbClr val="0E39A9"/>
                </a:solidFill>
              </a:rPr>
              <a:t>Output Evaluation-</a:t>
            </a:r>
            <a:r>
              <a:rPr lang="en-US" sz="2400" dirty="0">
                <a:solidFill>
                  <a:srgbClr val="0E39A9"/>
                </a:solidFill>
              </a:rPr>
              <a:t> </a:t>
            </a:r>
            <a:r>
              <a:rPr lang="en-US" sz="2400" u="sng" dirty="0">
                <a:solidFill>
                  <a:srgbClr val="0E39A9"/>
                </a:solidFill>
              </a:rPr>
              <a:t>Groundedness</a:t>
            </a:r>
            <a:r>
              <a:rPr lang="en" sz="2400" u="sng" dirty="0">
                <a:solidFill>
                  <a:srgbClr val="0E39A9"/>
                </a:solidFill>
              </a:rPr>
              <a:t> Response</a:t>
            </a:r>
            <a:endParaRPr sz="2400" u="sng" dirty="0">
              <a:solidFill>
                <a:srgbClr val="0E39A9"/>
              </a:solidFill>
            </a:endParaRPr>
          </a:p>
        </p:txBody>
      </p:sp>
      <p:sp>
        <p:nvSpPr>
          <p:cNvPr id="3" name="TextBox 2">
            <a:extLst>
              <a:ext uri="{FF2B5EF4-FFF2-40B4-BE49-F238E27FC236}">
                <a16:creationId xmlns:a16="http://schemas.microsoft.com/office/drawing/2014/main" id="{6921BAD4-1D74-798D-8CE3-1ACB190BBCC6}"/>
              </a:ext>
            </a:extLst>
          </p:cNvPr>
          <p:cNvSpPr txBox="1"/>
          <p:nvPr/>
        </p:nvSpPr>
        <p:spPr>
          <a:xfrm>
            <a:off x="202550" y="861979"/>
            <a:ext cx="8755372" cy="461665"/>
          </a:xfrm>
          <a:prstGeom prst="rect">
            <a:avLst/>
          </a:prstGeom>
          <a:noFill/>
        </p:spPr>
        <p:txBody>
          <a:bodyPr wrap="square" rtlCol="0">
            <a:spAutoFit/>
          </a:bodyPr>
          <a:lstStyle/>
          <a:p>
            <a:r>
              <a:rPr lang="en-US" sz="1200" b="1" dirty="0">
                <a:latin typeface="Montserrat" panose="00000500000000000000" pitchFamily="2" charset="0"/>
              </a:rPr>
              <a:t>Question 4: </a:t>
            </a:r>
            <a:r>
              <a:rPr lang="en-US" sz="1100" dirty="0">
                <a:latin typeface="Montserrat" panose="00000500000000000000" pitchFamily="2" charset="0"/>
              </a:rPr>
              <a:t>What treatments are recommended for a person who has sustained a physical injury to brain tissue, resulting in temporary or permanent impairment of brain function?</a:t>
            </a:r>
            <a:endParaRPr lang="en-US" sz="1200" dirty="0">
              <a:latin typeface="Montserrat" panose="00000500000000000000" pitchFamily="2" charset="0"/>
            </a:endParaRPr>
          </a:p>
        </p:txBody>
      </p:sp>
      <p:sp>
        <p:nvSpPr>
          <p:cNvPr id="2" name="TextBox 1">
            <a:extLst>
              <a:ext uri="{FF2B5EF4-FFF2-40B4-BE49-F238E27FC236}">
                <a16:creationId xmlns:a16="http://schemas.microsoft.com/office/drawing/2014/main" id="{FDBBD5EF-1026-1F4A-5897-0EAB4FD5BD2F}"/>
              </a:ext>
            </a:extLst>
          </p:cNvPr>
          <p:cNvSpPr txBox="1"/>
          <p:nvPr/>
        </p:nvSpPr>
        <p:spPr>
          <a:xfrm>
            <a:off x="202550" y="1323644"/>
            <a:ext cx="8840866" cy="3108543"/>
          </a:xfrm>
          <a:prstGeom prst="rect">
            <a:avLst/>
          </a:prstGeom>
          <a:noFill/>
        </p:spPr>
        <p:txBody>
          <a:bodyPr wrap="square" rtlCol="0">
            <a:spAutoFit/>
          </a:bodyPr>
          <a:lstStyle/>
          <a:p>
            <a:r>
              <a:rPr lang="en-US" sz="1200" b="1" u="sng" dirty="0">
                <a:latin typeface="Montserrat" panose="00000500000000000000" pitchFamily="2" charset="0"/>
              </a:rPr>
              <a:t>Groundedness response :</a:t>
            </a:r>
          </a:p>
          <a:p>
            <a:br>
              <a:rPr lang="en-US" sz="1200" b="1" u="sng" dirty="0">
                <a:latin typeface="Montserrat" panose="00000500000000000000" pitchFamily="2" charset="0"/>
              </a:rPr>
            </a:br>
            <a:r>
              <a:rPr lang="en-US" b="1" u="sng" dirty="0">
                <a:latin typeface="Montserrat" panose="00000500000000000000" pitchFamily="2" charset="0"/>
              </a:rPr>
              <a:t> </a:t>
            </a:r>
            <a:r>
              <a:rPr lang="en-US" sz="1000" b="1" dirty="0">
                <a:latin typeface="Montserrat" panose="00000500000000000000" pitchFamily="2" charset="0"/>
              </a:rPr>
              <a:t>Steps to evaluate the answer</a:t>
            </a:r>
            <a:r>
              <a:rPr lang="en-US" sz="1000" dirty="0">
                <a:latin typeface="Montserrat" panose="00000500000000000000" pitchFamily="2" charset="0"/>
              </a:rPr>
              <a:t>:</a:t>
            </a:r>
          </a:p>
          <a:p>
            <a:r>
              <a:rPr lang="en-US" sz="1000" dirty="0">
                <a:latin typeface="Montserrat" panose="00000500000000000000" pitchFamily="2" charset="0"/>
              </a:rPr>
              <a:t>1. Identify the information in the context related to treatments for traumatic brain injury (TBI).</a:t>
            </a:r>
          </a:p>
          <a:p>
            <a:r>
              <a:rPr lang="en-US" sz="1000" dirty="0">
                <a:latin typeface="Montserrat" panose="00000500000000000000" pitchFamily="2" charset="0"/>
              </a:rPr>
              <a:t>2. Determine if the AI generated answer includes only the information from the context regarding treatments for TBI.</a:t>
            </a:r>
          </a:p>
          <a:p>
            <a:r>
              <a:rPr lang="en-US" sz="1000" dirty="0">
                <a:latin typeface="Montserrat" panose="00000500000000000000" pitchFamily="2" charset="0"/>
              </a:rPr>
              <a:t>3. Evaluate the extent to which the metric is followed.</a:t>
            </a:r>
          </a:p>
          <a:p>
            <a:endParaRPr lang="en-US" sz="1000" dirty="0">
              <a:latin typeface="Montserrat" panose="00000500000000000000" pitchFamily="2" charset="0"/>
            </a:endParaRPr>
          </a:p>
          <a:p>
            <a:r>
              <a:rPr lang="en-US" sz="1000" b="1" dirty="0">
                <a:latin typeface="Montserrat" panose="00000500000000000000" pitchFamily="2" charset="0"/>
              </a:rPr>
              <a:t>Explanation</a:t>
            </a:r>
            <a:r>
              <a:rPr lang="en-US" sz="1000" dirty="0">
                <a:latin typeface="Montserrat" panose="00000500000000000000" pitchFamily="2" charset="0"/>
              </a:rPr>
              <a:t>:</a:t>
            </a:r>
          </a:p>
          <a:p>
            <a:r>
              <a:rPr lang="en-US" sz="1000" dirty="0">
                <a:latin typeface="Montserrat" panose="00000500000000000000" pitchFamily="2" charset="0"/>
              </a:rPr>
              <a:t>The AI generated answer includes the following information derived from the context: ensuring a reliable airway and maintaining adequate ventilation, oxygenation, and blood pressure, surgery for patients with more severe injuries, maintaining adequate brain perfusion and oxygenation in the first few days after injury, rehabilitation, preventive measures for systemic complications due to immobilization, providing good nutrition, preventing pressure ulcers, and treatment for posttraumatic seizures.</a:t>
            </a:r>
          </a:p>
          <a:p>
            <a:endParaRPr lang="en-US" sz="1000" dirty="0">
              <a:latin typeface="Montserrat" panose="00000500000000000000" pitchFamily="2" charset="0"/>
            </a:endParaRPr>
          </a:p>
          <a:p>
            <a:r>
              <a:rPr lang="en-US" sz="1000" dirty="0">
                <a:latin typeface="Montserrat" panose="00000500000000000000" pitchFamily="2" charset="0"/>
              </a:rPr>
              <a:t>The answer adheres to the metric as it is derived solely from the information presented in the context. Therefore, the metric is followed completely.</a:t>
            </a:r>
          </a:p>
          <a:p>
            <a:endParaRPr lang="en-US" sz="1000" dirty="0">
              <a:latin typeface="Montserrat" panose="00000500000000000000" pitchFamily="2" charset="0"/>
            </a:endParaRPr>
          </a:p>
          <a:p>
            <a:r>
              <a:rPr lang="en-US" sz="1000" b="1" dirty="0">
                <a:latin typeface="Montserrat" panose="00000500000000000000" pitchFamily="2" charset="0"/>
              </a:rPr>
              <a:t>Rating</a:t>
            </a:r>
            <a:r>
              <a:rPr lang="en-US" sz="1000" dirty="0">
                <a:latin typeface="Montserrat" panose="00000500000000000000" pitchFamily="2" charset="0"/>
              </a:rPr>
              <a:t>:</a:t>
            </a:r>
          </a:p>
          <a:p>
            <a:r>
              <a:rPr lang="en-US" sz="1000" b="1" dirty="0">
                <a:latin typeface="Montserrat" panose="00000500000000000000" pitchFamily="2" charset="0"/>
              </a:rPr>
              <a:t>Based on the evaluation criteria, the AI generated answer receives a score of 5 since the metric is followed completely.</a:t>
            </a:r>
          </a:p>
          <a:p>
            <a:endParaRPr lang="en-US" sz="800" b="1" dirty="0">
              <a:latin typeface="Montserrat" panose="00000500000000000000" pitchFamily="2" charset="0"/>
            </a:endParaRPr>
          </a:p>
        </p:txBody>
      </p:sp>
    </p:spTree>
    <p:extLst>
      <p:ext uri="{BB962C8B-B14F-4D97-AF65-F5344CB8AC3E}">
        <p14:creationId xmlns:p14="http://schemas.microsoft.com/office/powerpoint/2010/main" val="197799089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04">
          <a:extLst>
            <a:ext uri="{FF2B5EF4-FFF2-40B4-BE49-F238E27FC236}">
              <a16:creationId xmlns:a16="http://schemas.microsoft.com/office/drawing/2014/main" id="{02693B51-6F2D-B2D1-E386-39399813EF03}"/>
            </a:ext>
          </a:extLst>
        </p:cNvPr>
        <p:cNvGrpSpPr/>
        <p:nvPr/>
      </p:nvGrpSpPr>
      <p:grpSpPr>
        <a:xfrm>
          <a:off x="0" y="0"/>
          <a:ext cx="0" cy="0"/>
          <a:chOff x="0" y="0"/>
          <a:chExt cx="0" cy="0"/>
        </a:xfrm>
      </p:grpSpPr>
      <p:sp>
        <p:nvSpPr>
          <p:cNvPr id="305" name="Google Shape;305;p56">
            <a:extLst>
              <a:ext uri="{FF2B5EF4-FFF2-40B4-BE49-F238E27FC236}">
                <a16:creationId xmlns:a16="http://schemas.microsoft.com/office/drawing/2014/main" id="{7419F97B-49A0-B5B6-31FB-61D343D3761A}"/>
              </a:ext>
            </a:extLst>
          </p:cNvPr>
          <p:cNvSpPr txBox="1">
            <a:spLocks noGrp="1"/>
          </p:cNvSpPr>
          <p:nvPr>
            <p:ph type="title"/>
          </p:nvPr>
        </p:nvSpPr>
        <p:spPr>
          <a:xfrm>
            <a:off x="202550" y="58447"/>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2400" dirty="0">
                <a:solidFill>
                  <a:srgbClr val="0E39A9"/>
                </a:solidFill>
              </a:rPr>
              <a:t>Output Evaluation-</a:t>
            </a:r>
            <a:r>
              <a:rPr lang="en" sz="2400" u="sng" dirty="0">
                <a:solidFill>
                  <a:srgbClr val="0E39A9"/>
                </a:solidFill>
              </a:rPr>
              <a:t>Relevance Response</a:t>
            </a:r>
            <a:endParaRPr sz="2400" u="sng" dirty="0">
              <a:solidFill>
                <a:srgbClr val="0E39A9"/>
              </a:solidFill>
            </a:endParaRPr>
          </a:p>
        </p:txBody>
      </p:sp>
      <p:sp>
        <p:nvSpPr>
          <p:cNvPr id="3" name="TextBox 2">
            <a:extLst>
              <a:ext uri="{FF2B5EF4-FFF2-40B4-BE49-F238E27FC236}">
                <a16:creationId xmlns:a16="http://schemas.microsoft.com/office/drawing/2014/main" id="{20642C74-0A20-D254-5349-BA5B41B93A3A}"/>
              </a:ext>
            </a:extLst>
          </p:cNvPr>
          <p:cNvSpPr txBox="1"/>
          <p:nvPr/>
        </p:nvSpPr>
        <p:spPr>
          <a:xfrm>
            <a:off x="259257" y="631147"/>
            <a:ext cx="8755372" cy="461665"/>
          </a:xfrm>
          <a:prstGeom prst="rect">
            <a:avLst/>
          </a:prstGeom>
          <a:noFill/>
        </p:spPr>
        <p:txBody>
          <a:bodyPr wrap="square" rtlCol="0">
            <a:spAutoFit/>
          </a:bodyPr>
          <a:lstStyle/>
          <a:p>
            <a:r>
              <a:rPr lang="en-US" sz="1200" b="1" dirty="0">
                <a:latin typeface="Montserrat" panose="00000500000000000000" pitchFamily="2" charset="0"/>
              </a:rPr>
              <a:t>Question 4: </a:t>
            </a:r>
            <a:r>
              <a:rPr lang="en-US" sz="1100" dirty="0">
                <a:latin typeface="Montserrat" panose="00000500000000000000" pitchFamily="2" charset="0"/>
              </a:rPr>
              <a:t>What treatments are recommended for a person who has sustained a physical injury to brain tissue, resulting in temporary or permanent impairment of brain function?</a:t>
            </a:r>
            <a:endParaRPr lang="en-US" sz="1200" b="1" dirty="0">
              <a:latin typeface="Montserrat" panose="00000500000000000000" pitchFamily="2" charset="0"/>
            </a:endParaRPr>
          </a:p>
        </p:txBody>
      </p:sp>
      <p:sp>
        <p:nvSpPr>
          <p:cNvPr id="2" name="TextBox 1">
            <a:extLst>
              <a:ext uri="{FF2B5EF4-FFF2-40B4-BE49-F238E27FC236}">
                <a16:creationId xmlns:a16="http://schemas.microsoft.com/office/drawing/2014/main" id="{00565F48-5968-41E6-AF52-FECF8901D178}"/>
              </a:ext>
            </a:extLst>
          </p:cNvPr>
          <p:cNvSpPr txBox="1"/>
          <p:nvPr/>
        </p:nvSpPr>
        <p:spPr>
          <a:xfrm>
            <a:off x="202550" y="1323644"/>
            <a:ext cx="8755372" cy="2923877"/>
          </a:xfrm>
          <a:prstGeom prst="rect">
            <a:avLst/>
          </a:prstGeom>
          <a:noFill/>
        </p:spPr>
        <p:txBody>
          <a:bodyPr wrap="square" rtlCol="0">
            <a:spAutoFit/>
          </a:bodyPr>
          <a:lstStyle/>
          <a:p>
            <a:r>
              <a:rPr lang="en-US" sz="1200" b="1" u="sng" dirty="0">
                <a:latin typeface="Montserrat" panose="00000500000000000000" pitchFamily="2" charset="0"/>
              </a:rPr>
              <a:t>Relevance response :</a:t>
            </a:r>
          </a:p>
          <a:p>
            <a:endParaRPr lang="en-US" sz="1200" b="1" dirty="0">
              <a:latin typeface="Montserrat" panose="00000500000000000000" pitchFamily="2" charset="0"/>
            </a:endParaRPr>
          </a:p>
          <a:p>
            <a:r>
              <a:rPr lang="en-US" sz="1000" dirty="0">
                <a:latin typeface="Montserrat" panose="00000500000000000000" pitchFamily="2" charset="0"/>
              </a:rPr>
              <a:t> </a:t>
            </a:r>
            <a:r>
              <a:rPr lang="en-US" sz="1000" b="1" dirty="0">
                <a:latin typeface="Montserrat" panose="00000500000000000000" pitchFamily="2" charset="0"/>
              </a:rPr>
              <a:t>Steps to evaluate context as per relevance metric</a:t>
            </a:r>
            <a:r>
              <a:rPr lang="en-US" sz="1000" dirty="0">
                <a:latin typeface="Montserrat" panose="00000500000000000000" pitchFamily="2" charset="0"/>
              </a:rPr>
              <a:t>:</a:t>
            </a:r>
          </a:p>
          <a:p>
            <a:r>
              <a:rPr lang="en-US" sz="1000" dirty="0">
                <a:latin typeface="Montserrat" panose="00000500000000000000" pitchFamily="2" charset="0"/>
              </a:rPr>
              <a:t>1. Identify the main aspects of the question: treatments for a person with brain injury.</a:t>
            </a:r>
          </a:p>
          <a:p>
            <a:r>
              <a:rPr lang="en-US" sz="1000" dirty="0">
                <a:latin typeface="Montserrat" panose="00000500000000000000" pitchFamily="2" charset="0"/>
              </a:rPr>
              <a:t>2. Determine if the context discusses these aspects in detail.</a:t>
            </a:r>
          </a:p>
          <a:p>
            <a:r>
              <a:rPr lang="en-US" sz="1000" dirty="0">
                <a:latin typeface="Montserrat" panose="00000500000000000000" pitchFamily="2" charset="0"/>
              </a:rPr>
              <a:t>3. Check if all important aspects are covered and only relevant information is included.</a:t>
            </a:r>
          </a:p>
          <a:p>
            <a:endParaRPr lang="en-US" sz="1000" dirty="0">
              <a:latin typeface="Montserrat" panose="00000500000000000000" pitchFamily="2" charset="0"/>
            </a:endParaRPr>
          </a:p>
          <a:p>
            <a:r>
              <a:rPr lang="en-US" sz="1000" b="1" dirty="0">
                <a:latin typeface="Montserrat" panose="00000500000000000000" pitchFamily="2" charset="0"/>
              </a:rPr>
              <a:t>The context adheres to the relevance metric considering the question as follows</a:t>
            </a:r>
            <a:r>
              <a:rPr lang="en-US" sz="1000" dirty="0">
                <a:latin typeface="Montserrat" panose="00000500000000000000" pitchFamily="2" charset="0"/>
              </a:rPr>
              <a:t>:</a:t>
            </a:r>
          </a:p>
          <a:p>
            <a:endParaRPr lang="en-US" sz="1000" dirty="0">
              <a:latin typeface="Montserrat" panose="00000500000000000000" pitchFamily="2" charset="0"/>
            </a:endParaRPr>
          </a:p>
          <a:p>
            <a:r>
              <a:rPr lang="en-US" sz="1000" dirty="0">
                <a:latin typeface="Montserrat" panose="00000500000000000000" pitchFamily="2" charset="0"/>
              </a:rPr>
              <a:t>1. The context mentions treatments for a person with brain injury, specifically discussing supportive care, initial treatment, surgery, and rehabilitation.</a:t>
            </a:r>
          </a:p>
          <a:p>
            <a:r>
              <a:rPr lang="en-US" sz="1000" dirty="0">
                <a:latin typeface="Montserrat" panose="00000500000000000000" pitchFamily="2" charset="0"/>
              </a:rPr>
              <a:t>2. It provides detailed information about each aspect, including preventative measures, medications, and long-term management.</a:t>
            </a:r>
          </a:p>
          <a:p>
            <a:r>
              <a:rPr lang="en-US" sz="1000" dirty="0">
                <a:latin typeface="Montserrat" panose="00000500000000000000" pitchFamily="2" charset="0"/>
              </a:rPr>
              <a:t>3. No irrelevant information is included in the context.</a:t>
            </a:r>
          </a:p>
          <a:p>
            <a:endParaRPr lang="en-US" sz="1000" dirty="0">
              <a:latin typeface="Montserrat" panose="00000500000000000000" pitchFamily="2" charset="0"/>
            </a:endParaRPr>
          </a:p>
          <a:p>
            <a:r>
              <a:rPr lang="en-US" sz="1000" b="1" dirty="0">
                <a:latin typeface="Montserrat" panose="00000500000000000000" pitchFamily="2" charset="0"/>
              </a:rPr>
              <a:t>The metric is followed mostly as the context covers all important aspects of the question </a:t>
            </a:r>
            <a:r>
              <a:rPr lang="en-US" sz="1000" dirty="0">
                <a:latin typeface="Montserrat" panose="00000500000000000000" pitchFamily="2" charset="0"/>
              </a:rPr>
              <a:t>and only relevant information is provided.</a:t>
            </a:r>
          </a:p>
          <a:p>
            <a:r>
              <a:rPr lang="en-US" sz="1000" dirty="0">
                <a:latin typeface="Montserrat" panose="00000500000000000000" pitchFamily="2" charset="0"/>
              </a:rPr>
              <a:t> </a:t>
            </a:r>
            <a:r>
              <a:rPr lang="en-US" sz="1000" b="1" dirty="0">
                <a:latin typeface="Montserrat" panose="00000500000000000000" pitchFamily="2" charset="0"/>
              </a:rPr>
              <a:t>Therefore, I would rate the context a 4 on the evaluation criteria scale (followed mostly).</a:t>
            </a:r>
          </a:p>
          <a:p>
            <a:endParaRPr lang="en-US" sz="1000" dirty="0">
              <a:latin typeface="Montserrat" panose="00000500000000000000" pitchFamily="2" charset="0"/>
            </a:endParaRPr>
          </a:p>
        </p:txBody>
      </p:sp>
    </p:spTree>
    <p:extLst>
      <p:ext uri="{BB962C8B-B14F-4D97-AF65-F5344CB8AC3E}">
        <p14:creationId xmlns:p14="http://schemas.microsoft.com/office/powerpoint/2010/main" val="154341399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04">
          <a:extLst>
            <a:ext uri="{FF2B5EF4-FFF2-40B4-BE49-F238E27FC236}">
              <a16:creationId xmlns:a16="http://schemas.microsoft.com/office/drawing/2014/main" id="{D3632CE0-A880-9FCE-E495-9A7C7A02DCBA}"/>
            </a:ext>
          </a:extLst>
        </p:cNvPr>
        <p:cNvGrpSpPr/>
        <p:nvPr/>
      </p:nvGrpSpPr>
      <p:grpSpPr>
        <a:xfrm>
          <a:off x="0" y="0"/>
          <a:ext cx="0" cy="0"/>
          <a:chOff x="0" y="0"/>
          <a:chExt cx="0" cy="0"/>
        </a:xfrm>
      </p:grpSpPr>
      <p:sp>
        <p:nvSpPr>
          <p:cNvPr id="305" name="Google Shape;305;p56">
            <a:extLst>
              <a:ext uri="{FF2B5EF4-FFF2-40B4-BE49-F238E27FC236}">
                <a16:creationId xmlns:a16="http://schemas.microsoft.com/office/drawing/2014/main" id="{5FB2AED2-943B-D9C6-2D27-EC1DDD370D60}"/>
              </a:ext>
            </a:extLst>
          </p:cNvPr>
          <p:cNvSpPr txBox="1">
            <a:spLocks noGrp="1"/>
          </p:cNvSpPr>
          <p:nvPr>
            <p:ph type="title"/>
          </p:nvPr>
        </p:nvSpPr>
        <p:spPr>
          <a:xfrm>
            <a:off x="252141" y="6106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2400" dirty="0">
                <a:solidFill>
                  <a:srgbClr val="0E39A9"/>
                </a:solidFill>
              </a:rPr>
              <a:t>Output Evaluation-Response –</a:t>
            </a:r>
            <a:r>
              <a:rPr lang="en" sz="2000" dirty="0">
                <a:solidFill>
                  <a:srgbClr val="0E39A9"/>
                </a:solidFill>
              </a:rPr>
              <a:t>Observations</a:t>
            </a:r>
            <a:br>
              <a:rPr lang="en" sz="2400" dirty="0">
                <a:solidFill>
                  <a:srgbClr val="0E39A9"/>
                </a:solidFill>
              </a:rPr>
            </a:br>
            <a:r>
              <a:rPr lang="en" sz="2400" dirty="0">
                <a:solidFill>
                  <a:srgbClr val="0E39A9"/>
                </a:solidFill>
              </a:rPr>
              <a:t> </a:t>
            </a:r>
            <a:endParaRPr sz="2400" dirty="0">
              <a:solidFill>
                <a:srgbClr val="0E39A9"/>
              </a:solidFill>
            </a:endParaRPr>
          </a:p>
        </p:txBody>
      </p:sp>
      <p:sp>
        <p:nvSpPr>
          <p:cNvPr id="3" name="TextBox 2">
            <a:extLst>
              <a:ext uri="{FF2B5EF4-FFF2-40B4-BE49-F238E27FC236}">
                <a16:creationId xmlns:a16="http://schemas.microsoft.com/office/drawing/2014/main" id="{8A9359A6-6AFE-E8E5-6B6C-7EC2F51E21E0}"/>
              </a:ext>
            </a:extLst>
          </p:cNvPr>
          <p:cNvSpPr txBox="1"/>
          <p:nvPr/>
        </p:nvSpPr>
        <p:spPr>
          <a:xfrm>
            <a:off x="270366" y="670475"/>
            <a:ext cx="8755372" cy="446276"/>
          </a:xfrm>
          <a:prstGeom prst="rect">
            <a:avLst/>
          </a:prstGeom>
          <a:noFill/>
        </p:spPr>
        <p:txBody>
          <a:bodyPr wrap="square" rtlCol="0">
            <a:spAutoFit/>
          </a:bodyPr>
          <a:lstStyle/>
          <a:p>
            <a:r>
              <a:rPr lang="en-US" sz="1200" b="1" dirty="0">
                <a:latin typeface="Montserrat" panose="00000500000000000000" pitchFamily="2" charset="0"/>
              </a:rPr>
              <a:t>Question 4:</a:t>
            </a:r>
            <a:r>
              <a:rPr lang="en-US" sz="1100" b="1" dirty="0">
                <a:latin typeface="Montserrat" panose="00000500000000000000" pitchFamily="2" charset="0"/>
              </a:rPr>
              <a:t> </a:t>
            </a:r>
            <a:r>
              <a:rPr lang="en-US" sz="1100" dirty="0">
                <a:latin typeface="Montserrat" panose="00000500000000000000" pitchFamily="2" charset="0"/>
              </a:rPr>
              <a:t>What treatments are recommended for a person who has sustained a physical injury to brain tissue, resulting in temporary or permanent impairment of brain function?</a:t>
            </a:r>
            <a:endParaRPr lang="en-US" sz="1100" b="1" dirty="0">
              <a:latin typeface="Montserrat" panose="00000500000000000000" pitchFamily="2" charset="0"/>
            </a:endParaRPr>
          </a:p>
        </p:txBody>
      </p:sp>
      <p:sp>
        <p:nvSpPr>
          <p:cNvPr id="2" name="TextBox 1">
            <a:extLst>
              <a:ext uri="{FF2B5EF4-FFF2-40B4-BE49-F238E27FC236}">
                <a16:creationId xmlns:a16="http://schemas.microsoft.com/office/drawing/2014/main" id="{23270394-99C0-E944-BED1-51C1B9D6FE9E}"/>
              </a:ext>
            </a:extLst>
          </p:cNvPr>
          <p:cNvSpPr txBox="1"/>
          <p:nvPr/>
        </p:nvSpPr>
        <p:spPr>
          <a:xfrm>
            <a:off x="301732" y="1116751"/>
            <a:ext cx="8755372" cy="1661993"/>
          </a:xfrm>
          <a:prstGeom prst="rect">
            <a:avLst/>
          </a:prstGeom>
          <a:noFill/>
        </p:spPr>
        <p:txBody>
          <a:bodyPr wrap="square" rtlCol="0">
            <a:spAutoFit/>
          </a:bodyPr>
          <a:lstStyle/>
          <a:p>
            <a:r>
              <a:rPr lang="en-US" sz="1200" b="1" u="sng" dirty="0">
                <a:latin typeface="Montserrat" panose="00000500000000000000" pitchFamily="2" charset="0"/>
              </a:rPr>
              <a:t>Observations Groundedness :</a:t>
            </a:r>
          </a:p>
          <a:p>
            <a:endParaRPr lang="en-US" sz="1100" b="1" u="sng" dirty="0">
              <a:latin typeface="Montserrat" panose="00000500000000000000" pitchFamily="2" charset="0"/>
            </a:endParaRPr>
          </a:p>
          <a:p>
            <a:pPr marL="228600" indent="-228600">
              <a:buFont typeface="+mj-lt"/>
              <a:buAutoNum type="arabicPeriod"/>
            </a:pPr>
            <a:r>
              <a:rPr lang="en-US" sz="1000" b="1" dirty="0">
                <a:latin typeface="Montserrat" panose="00000500000000000000" pitchFamily="2" charset="0"/>
              </a:rPr>
              <a:t>Granular Evidence Extraction</a:t>
            </a:r>
            <a:r>
              <a:rPr lang="en-US" sz="1000" dirty="0">
                <a:latin typeface="Montserrat" panose="00000500000000000000" pitchFamily="2" charset="0"/>
              </a:rPr>
              <a:t>: The evaluator excelled at listing specific clinical interventions (airway management, perfusion, pressure ulcer prevention) to prove they were mapped directly from the source text.</a:t>
            </a:r>
          </a:p>
          <a:p>
            <a:pPr marL="228600" indent="-228600">
              <a:buFont typeface="+mj-lt"/>
              <a:buAutoNum type="arabicPeriod"/>
            </a:pPr>
            <a:endParaRPr lang="en-US" sz="1000" dirty="0">
              <a:latin typeface="Montserrat" panose="00000500000000000000" pitchFamily="2" charset="0"/>
            </a:endParaRPr>
          </a:p>
          <a:p>
            <a:pPr marL="228600" indent="-228600">
              <a:buFont typeface="+mj-lt"/>
              <a:buAutoNum type="arabicPeriod"/>
            </a:pPr>
            <a:r>
              <a:rPr lang="en-US" sz="1000" b="1" dirty="0">
                <a:latin typeface="Montserrat" panose="00000500000000000000" pitchFamily="2" charset="0"/>
              </a:rPr>
              <a:t>Temporal Logic Validation</a:t>
            </a:r>
            <a:r>
              <a:rPr lang="en-US" sz="1000" dirty="0">
                <a:latin typeface="Montserrat" panose="00000500000000000000" pitchFamily="2" charset="0"/>
              </a:rPr>
              <a:t>: The judge correctly verified that the answer respected the context's timeline, distinguishing between "initial treatment" and "the first few days after injury."</a:t>
            </a:r>
          </a:p>
          <a:p>
            <a:pPr marL="228600" indent="-228600">
              <a:buFont typeface="+mj-lt"/>
              <a:buAutoNum type="arabicPeriod"/>
            </a:pPr>
            <a:endParaRPr lang="en-US" sz="1000" dirty="0">
              <a:latin typeface="Montserrat" panose="00000500000000000000" pitchFamily="2" charset="0"/>
            </a:endParaRPr>
          </a:p>
          <a:p>
            <a:pPr marL="228600" indent="-228600">
              <a:buFont typeface="+mj-lt"/>
              <a:buAutoNum type="arabicPeriod"/>
            </a:pPr>
            <a:r>
              <a:rPr lang="en-US" sz="1000" b="1" dirty="0">
                <a:latin typeface="Montserrat" panose="00000500000000000000" pitchFamily="2" charset="0"/>
              </a:rPr>
              <a:t>Strict Source Boundary: By awarding a 5</a:t>
            </a:r>
            <a:r>
              <a:rPr lang="en-US" sz="1000" dirty="0">
                <a:latin typeface="Montserrat" panose="00000500000000000000" pitchFamily="2" charset="0"/>
              </a:rPr>
              <a:t>, the evaluator confirmed it resisted adding external TBI treatments (like specific ICP-lowering drugs or Glasgow Coma Scale references) not found in the context.</a:t>
            </a:r>
          </a:p>
        </p:txBody>
      </p:sp>
      <p:sp>
        <p:nvSpPr>
          <p:cNvPr id="6" name="TextBox 5">
            <a:extLst>
              <a:ext uri="{FF2B5EF4-FFF2-40B4-BE49-F238E27FC236}">
                <a16:creationId xmlns:a16="http://schemas.microsoft.com/office/drawing/2014/main" id="{B6474765-ADA1-9385-64EB-51DF024EC00C}"/>
              </a:ext>
            </a:extLst>
          </p:cNvPr>
          <p:cNvSpPr txBox="1"/>
          <p:nvPr/>
        </p:nvSpPr>
        <p:spPr>
          <a:xfrm>
            <a:off x="351323" y="2850857"/>
            <a:ext cx="8755372" cy="1692771"/>
          </a:xfrm>
          <a:prstGeom prst="rect">
            <a:avLst/>
          </a:prstGeom>
          <a:noFill/>
        </p:spPr>
        <p:txBody>
          <a:bodyPr wrap="square" rtlCol="0">
            <a:spAutoFit/>
          </a:bodyPr>
          <a:lstStyle/>
          <a:p>
            <a:r>
              <a:rPr lang="en-US" sz="1200" b="1" u="sng" dirty="0">
                <a:latin typeface="Montserrat" panose="00000500000000000000" pitchFamily="2" charset="0"/>
              </a:rPr>
              <a:t>Observations Relevance :</a:t>
            </a:r>
          </a:p>
          <a:p>
            <a:endParaRPr lang="en-US" sz="1200" b="1" u="sng" dirty="0">
              <a:latin typeface="Montserrat" panose="00000500000000000000" pitchFamily="2" charset="0"/>
            </a:endParaRPr>
          </a:p>
          <a:p>
            <a:pPr marL="228600" indent="-228600">
              <a:buFont typeface="+mj-lt"/>
              <a:buAutoNum type="arabicPeriod"/>
            </a:pPr>
            <a:r>
              <a:rPr lang="en-US" sz="1000" b="1" dirty="0">
                <a:latin typeface="Montserrat" panose="00000500000000000000" pitchFamily="2" charset="0"/>
              </a:rPr>
              <a:t>Persistent Entity Confusion: </a:t>
            </a:r>
            <a:r>
              <a:rPr lang="en-US" sz="1000" dirty="0">
                <a:latin typeface="Montserrat" panose="00000500000000000000" pitchFamily="2" charset="0"/>
              </a:rPr>
              <a:t>The evaluator continues to rate the context as the object of study ("Steps to evaluate context"), which ignores whether the AI's answer was actually helpful or concise for the user.</a:t>
            </a:r>
          </a:p>
          <a:p>
            <a:pPr marL="228600" indent="-228600">
              <a:buFont typeface="+mj-lt"/>
              <a:buAutoNum type="arabicPeriod"/>
            </a:pPr>
            <a:endParaRPr lang="en-US" sz="1000" dirty="0">
              <a:latin typeface="Montserrat" panose="00000500000000000000" pitchFamily="2" charset="0"/>
            </a:endParaRPr>
          </a:p>
          <a:p>
            <a:pPr marL="228600" indent="-228600">
              <a:buFont typeface="+mj-lt"/>
              <a:buAutoNum type="arabicPeriod"/>
            </a:pPr>
            <a:r>
              <a:rPr lang="en-US" sz="1000" b="1" dirty="0">
                <a:latin typeface="Montserrat" panose="00000500000000000000" pitchFamily="2" charset="0"/>
              </a:rPr>
              <a:t>Deduction Without Justification:</a:t>
            </a:r>
            <a:r>
              <a:rPr lang="en-US" sz="1000" dirty="0">
                <a:latin typeface="Montserrat" panose="00000500000000000000" pitchFamily="2" charset="0"/>
              </a:rPr>
              <a:t> The judge assigned </a:t>
            </a:r>
            <a:r>
              <a:rPr lang="en-US" sz="1000" b="1" dirty="0">
                <a:latin typeface="Montserrat" panose="00000500000000000000" pitchFamily="2" charset="0"/>
              </a:rPr>
              <a:t>a score of 4 ("Followed Mostly") despite explicitly stating that "all important aspects are covered" and "no irrelevant information is included," creating a logical contradiction.</a:t>
            </a:r>
          </a:p>
          <a:p>
            <a:pPr marL="228600" indent="-228600">
              <a:buFont typeface="+mj-lt"/>
              <a:buAutoNum type="arabicPeriod"/>
            </a:pPr>
            <a:endParaRPr lang="en-US" sz="1000" dirty="0">
              <a:latin typeface="Montserrat" panose="00000500000000000000" pitchFamily="2" charset="0"/>
            </a:endParaRPr>
          </a:p>
          <a:p>
            <a:pPr marL="228600" indent="-228600">
              <a:buFont typeface="+mj-lt"/>
              <a:buAutoNum type="arabicPeriod"/>
            </a:pPr>
            <a:r>
              <a:rPr lang="en-US" sz="1000" b="1" dirty="0">
                <a:latin typeface="Montserrat" panose="00000500000000000000" pitchFamily="2" charset="0"/>
              </a:rPr>
              <a:t>Multimodal Treatment Mapping: </a:t>
            </a:r>
            <a:r>
              <a:rPr lang="en-US" sz="1000" dirty="0">
                <a:latin typeface="Montserrat" panose="00000500000000000000" pitchFamily="2" charset="0"/>
              </a:rPr>
              <a:t>The judge effectively categorized the question’s requirements into distinct phases—supportive care, surgery, and rehabilitation—to ensure a comprehensive relevance check.</a:t>
            </a:r>
          </a:p>
        </p:txBody>
      </p:sp>
    </p:spTree>
    <p:extLst>
      <p:ext uri="{BB962C8B-B14F-4D97-AF65-F5344CB8AC3E}">
        <p14:creationId xmlns:p14="http://schemas.microsoft.com/office/powerpoint/2010/main" val="201890486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304">
          <a:extLst>
            <a:ext uri="{FF2B5EF4-FFF2-40B4-BE49-F238E27FC236}">
              <a16:creationId xmlns:a16="http://schemas.microsoft.com/office/drawing/2014/main" id="{C859F14E-E9AA-39D7-9BAD-FB45CB05C340}"/>
            </a:ext>
          </a:extLst>
        </p:cNvPr>
        <p:cNvGrpSpPr/>
        <p:nvPr/>
      </p:nvGrpSpPr>
      <p:grpSpPr>
        <a:xfrm>
          <a:off x="0" y="0"/>
          <a:ext cx="0" cy="0"/>
          <a:chOff x="0" y="0"/>
          <a:chExt cx="0" cy="0"/>
        </a:xfrm>
      </p:grpSpPr>
      <p:sp>
        <p:nvSpPr>
          <p:cNvPr id="305" name="Google Shape;305;p56">
            <a:extLst>
              <a:ext uri="{FF2B5EF4-FFF2-40B4-BE49-F238E27FC236}">
                <a16:creationId xmlns:a16="http://schemas.microsoft.com/office/drawing/2014/main" id="{6CB9A331-EF5C-1637-4A28-D9077B780B64}"/>
              </a:ext>
            </a:extLst>
          </p:cNvPr>
          <p:cNvSpPr txBox="1">
            <a:spLocks noGrp="1"/>
          </p:cNvSpPr>
          <p:nvPr>
            <p:ph type="title"/>
          </p:nvPr>
        </p:nvSpPr>
        <p:spPr>
          <a:xfrm>
            <a:off x="202550" y="113873"/>
            <a:ext cx="8520600" cy="572700"/>
          </a:xfrm>
          <a:prstGeom prst="rect">
            <a:avLst/>
          </a:prstGeom>
          <a:noFill/>
          <a:ln>
            <a:noFill/>
          </a:ln>
        </p:spPr>
        <p:txBody>
          <a:bodyPr spcFirstLastPara="1" wrap="square" lIns="91425" tIns="91425" rIns="91425" bIns="91425" anchor="t" anchorCtr="0">
            <a:noAutofit/>
          </a:bodyPr>
          <a:lstStyle/>
          <a:p>
            <a:pPr lvl="0"/>
            <a:r>
              <a:rPr lang="en" sz="2400" dirty="0">
                <a:solidFill>
                  <a:srgbClr val="0E39A9"/>
                </a:solidFill>
              </a:rPr>
              <a:t>Output Evaluation-</a:t>
            </a:r>
            <a:r>
              <a:rPr lang="en-US" sz="2400" u="sng" dirty="0">
                <a:solidFill>
                  <a:srgbClr val="0E39A9"/>
                </a:solidFill>
              </a:rPr>
              <a:t>Groundedness</a:t>
            </a:r>
            <a:r>
              <a:rPr lang="en" sz="2400" u="sng" dirty="0">
                <a:solidFill>
                  <a:srgbClr val="0E39A9"/>
                </a:solidFill>
              </a:rPr>
              <a:t> Response </a:t>
            </a:r>
            <a:endParaRPr sz="2400" u="sng" dirty="0">
              <a:solidFill>
                <a:srgbClr val="0E39A9"/>
              </a:solidFill>
            </a:endParaRPr>
          </a:p>
        </p:txBody>
      </p:sp>
      <p:sp>
        <p:nvSpPr>
          <p:cNvPr id="3" name="TextBox 2">
            <a:extLst>
              <a:ext uri="{FF2B5EF4-FFF2-40B4-BE49-F238E27FC236}">
                <a16:creationId xmlns:a16="http://schemas.microsoft.com/office/drawing/2014/main" id="{1940477A-5571-6996-FB88-476AB4CDCE5B}"/>
              </a:ext>
            </a:extLst>
          </p:cNvPr>
          <p:cNvSpPr txBox="1"/>
          <p:nvPr/>
        </p:nvSpPr>
        <p:spPr>
          <a:xfrm>
            <a:off x="202550" y="861979"/>
            <a:ext cx="8755372" cy="461665"/>
          </a:xfrm>
          <a:prstGeom prst="rect">
            <a:avLst/>
          </a:prstGeom>
          <a:noFill/>
        </p:spPr>
        <p:txBody>
          <a:bodyPr wrap="square" rtlCol="0">
            <a:spAutoFit/>
          </a:bodyPr>
          <a:lstStyle/>
          <a:p>
            <a:r>
              <a:rPr lang="en-US" sz="1200" b="1" dirty="0">
                <a:latin typeface="Montserrat" panose="00000500000000000000" pitchFamily="2" charset="0"/>
              </a:rPr>
              <a:t>Question 5: </a:t>
            </a:r>
            <a:r>
              <a:rPr lang="en-US" sz="1100" dirty="0">
                <a:latin typeface="Montserrat" panose="00000500000000000000" pitchFamily="2" charset="0"/>
              </a:rPr>
              <a:t>What are the necessary precautions and treatment steps for a person who has fractured their leg during a hiking trip, and what should be considered for their care and recovery?</a:t>
            </a:r>
            <a:endParaRPr lang="en-US" sz="1200" dirty="0">
              <a:latin typeface="Montserrat" panose="00000500000000000000" pitchFamily="2" charset="0"/>
            </a:endParaRPr>
          </a:p>
        </p:txBody>
      </p:sp>
      <p:sp>
        <p:nvSpPr>
          <p:cNvPr id="2" name="TextBox 1">
            <a:extLst>
              <a:ext uri="{FF2B5EF4-FFF2-40B4-BE49-F238E27FC236}">
                <a16:creationId xmlns:a16="http://schemas.microsoft.com/office/drawing/2014/main" id="{955C1BF7-98F7-FE54-1DF7-7253E53D6C6C}"/>
              </a:ext>
            </a:extLst>
          </p:cNvPr>
          <p:cNvSpPr txBox="1"/>
          <p:nvPr/>
        </p:nvSpPr>
        <p:spPr>
          <a:xfrm>
            <a:off x="202550" y="1296179"/>
            <a:ext cx="8755372" cy="276999"/>
          </a:xfrm>
          <a:prstGeom prst="rect">
            <a:avLst/>
          </a:prstGeom>
          <a:noFill/>
        </p:spPr>
        <p:txBody>
          <a:bodyPr wrap="square" rtlCol="0">
            <a:spAutoFit/>
          </a:bodyPr>
          <a:lstStyle/>
          <a:p>
            <a:r>
              <a:rPr lang="en-US" sz="1200" b="1" u="sng" dirty="0">
                <a:latin typeface="Montserrat" panose="00000500000000000000" pitchFamily="2" charset="0"/>
              </a:rPr>
              <a:t>Groundedness response :</a:t>
            </a:r>
          </a:p>
        </p:txBody>
      </p:sp>
      <p:sp>
        <p:nvSpPr>
          <p:cNvPr id="4" name="TextBox 3">
            <a:extLst>
              <a:ext uri="{FF2B5EF4-FFF2-40B4-BE49-F238E27FC236}">
                <a16:creationId xmlns:a16="http://schemas.microsoft.com/office/drawing/2014/main" id="{D4BDF034-3F68-764D-EFE2-93A029A7F331}"/>
              </a:ext>
            </a:extLst>
          </p:cNvPr>
          <p:cNvSpPr txBox="1"/>
          <p:nvPr/>
        </p:nvSpPr>
        <p:spPr>
          <a:xfrm>
            <a:off x="202550" y="1573178"/>
            <a:ext cx="8755372" cy="3323987"/>
          </a:xfrm>
          <a:prstGeom prst="rect">
            <a:avLst/>
          </a:prstGeom>
          <a:noFill/>
        </p:spPr>
        <p:txBody>
          <a:bodyPr wrap="square" rtlCol="0">
            <a:spAutoFit/>
          </a:bodyPr>
          <a:lstStyle/>
          <a:p>
            <a:r>
              <a:rPr lang="en-US" sz="1000" b="1" dirty="0">
                <a:latin typeface="Montserrat" panose="00000500000000000000" pitchFamily="2" charset="0"/>
              </a:rPr>
              <a:t>Steps to evaluate the answer:</a:t>
            </a:r>
          </a:p>
          <a:p>
            <a:r>
              <a:rPr lang="en-US" sz="1000" dirty="0">
                <a:latin typeface="Montserrat" panose="00000500000000000000" pitchFamily="2" charset="0"/>
              </a:rPr>
              <a:t>1. Identify the information in the context related to precautions and treatment steps for a person with a fractured leg.</a:t>
            </a:r>
          </a:p>
          <a:p>
            <a:r>
              <a:rPr lang="en-US" sz="1000" dirty="0">
                <a:latin typeface="Montserrat" panose="00000500000000000000" pitchFamily="2" charset="0"/>
              </a:rPr>
              <a:t>2. Compare each element of the AI generated answer to the corresponding information in the context.</a:t>
            </a:r>
          </a:p>
          <a:p>
            <a:r>
              <a:rPr lang="en-US" sz="1000" dirty="0">
                <a:latin typeface="Montserrat" panose="00000500000000000000" pitchFamily="2" charset="0"/>
              </a:rPr>
              <a:t>3. Determine if the AI generated answer is derived solely from the context.</a:t>
            </a:r>
          </a:p>
          <a:p>
            <a:endParaRPr lang="en-US" sz="1000" dirty="0">
              <a:latin typeface="Montserrat" panose="00000500000000000000" pitchFamily="2" charset="0"/>
            </a:endParaRPr>
          </a:p>
          <a:p>
            <a:r>
              <a:rPr lang="en-US" sz="1000" b="1" dirty="0">
                <a:latin typeface="Montserrat" panose="00000500000000000000" pitchFamily="2" charset="0"/>
              </a:rPr>
              <a:t>Explanation:</a:t>
            </a:r>
          </a:p>
          <a:p>
            <a:r>
              <a:rPr lang="en-US" sz="1000" dirty="0">
                <a:latin typeface="Montserrat" panose="00000500000000000000" pitchFamily="2" charset="0"/>
              </a:rPr>
              <a:t>The AI generated answer includes several elements related to precautions and treatment steps for a person with a fractured leg. These include keeping the cast dry, never putting an object inside the cast, inspecting the cast's edges and skin around it every day, applying lotion to any red or sore areas, padding any rough edges with soft material, seeking medical care if an odor emanates from within the cast or a fever develops, maintaining good hygiene, immobilization using a cast or splint, periodic application of warmth for pain relief after 48 hours, and considering early mobilization for rapidly healing injuries to minimize contractures and muscle atrophy.</a:t>
            </a:r>
          </a:p>
          <a:p>
            <a:endParaRPr lang="en-US" sz="1000" dirty="0">
              <a:latin typeface="Montserrat" panose="00000500000000000000" pitchFamily="2" charset="0"/>
            </a:endParaRPr>
          </a:p>
          <a:p>
            <a:r>
              <a:rPr lang="en-US" sz="1000" dirty="0">
                <a:latin typeface="Montserrat" panose="00000500000000000000" pitchFamily="2" charset="0"/>
              </a:rPr>
              <a:t>Each of these elements can be found in the context. For example, keeping the cast dry is mentioned in the context as one of the instructions given to patients with casts. Similarly, periodic application of warmth for pain relief after 48 hours is mentioned in the context as a way to relieve pain and speed healing.</a:t>
            </a:r>
          </a:p>
          <a:p>
            <a:endParaRPr lang="en-US" sz="1000" dirty="0">
              <a:latin typeface="Montserrat" panose="00000500000000000000" pitchFamily="2" charset="0"/>
            </a:endParaRPr>
          </a:p>
          <a:p>
            <a:r>
              <a:rPr lang="en-US" sz="1000" dirty="0">
                <a:latin typeface="Montserrat" panose="00000500000000000000" pitchFamily="2" charset="0"/>
              </a:rPr>
              <a:t>Therefore, based on this comparison, it can be concluded that the </a:t>
            </a:r>
            <a:r>
              <a:rPr lang="en-US" sz="1000" b="1" dirty="0">
                <a:latin typeface="Montserrat" panose="00000500000000000000" pitchFamily="2" charset="0"/>
              </a:rPr>
              <a:t>AI generated answer is derived solely from the information presented in the context.</a:t>
            </a:r>
          </a:p>
          <a:p>
            <a:endParaRPr lang="en-US" sz="1000" dirty="0">
              <a:latin typeface="Montserrat" panose="00000500000000000000" pitchFamily="2" charset="0"/>
            </a:endParaRPr>
          </a:p>
          <a:p>
            <a:r>
              <a:rPr lang="en-US" sz="1000" b="1" dirty="0">
                <a:latin typeface="Montserrat" panose="00000500000000000000" pitchFamily="2" charset="0"/>
              </a:rPr>
              <a:t>Rating:</a:t>
            </a:r>
          </a:p>
          <a:p>
            <a:r>
              <a:rPr lang="en-US" sz="1000" b="1" dirty="0">
                <a:latin typeface="Montserrat" panose="00000500000000000000" pitchFamily="2" charset="0"/>
              </a:rPr>
              <a:t>5 - The metric is followed completely.</a:t>
            </a:r>
          </a:p>
        </p:txBody>
      </p:sp>
    </p:spTree>
    <p:extLst>
      <p:ext uri="{BB962C8B-B14F-4D97-AF65-F5344CB8AC3E}">
        <p14:creationId xmlns:p14="http://schemas.microsoft.com/office/powerpoint/2010/main" val="401296064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304">
          <a:extLst>
            <a:ext uri="{FF2B5EF4-FFF2-40B4-BE49-F238E27FC236}">
              <a16:creationId xmlns:a16="http://schemas.microsoft.com/office/drawing/2014/main" id="{0A038603-6A22-E0B4-958B-2F0512CC30CC}"/>
            </a:ext>
          </a:extLst>
        </p:cNvPr>
        <p:cNvGrpSpPr/>
        <p:nvPr/>
      </p:nvGrpSpPr>
      <p:grpSpPr>
        <a:xfrm>
          <a:off x="0" y="0"/>
          <a:ext cx="0" cy="0"/>
          <a:chOff x="0" y="0"/>
          <a:chExt cx="0" cy="0"/>
        </a:xfrm>
      </p:grpSpPr>
      <p:sp>
        <p:nvSpPr>
          <p:cNvPr id="305" name="Google Shape;305;p56">
            <a:extLst>
              <a:ext uri="{FF2B5EF4-FFF2-40B4-BE49-F238E27FC236}">
                <a16:creationId xmlns:a16="http://schemas.microsoft.com/office/drawing/2014/main" id="{265314BF-D1AD-32BA-4EC7-CF6DE1491502}"/>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2400" dirty="0">
                <a:solidFill>
                  <a:srgbClr val="0E39A9"/>
                </a:solidFill>
              </a:rPr>
              <a:t>Output Evaluation-</a:t>
            </a:r>
            <a:r>
              <a:rPr lang="en" sz="2400" u="sng" dirty="0">
                <a:solidFill>
                  <a:srgbClr val="0E39A9"/>
                </a:solidFill>
              </a:rPr>
              <a:t>Relevance Response </a:t>
            </a:r>
            <a:endParaRPr sz="2400" u="sng" dirty="0">
              <a:solidFill>
                <a:srgbClr val="0E39A9"/>
              </a:solidFill>
            </a:endParaRPr>
          </a:p>
        </p:txBody>
      </p:sp>
      <p:sp>
        <p:nvSpPr>
          <p:cNvPr id="3" name="TextBox 2">
            <a:extLst>
              <a:ext uri="{FF2B5EF4-FFF2-40B4-BE49-F238E27FC236}">
                <a16:creationId xmlns:a16="http://schemas.microsoft.com/office/drawing/2014/main" id="{3B3B7A0D-F8D0-EE27-9B00-0B706E3A92EC}"/>
              </a:ext>
            </a:extLst>
          </p:cNvPr>
          <p:cNvSpPr txBox="1"/>
          <p:nvPr/>
        </p:nvSpPr>
        <p:spPr>
          <a:xfrm>
            <a:off x="202550" y="861979"/>
            <a:ext cx="8755372" cy="461665"/>
          </a:xfrm>
          <a:prstGeom prst="rect">
            <a:avLst/>
          </a:prstGeom>
          <a:noFill/>
        </p:spPr>
        <p:txBody>
          <a:bodyPr wrap="square" rtlCol="0">
            <a:spAutoFit/>
          </a:bodyPr>
          <a:lstStyle/>
          <a:p>
            <a:r>
              <a:rPr lang="en-US" sz="1200" b="1" dirty="0">
                <a:latin typeface="Montserrat" panose="00000500000000000000" pitchFamily="2" charset="0"/>
              </a:rPr>
              <a:t>Question 5: </a:t>
            </a:r>
            <a:r>
              <a:rPr lang="en-US" sz="1100" dirty="0">
                <a:latin typeface="Montserrat" panose="00000500000000000000" pitchFamily="2" charset="0"/>
              </a:rPr>
              <a:t>What are the necessary precautions and treatment steps for a person who has fractured their leg during a hiking trip, and what should be considered for their care and recovery?</a:t>
            </a:r>
            <a:endParaRPr lang="en-US" sz="1200" b="1" dirty="0">
              <a:latin typeface="Montserrat" panose="00000500000000000000" pitchFamily="2" charset="0"/>
            </a:endParaRPr>
          </a:p>
        </p:txBody>
      </p:sp>
      <p:sp>
        <p:nvSpPr>
          <p:cNvPr id="2" name="TextBox 1">
            <a:extLst>
              <a:ext uri="{FF2B5EF4-FFF2-40B4-BE49-F238E27FC236}">
                <a16:creationId xmlns:a16="http://schemas.microsoft.com/office/drawing/2014/main" id="{0CEB57E4-0784-3429-B9FB-937EC6C0D983}"/>
              </a:ext>
            </a:extLst>
          </p:cNvPr>
          <p:cNvSpPr txBox="1"/>
          <p:nvPr/>
        </p:nvSpPr>
        <p:spPr>
          <a:xfrm>
            <a:off x="284846" y="1323644"/>
            <a:ext cx="8859154" cy="3231654"/>
          </a:xfrm>
          <a:prstGeom prst="rect">
            <a:avLst/>
          </a:prstGeom>
          <a:noFill/>
        </p:spPr>
        <p:txBody>
          <a:bodyPr wrap="square" rtlCol="0">
            <a:spAutoFit/>
          </a:bodyPr>
          <a:lstStyle/>
          <a:p>
            <a:r>
              <a:rPr lang="en-US" sz="1200" b="1" dirty="0">
                <a:latin typeface="Montserrat" panose="00000500000000000000" pitchFamily="2" charset="0"/>
              </a:rPr>
              <a:t>Relevance response :</a:t>
            </a:r>
          </a:p>
          <a:p>
            <a:r>
              <a:rPr lang="en-US" sz="1000" b="1" dirty="0">
                <a:latin typeface="Montserrat" panose="00000500000000000000" pitchFamily="2" charset="0"/>
              </a:rPr>
              <a:t>Steps to evaluate context as per relevance metric:</a:t>
            </a:r>
          </a:p>
          <a:p>
            <a:r>
              <a:rPr lang="en-US" sz="1000" dirty="0">
                <a:latin typeface="Montserrat" panose="00000500000000000000" pitchFamily="2" charset="0"/>
              </a:rPr>
              <a:t>1. Identify the main aspects of the question: necessary precautions and treatment steps for a person with a fractured leg.</a:t>
            </a:r>
          </a:p>
          <a:p>
            <a:r>
              <a:rPr lang="en-US" sz="1000" dirty="0">
                <a:latin typeface="Montserrat" panose="00000500000000000000" pitchFamily="2" charset="0"/>
              </a:rPr>
              <a:t>2. Read through the context to understand if it addresses these main aspects.</a:t>
            </a:r>
          </a:p>
          <a:p>
            <a:r>
              <a:rPr lang="en-US" sz="1000" dirty="0">
                <a:latin typeface="Montserrat" panose="00000500000000000000" pitchFamily="2" charset="0"/>
              </a:rPr>
              <a:t>3. Check if all important information related to the question is present in the context.</a:t>
            </a:r>
          </a:p>
          <a:p>
            <a:r>
              <a:rPr lang="en-US" sz="1000" dirty="0">
                <a:latin typeface="Montserrat" panose="00000500000000000000" pitchFamily="2" charset="0"/>
              </a:rPr>
              <a:t>4. Evaluate if any irrelevant information is included that may detract from the relevance of the answer.</a:t>
            </a:r>
          </a:p>
          <a:p>
            <a:endParaRPr lang="en-US" sz="1000" dirty="0">
              <a:latin typeface="Montserrat" panose="00000500000000000000" pitchFamily="2" charset="0"/>
            </a:endParaRPr>
          </a:p>
          <a:p>
            <a:r>
              <a:rPr lang="en-US" sz="1000" b="1" dirty="0">
                <a:latin typeface="Montserrat" panose="00000500000000000000" pitchFamily="2" charset="0"/>
              </a:rPr>
              <a:t>The context adheres to the metric considering the question as follows</a:t>
            </a:r>
            <a:r>
              <a:rPr lang="en-US" sz="1000" dirty="0">
                <a:latin typeface="Montserrat" panose="00000500000000000000" pitchFamily="2" charset="0"/>
              </a:rPr>
              <a:t>:</a:t>
            </a:r>
          </a:p>
          <a:p>
            <a:r>
              <a:rPr lang="en-US" sz="1000" dirty="0">
                <a:latin typeface="Montserrat" panose="00000500000000000000" pitchFamily="2" charset="0"/>
              </a:rPr>
              <a:t>1. The context provides detailed information about necessary precautions for a person with a fractured leg, such as keeping the cast dry, inspecting the skin around the cast, and seeking medical care if needed.</a:t>
            </a:r>
          </a:p>
          <a:p>
            <a:r>
              <a:rPr lang="en-US" sz="1000" dirty="0">
                <a:latin typeface="Montserrat" panose="00000500000000000000" pitchFamily="2" charset="0"/>
              </a:rPr>
              <a:t>2. It also discusses treatment steps like immobilization using a cast or splint, application of ice, and sometimes surgery.</a:t>
            </a:r>
          </a:p>
          <a:p>
            <a:r>
              <a:rPr lang="en-US" sz="1000" dirty="0">
                <a:latin typeface="Montserrat" panose="00000500000000000000" pitchFamily="2" charset="0"/>
              </a:rPr>
              <a:t>3. The context mentions complications that may arise from prolonged immobilization, such as stiffness, contractures, and muscle atrophy.</a:t>
            </a:r>
          </a:p>
          <a:p>
            <a:r>
              <a:rPr lang="en-US" sz="1000" dirty="0">
                <a:latin typeface="Montserrat" panose="00000500000000000000" pitchFamily="2" charset="0"/>
              </a:rPr>
              <a:t>4. There is no irrelevant information in the context that detracts from the relevance of the answer.</a:t>
            </a:r>
          </a:p>
          <a:p>
            <a:endParaRPr lang="en-US" sz="1000" dirty="0">
              <a:latin typeface="Montserrat" panose="00000500000000000000" pitchFamily="2" charset="0"/>
            </a:endParaRPr>
          </a:p>
          <a:p>
            <a:r>
              <a:rPr lang="en-US" sz="1000" dirty="0">
                <a:latin typeface="Montserrat" panose="00000500000000000000" pitchFamily="2" charset="0"/>
              </a:rPr>
              <a:t>The metric is followed mostly since all important aspects of the question are addressed in the context, and there is no irrelevant information included.</a:t>
            </a:r>
          </a:p>
          <a:p>
            <a:endParaRPr lang="en-US" sz="1000" dirty="0">
              <a:latin typeface="Montserrat" panose="00000500000000000000" pitchFamily="2" charset="0"/>
            </a:endParaRPr>
          </a:p>
          <a:p>
            <a:r>
              <a:rPr lang="en-US" sz="1000" b="1" dirty="0">
                <a:latin typeface="Montserrat" panose="00000500000000000000" pitchFamily="2" charset="0"/>
              </a:rPr>
              <a:t>Rating: 4 (The metric is followed mostly)</a:t>
            </a:r>
          </a:p>
          <a:p>
            <a:endParaRPr lang="en-US" sz="1200" b="1" dirty="0">
              <a:latin typeface="Montserrat" panose="00000500000000000000" pitchFamily="2" charset="0"/>
            </a:endParaRPr>
          </a:p>
        </p:txBody>
      </p:sp>
    </p:spTree>
    <p:extLst>
      <p:ext uri="{BB962C8B-B14F-4D97-AF65-F5344CB8AC3E}">
        <p14:creationId xmlns:p14="http://schemas.microsoft.com/office/powerpoint/2010/main" val="231345252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304">
          <a:extLst>
            <a:ext uri="{FF2B5EF4-FFF2-40B4-BE49-F238E27FC236}">
              <a16:creationId xmlns:a16="http://schemas.microsoft.com/office/drawing/2014/main" id="{40D4C233-119A-49F4-4A8D-D007A5F01B66}"/>
            </a:ext>
          </a:extLst>
        </p:cNvPr>
        <p:cNvGrpSpPr/>
        <p:nvPr/>
      </p:nvGrpSpPr>
      <p:grpSpPr>
        <a:xfrm>
          <a:off x="0" y="0"/>
          <a:ext cx="0" cy="0"/>
          <a:chOff x="0" y="0"/>
          <a:chExt cx="0" cy="0"/>
        </a:xfrm>
      </p:grpSpPr>
      <p:sp>
        <p:nvSpPr>
          <p:cNvPr id="305" name="Google Shape;305;p56">
            <a:extLst>
              <a:ext uri="{FF2B5EF4-FFF2-40B4-BE49-F238E27FC236}">
                <a16:creationId xmlns:a16="http://schemas.microsoft.com/office/drawing/2014/main" id="{E70356E7-C02C-A571-F9D6-7558841943A4}"/>
              </a:ext>
            </a:extLst>
          </p:cNvPr>
          <p:cNvSpPr txBox="1">
            <a:spLocks noGrp="1"/>
          </p:cNvSpPr>
          <p:nvPr>
            <p:ph type="title"/>
          </p:nvPr>
        </p:nvSpPr>
        <p:spPr>
          <a:xfrm>
            <a:off x="252141" y="1507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2400" dirty="0">
                <a:solidFill>
                  <a:srgbClr val="0E39A9"/>
                </a:solidFill>
              </a:rPr>
              <a:t>Output Evaluation-Response –</a:t>
            </a:r>
            <a:r>
              <a:rPr lang="en" sz="2000" u="sng" dirty="0">
                <a:solidFill>
                  <a:srgbClr val="0E39A9"/>
                </a:solidFill>
              </a:rPr>
              <a:t>Observations</a:t>
            </a:r>
            <a:br>
              <a:rPr lang="en" sz="2400" u="sng" dirty="0">
                <a:solidFill>
                  <a:srgbClr val="0E39A9"/>
                </a:solidFill>
              </a:rPr>
            </a:br>
            <a:r>
              <a:rPr lang="en" sz="2400" dirty="0">
                <a:solidFill>
                  <a:srgbClr val="0E39A9"/>
                </a:solidFill>
              </a:rPr>
              <a:t> </a:t>
            </a:r>
            <a:endParaRPr sz="2400" dirty="0">
              <a:solidFill>
                <a:srgbClr val="0E39A9"/>
              </a:solidFill>
            </a:endParaRPr>
          </a:p>
        </p:txBody>
      </p:sp>
      <p:sp>
        <p:nvSpPr>
          <p:cNvPr id="3" name="TextBox 2">
            <a:extLst>
              <a:ext uri="{FF2B5EF4-FFF2-40B4-BE49-F238E27FC236}">
                <a16:creationId xmlns:a16="http://schemas.microsoft.com/office/drawing/2014/main" id="{0B0D3D98-FBBC-30CC-8B5D-40673D8F0D66}"/>
              </a:ext>
            </a:extLst>
          </p:cNvPr>
          <p:cNvSpPr txBox="1"/>
          <p:nvPr/>
        </p:nvSpPr>
        <p:spPr>
          <a:xfrm>
            <a:off x="252141" y="723479"/>
            <a:ext cx="8755372" cy="446276"/>
          </a:xfrm>
          <a:prstGeom prst="rect">
            <a:avLst/>
          </a:prstGeom>
          <a:noFill/>
        </p:spPr>
        <p:txBody>
          <a:bodyPr wrap="square" rtlCol="0">
            <a:spAutoFit/>
          </a:bodyPr>
          <a:lstStyle/>
          <a:p>
            <a:r>
              <a:rPr lang="en-US" sz="1200" b="1" dirty="0">
                <a:latin typeface="Montserrat" panose="00000500000000000000" pitchFamily="2" charset="0"/>
              </a:rPr>
              <a:t>Question 5</a:t>
            </a:r>
            <a:r>
              <a:rPr lang="en-US" sz="1100" b="1" dirty="0">
                <a:latin typeface="Montserrat" panose="00000500000000000000" pitchFamily="2" charset="0"/>
              </a:rPr>
              <a:t>: </a:t>
            </a:r>
            <a:r>
              <a:rPr lang="en-US" sz="1100" dirty="0">
                <a:latin typeface="Montserrat" panose="00000500000000000000" pitchFamily="2" charset="0"/>
              </a:rPr>
              <a:t>What are the necessary precautions and treatment steps for a person who has fractured their leg during a hiking trip, and what should be considered for their care and recovery?</a:t>
            </a:r>
            <a:endParaRPr lang="en-US" sz="1100" b="1" dirty="0">
              <a:latin typeface="Montserrat" panose="00000500000000000000" pitchFamily="2" charset="0"/>
            </a:endParaRPr>
          </a:p>
        </p:txBody>
      </p:sp>
      <p:sp>
        <p:nvSpPr>
          <p:cNvPr id="2" name="TextBox 1">
            <a:extLst>
              <a:ext uri="{FF2B5EF4-FFF2-40B4-BE49-F238E27FC236}">
                <a16:creationId xmlns:a16="http://schemas.microsoft.com/office/drawing/2014/main" id="{058803AB-0087-AA4C-6CCB-DEDDC4B76F12}"/>
              </a:ext>
            </a:extLst>
          </p:cNvPr>
          <p:cNvSpPr txBox="1"/>
          <p:nvPr/>
        </p:nvSpPr>
        <p:spPr>
          <a:xfrm>
            <a:off x="308848" y="1214004"/>
            <a:ext cx="8755372" cy="1646605"/>
          </a:xfrm>
          <a:prstGeom prst="rect">
            <a:avLst/>
          </a:prstGeom>
          <a:noFill/>
        </p:spPr>
        <p:txBody>
          <a:bodyPr wrap="square" rtlCol="0">
            <a:spAutoFit/>
          </a:bodyPr>
          <a:lstStyle/>
          <a:p>
            <a:r>
              <a:rPr lang="en-US" sz="1200" b="1" u="sng" dirty="0">
                <a:latin typeface="Montserrat" panose="00000500000000000000" pitchFamily="2" charset="0"/>
              </a:rPr>
              <a:t>Observation </a:t>
            </a:r>
            <a:r>
              <a:rPr lang="en-US" sz="1200" b="1" u="sng" dirty="0" err="1">
                <a:latin typeface="Montserrat" panose="00000500000000000000" pitchFamily="2" charset="0"/>
              </a:rPr>
              <a:t>Groundedness</a:t>
            </a:r>
            <a:r>
              <a:rPr lang="en-US" sz="1200" b="1" u="sng" dirty="0">
                <a:latin typeface="Montserrat" panose="00000500000000000000" pitchFamily="2" charset="0"/>
              </a:rPr>
              <a:t> :</a:t>
            </a:r>
          </a:p>
          <a:p>
            <a:endParaRPr lang="en-US" sz="1000" b="1" dirty="0">
              <a:latin typeface="Montserrat" panose="00000500000000000000" pitchFamily="2" charset="0"/>
            </a:endParaRPr>
          </a:p>
          <a:p>
            <a:pPr marL="228600" indent="-228600">
              <a:buFont typeface="+mj-lt"/>
              <a:buAutoNum type="arabicPeriod"/>
            </a:pPr>
            <a:r>
              <a:rPr lang="en-US" sz="1000" b="1" dirty="0">
                <a:latin typeface="Montserrat" panose="00000500000000000000" pitchFamily="2" charset="0"/>
              </a:rPr>
              <a:t>Metric is followed completely:  E</a:t>
            </a:r>
            <a:r>
              <a:rPr lang="en-US" sz="1000" dirty="0">
                <a:latin typeface="Montserrat" panose="00000500000000000000" pitchFamily="2" charset="0"/>
              </a:rPr>
              <a:t>valuator, did good comparison and concluded that </a:t>
            </a:r>
            <a:r>
              <a:rPr lang="en-US" sz="1000" b="1" dirty="0">
                <a:latin typeface="Montserrat" panose="00000500000000000000" pitchFamily="2" charset="0"/>
              </a:rPr>
              <a:t>all fact are responded based on the context and rewarded score 5</a:t>
            </a:r>
          </a:p>
          <a:p>
            <a:pPr marL="228600" indent="-228600">
              <a:buFont typeface="+mj-lt"/>
              <a:buAutoNum type="arabicPeriod"/>
            </a:pPr>
            <a:endParaRPr lang="en-US" sz="1000" b="1" dirty="0">
              <a:latin typeface="Montserrat" panose="00000500000000000000" pitchFamily="2" charset="0"/>
            </a:endParaRPr>
          </a:p>
          <a:p>
            <a:pPr marL="228600" indent="-228600">
              <a:buFont typeface="+mj-lt"/>
              <a:buAutoNum type="arabicPeriod"/>
            </a:pPr>
            <a:r>
              <a:rPr lang="en-US" sz="1000" b="1" dirty="0">
                <a:latin typeface="Montserrat" panose="00000500000000000000" pitchFamily="2" charset="0"/>
              </a:rPr>
              <a:t>High-Fidelity Comparison</a:t>
            </a:r>
            <a:r>
              <a:rPr lang="en-US" sz="1000" dirty="0">
                <a:latin typeface="Montserrat" panose="00000500000000000000" pitchFamily="2" charset="0"/>
              </a:rPr>
              <a:t>: The evaluator successfully matched specific, granular care instructions (e.g., "padding rough edges" and "odor detection") to the source, ensuring no "common sense" hiking advice was hallucinated.</a:t>
            </a:r>
          </a:p>
          <a:p>
            <a:pPr marL="228600" indent="-228600">
              <a:buFont typeface="+mj-lt"/>
              <a:buAutoNum type="arabicPeriod"/>
            </a:pPr>
            <a:endParaRPr lang="en-US" sz="1000" dirty="0">
              <a:latin typeface="Montserrat" panose="00000500000000000000" pitchFamily="2" charset="0"/>
            </a:endParaRPr>
          </a:p>
          <a:p>
            <a:pPr marL="228600" indent="-228600">
              <a:buFont typeface="+mj-lt"/>
              <a:buAutoNum type="arabicPeriod"/>
            </a:pPr>
            <a:r>
              <a:rPr lang="en-US" sz="1000" b="1" dirty="0">
                <a:latin typeface="Montserrat" panose="00000500000000000000" pitchFamily="2" charset="0"/>
              </a:rPr>
              <a:t>Evidence-Based Explanation:</a:t>
            </a:r>
            <a:r>
              <a:rPr lang="en-US" sz="1000" dirty="0">
                <a:latin typeface="Montserrat" panose="00000500000000000000" pitchFamily="2" charset="0"/>
              </a:rPr>
              <a:t> The evaluator provided concrete examples in the "Explanation" section (like the cast-dryness rule), which serves as a high-quality audit trail for the final score.</a:t>
            </a:r>
          </a:p>
        </p:txBody>
      </p:sp>
      <p:sp>
        <p:nvSpPr>
          <p:cNvPr id="6" name="TextBox 5">
            <a:extLst>
              <a:ext uri="{FF2B5EF4-FFF2-40B4-BE49-F238E27FC236}">
                <a16:creationId xmlns:a16="http://schemas.microsoft.com/office/drawing/2014/main" id="{99A3CD64-6922-21B2-2F21-69C6AF0556E6}"/>
              </a:ext>
            </a:extLst>
          </p:cNvPr>
          <p:cNvSpPr txBox="1"/>
          <p:nvPr/>
        </p:nvSpPr>
        <p:spPr>
          <a:xfrm>
            <a:off x="252141" y="3007562"/>
            <a:ext cx="8755372" cy="2000548"/>
          </a:xfrm>
          <a:prstGeom prst="rect">
            <a:avLst/>
          </a:prstGeom>
          <a:noFill/>
        </p:spPr>
        <p:txBody>
          <a:bodyPr wrap="square" rtlCol="0">
            <a:spAutoFit/>
          </a:bodyPr>
          <a:lstStyle/>
          <a:p>
            <a:r>
              <a:rPr lang="en-US" sz="1200" b="1" u="sng" dirty="0">
                <a:latin typeface="Montserrat" panose="00000500000000000000" pitchFamily="2" charset="0"/>
              </a:rPr>
              <a:t>Observation Relevance :</a:t>
            </a:r>
          </a:p>
          <a:p>
            <a:endParaRPr lang="en-US" sz="1200" b="1" u="sng" dirty="0">
              <a:latin typeface="Montserrat" panose="00000500000000000000" pitchFamily="2" charset="0"/>
            </a:endParaRPr>
          </a:p>
          <a:p>
            <a:pPr marL="228600" indent="-228600">
              <a:buFont typeface="+mj-lt"/>
              <a:buAutoNum type="arabicPeriod"/>
            </a:pPr>
            <a:r>
              <a:rPr lang="en-US" sz="1000" b="1" dirty="0">
                <a:latin typeface="Montserrat" panose="00000500000000000000" pitchFamily="2" charset="0"/>
              </a:rPr>
              <a:t>Systemic Metric Failure:</a:t>
            </a:r>
            <a:r>
              <a:rPr lang="en-US" sz="1000" dirty="0">
                <a:latin typeface="Montserrat" panose="00000500000000000000" pitchFamily="2" charset="0"/>
              </a:rPr>
              <a:t> The evaluator continues to evaluate the </a:t>
            </a:r>
            <a:r>
              <a:rPr lang="en-US" sz="1000" b="1" dirty="0">
                <a:latin typeface="Montserrat" panose="00000500000000000000" pitchFamily="2" charset="0"/>
              </a:rPr>
              <a:t>context's potential</a:t>
            </a:r>
            <a:r>
              <a:rPr lang="en-US" sz="1000" dirty="0">
                <a:latin typeface="Montserrat" panose="00000500000000000000" pitchFamily="2" charset="0"/>
              </a:rPr>
              <a:t> to answer the question rather than judging if the </a:t>
            </a:r>
            <a:r>
              <a:rPr lang="en-US" sz="1000" b="1" dirty="0">
                <a:latin typeface="Montserrat" panose="00000500000000000000" pitchFamily="2" charset="0"/>
              </a:rPr>
              <a:t>actual AI answer</a:t>
            </a:r>
            <a:r>
              <a:rPr lang="en-US" sz="1000" dirty="0">
                <a:latin typeface="Montserrat" panose="00000500000000000000" pitchFamily="2" charset="0"/>
              </a:rPr>
              <a:t> was helpful to the user who is stuck on a hiking trip.</a:t>
            </a:r>
          </a:p>
          <a:p>
            <a:pPr marL="228600" indent="-228600">
              <a:buFont typeface="+mj-lt"/>
              <a:buAutoNum type="arabicPeriod"/>
            </a:pPr>
            <a:endParaRPr lang="en-US" sz="1000" dirty="0">
              <a:latin typeface="Montserrat" panose="00000500000000000000" pitchFamily="2" charset="0"/>
            </a:endParaRPr>
          </a:p>
          <a:p>
            <a:pPr marL="228600" indent="-228600">
              <a:buFont typeface="+mj-lt"/>
              <a:buAutoNum type="arabicPeriod"/>
            </a:pPr>
            <a:r>
              <a:rPr lang="en-US" sz="1000" b="1" dirty="0">
                <a:latin typeface="Montserrat" panose="00000500000000000000" pitchFamily="2" charset="0"/>
              </a:rPr>
              <a:t>Unjustified Scoring Penalty: The</a:t>
            </a:r>
            <a:r>
              <a:rPr lang="en-US" sz="1000" dirty="0">
                <a:latin typeface="Montserrat" panose="00000500000000000000" pitchFamily="2" charset="0"/>
              </a:rPr>
              <a:t> judge </a:t>
            </a:r>
            <a:r>
              <a:rPr lang="en-US" sz="1000" b="1" dirty="0">
                <a:latin typeface="Montserrat" panose="00000500000000000000" pitchFamily="2" charset="0"/>
              </a:rPr>
              <a:t>awarded a 4/5 ("Followed Mostly") </a:t>
            </a:r>
            <a:r>
              <a:rPr lang="en-US" sz="1000" dirty="0">
                <a:latin typeface="Montserrat" panose="00000500000000000000" pitchFamily="2" charset="0"/>
              </a:rPr>
              <a:t>despite explicitly stating that "</a:t>
            </a:r>
            <a:r>
              <a:rPr lang="en-US" sz="1000" b="1" dirty="0">
                <a:latin typeface="Montserrat" panose="00000500000000000000" pitchFamily="2" charset="0"/>
              </a:rPr>
              <a:t>all important information is present" and "no irrelevant information is included</a:t>
            </a:r>
            <a:r>
              <a:rPr lang="en-US" sz="1000" dirty="0">
                <a:latin typeface="Montserrat" panose="00000500000000000000" pitchFamily="2" charset="0"/>
              </a:rPr>
              <a:t>," </a:t>
            </a:r>
            <a:r>
              <a:rPr lang="en-US" sz="1000" b="1" dirty="0">
                <a:latin typeface="Montserrat" panose="00000500000000000000" pitchFamily="2" charset="0"/>
              </a:rPr>
              <a:t>showing a lack of critical differentiation between a 4 and a 5.</a:t>
            </a:r>
          </a:p>
          <a:p>
            <a:pPr marL="228600" indent="-228600">
              <a:buFont typeface="+mj-lt"/>
              <a:buAutoNum type="arabicPeriod"/>
            </a:pPr>
            <a:endParaRPr lang="en-US" sz="1000" b="1" dirty="0">
              <a:latin typeface="Montserrat" panose="00000500000000000000" pitchFamily="2" charset="0"/>
            </a:endParaRPr>
          </a:p>
          <a:p>
            <a:pPr marL="228600" indent="-228600">
              <a:buFont typeface="+mj-lt"/>
              <a:buAutoNum type="arabicPeriod"/>
            </a:pPr>
            <a:r>
              <a:rPr lang="en-US" sz="1000" b="1" dirty="0">
                <a:latin typeface="Montserrat" panose="00000500000000000000" pitchFamily="2" charset="0"/>
              </a:rPr>
              <a:t>Functional Scoping:</a:t>
            </a:r>
            <a:r>
              <a:rPr lang="en-US" sz="1000" dirty="0">
                <a:latin typeface="Montserrat" panose="00000500000000000000" pitchFamily="2" charset="0"/>
              </a:rPr>
              <a:t> The judge successfully identified </a:t>
            </a:r>
            <a:r>
              <a:rPr lang="en-US" sz="1000" b="1" dirty="0">
                <a:latin typeface="Montserrat" panose="00000500000000000000" pitchFamily="2" charset="0"/>
              </a:rPr>
              <a:t>three distinct "care pillars"</a:t>
            </a:r>
            <a:r>
              <a:rPr lang="en-US" sz="1000" dirty="0">
                <a:latin typeface="Montserrat" panose="00000500000000000000" pitchFamily="2" charset="0"/>
              </a:rPr>
              <a:t> (precautions, treatment, and recovery complications) to organize its assessment, even if the assessment </a:t>
            </a:r>
            <a:r>
              <a:rPr lang="en-US" sz="1000" b="1" dirty="0">
                <a:latin typeface="Montserrat" panose="00000500000000000000" pitchFamily="2" charset="0"/>
              </a:rPr>
              <a:t>was directed at the wrong target.</a:t>
            </a:r>
          </a:p>
          <a:p>
            <a:endParaRPr lang="en-US" sz="1000" dirty="0">
              <a:latin typeface="Montserrat" panose="00000500000000000000" pitchFamily="2" charset="0"/>
            </a:endParaRPr>
          </a:p>
        </p:txBody>
      </p:sp>
    </p:spTree>
    <p:extLst>
      <p:ext uri="{BB962C8B-B14F-4D97-AF65-F5344CB8AC3E}">
        <p14:creationId xmlns:p14="http://schemas.microsoft.com/office/powerpoint/2010/main" val="39823757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320"/>
        <p:cNvGrpSpPr/>
        <p:nvPr/>
      </p:nvGrpSpPr>
      <p:grpSpPr>
        <a:xfrm>
          <a:off x="0" y="0"/>
          <a:ext cx="0" cy="0"/>
          <a:chOff x="0" y="0"/>
          <a:chExt cx="0" cy="0"/>
        </a:xfrm>
      </p:grpSpPr>
      <p:sp>
        <p:nvSpPr>
          <p:cNvPr id="321" name="Google Shape;321;p57"/>
          <p:cNvSpPr/>
          <p:nvPr/>
        </p:nvSpPr>
        <p:spPr>
          <a:xfrm>
            <a:off x="0" y="3442950"/>
            <a:ext cx="9162600" cy="7806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2" name="Google Shape;322;p57"/>
          <p:cNvSpPr txBox="1"/>
          <p:nvPr/>
        </p:nvSpPr>
        <p:spPr>
          <a:xfrm>
            <a:off x="32525" y="3526575"/>
            <a:ext cx="4418700" cy="615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 sz="2800" b="1" i="0" u="none" strike="noStrike" cap="none">
                <a:solidFill>
                  <a:schemeClr val="lt1"/>
                </a:solidFill>
                <a:latin typeface="Nunito"/>
                <a:ea typeface="Nunito"/>
                <a:cs typeface="Nunito"/>
                <a:sym typeface="Nunito"/>
              </a:rPr>
              <a:t>APPENDIX</a:t>
            </a:r>
            <a:endParaRPr sz="2800" b="1" i="0" u="none" strike="noStrike" cap="none">
              <a:solidFill>
                <a:schemeClr val="lt1"/>
              </a:solidFill>
              <a:latin typeface="Nunito"/>
              <a:ea typeface="Nunito"/>
              <a:cs typeface="Nunito"/>
              <a:sym typeface="Nunito"/>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326"/>
        <p:cNvGrpSpPr/>
        <p:nvPr/>
      </p:nvGrpSpPr>
      <p:grpSpPr>
        <a:xfrm>
          <a:off x="0" y="0"/>
          <a:ext cx="0" cy="0"/>
          <a:chOff x="0" y="0"/>
          <a:chExt cx="0" cy="0"/>
        </a:xfrm>
      </p:grpSpPr>
      <p:sp>
        <p:nvSpPr>
          <p:cNvPr id="327" name="Google Shape;327;p58"/>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2400">
                <a:solidFill>
                  <a:srgbClr val="0E39A9"/>
                </a:solidFill>
              </a:rPr>
              <a:t>Data Background and Contents</a:t>
            </a:r>
            <a:endParaRPr sz="2400">
              <a:solidFill>
                <a:srgbClr val="0E39A9"/>
              </a:solidFill>
            </a:endParaRPr>
          </a:p>
        </p:txBody>
      </p:sp>
      <p:sp>
        <p:nvSpPr>
          <p:cNvPr id="329" name="Google Shape;329;p58"/>
          <p:cNvSpPr txBox="1"/>
          <p:nvPr/>
        </p:nvSpPr>
        <p:spPr>
          <a:xfrm>
            <a:off x="769772" y="1130684"/>
            <a:ext cx="6033000" cy="1800463"/>
          </a:xfrm>
          <a:prstGeom prst="rect">
            <a:avLst/>
          </a:prstGeom>
          <a:noFill/>
          <a:ln>
            <a:noFill/>
          </a:ln>
        </p:spPr>
        <p:txBody>
          <a:bodyPr spcFirstLastPara="1" wrap="square" lIns="91425" tIns="91425" rIns="91425" bIns="91425" anchor="t" anchorCtr="0">
            <a:spAutoFit/>
          </a:bodyPr>
          <a:lstStyle/>
          <a:p>
            <a:pPr marL="285750" indent="-285750">
              <a:lnSpc>
                <a:spcPct val="150000"/>
              </a:lnSpc>
              <a:buSzPts val="1400"/>
              <a:buFont typeface="Wingdings" panose="05000000000000000000" pitchFamily="2" charset="2"/>
              <a:buChar char="§"/>
            </a:pPr>
            <a:r>
              <a:rPr lang="en" b="1" dirty="0">
                <a:latin typeface="Montserrat"/>
                <a:ea typeface="Montserrat"/>
                <a:cs typeface="Montserrat"/>
                <a:sym typeface="Montserrat"/>
              </a:rPr>
              <a:t>Dataset</a:t>
            </a:r>
            <a:r>
              <a:rPr lang="en" dirty="0">
                <a:latin typeface="Montserrat"/>
                <a:ea typeface="Montserrat"/>
                <a:cs typeface="Montserrat"/>
                <a:sym typeface="Montserrat"/>
              </a:rPr>
              <a:t> : </a:t>
            </a:r>
            <a:r>
              <a:rPr lang="en-US" dirty="0"/>
              <a:t>medical_diagnosis_manual.pdf</a:t>
            </a:r>
          </a:p>
          <a:p>
            <a:pPr marL="285750" marR="0" lvl="0" indent="-285750" algn="l" rtl="0">
              <a:lnSpc>
                <a:spcPct val="150000"/>
              </a:lnSpc>
              <a:spcBef>
                <a:spcPts val="0"/>
              </a:spcBef>
              <a:spcAft>
                <a:spcPts val="0"/>
              </a:spcAft>
              <a:buClr>
                <a:srgbClr val="000000"/>
              </a:buClr>
              <a:buSzPts val="1400"/>
              <a:buFont typeface="Wingdings" panose="05000000000000000000" pitchFamily="2" charset="2"/>
              <a:buChar char="§"/>
            </a:pPr>
            <a:r>
              <a:rPr lang="en-US" sz="1400" b="1" i="0" u="none" strike="noStrike" cap="none" dirty="0">
                <a:solidFill>
                  <a:srgbClr val="000000"/>
                </a:solidFill>
                <a:latin typeface="Montserrat"/>
                <a:ea typeface="Montserrat"/>
                <a:cs typeface="Montserrat"/>
                <a:sym typeface="Montserrat"/>
              </a:rPr>
              <a:t>Total number of pages</a:t>
            </a:r>
            <a:r>
              <a:rPr lang="en-US" sz="1400" b="0" i="0" u="none" strike="noStrike" cap="none" dirty="0">
                <a:solidFill>
                  <a:srgbClr val="000000"/>
                </a:solidFill>
                <a:latin typeface="Montserrat"/>
                <a:ea typeface="Montserrat"/>
                <a:cs typeface="Montserrat"/>
                <a:sym typeface="Montserrat"/>
              </a:rPr>
              <a:t>: 4114</a:t>
            </a:r>
          </a:p>
          <a:p>
            <a:pPr marL="285750" marR="0" lvl="0" indent="-285750" algn="l" rtl="0">
              <a:lnSpc>
                <a:spcPct val="150000"/>
              </a:lnSpc>
              <a:spcBef>
                <a:spcPts val="0"/>
              </a:spcBef>
              <a:spcAft>
                <a:spcPts val="0"/>
              </a:spcAft>
              <a:buClr>
                <a:srgbClr val="000000"/>
              </a:buClr>
              <a:buSzPts val="1400"/>
              <a:buFont typeface="Wingdings" panose="05000000000000000000" pitchFamily="2" charset="2"/>
              <a:buChar char="§"/>
            </a:pPr>
            <a:r>
              <a:rPr lang="en-US" b="1" dirty="0">
                <a:latin typeface="Montserrat"/>
                <a:ea typeface="Montserrat"/>
                <a:cs typeface="Montserrat"/>
                <a:sym typeface="Montserrat"/>
              </a:rPr>
              <a:t>Chunk_size</a:t>
            </a:r>
            <a:r>
              <a:rPr lang="en-US" dirty="0">
                <a:latin typeface="Montserrat"/>
                <a:ea typeface="Montserrat"/>
                <a:cs typeface="Montserrat"/>
                <a:sym typeface="Montserrat"/>
              </a:rPr>
              <a:t>=512</a:t>
            </a:r>
          </a:p>
          <a:p>
            <a:pPr marL="285750" marR="0" lvl="0" indent="-285750" algn="l" rtl="0">
              <a:lnSpc>
                <a:spcPct val="150000"/>
              </a:lnSpc>
              <a:spcBef>
                <a:spcPts val="0"/>
              </a:spcBef>
              <a:spcAft>
                <a:spcPts val="0"/>
              </a:spcAft>
              <a:buClr>
                <a:srgbClr val="000000"/>
              </a:buClr>
              <a:buSzPts val="1400"/>
              <a:buFont typeface="Wingdings" panose="05000000000000000000" pitchFamily="2" charset="2"/>
              <a:buChar char="§"/>
            </a:pPr>
            <a:r>
              <a:rPr lang="en-US" sz="1400" b="1" i="0" u="none" strike="noStrike" cap="none" dirty="0">
                <a:solidFill>
                  <a:srgbClr val="000000"/>
                </a:solidFill>
                <a:latin typeface="Montserrat"/>
                <a:ea typeface="Montserrat"/>
                <a:cs typeface="Montserrat"/>
                <a:sym typeface="Montserrat"/>
              </a:rPr>
              <a:t>Chunk_Overlap</a:t>
            </a:r>
            <a:r>
              <a:rPr lang="en-US" sz="1400" b="0" i="0" u="none" strike="noStrike" cap="none" dirty="0">
                <a:solidFill>
                  <a:srgbClr val="000000"/>
                </a:solidFill>
                <a:latin typeface="Montserrat"/>
                <a:ea typeface="Montserrat"/>
                <a:cs typeface="Montserrat"/>
                <a:sym typeface="Montserrat"/>
              </a:rPr>
              <a:t>=20</a:t>
            </a:r>
          </a:p>
          <a:p>
            <a:pPr marL="285750" marR="0" lvl="0" indent="-285750" algn="l" rtl="0">
              <a:lnSpc>
                <a:spcPct val="150000"/>
              </a:lnSpc>
              <a:spcBef>
                <a:spcPts val="0"/>
              </a:spcBef>
              <a:spcAft>
                <a:spcPts val="0"/>
              </a:spcAft>
              <a:buClr>
                <a:srgbClr val="000000"/>
              </a:buClr>
              <a:buSzPts val="1400"/>
              <a:buFont typeface="Wingdings" panose="05000000000000000000" pitchFamily="2" charset="2"/>
              <a:buChar char="§"/>
            </a:pPr>
            <a:r>
              <a:rPr lang="en-US" b="1" dirty="0">
                <a:latin typeface="Montserrat"/>
                <a:ea typeface="Montserrat"/>
                <a:cs typeface="Montserrat"/>
                <a:sym typeface="Montserrat"/>
              </a:rPr>
              <a:t>Total number of Chunk</a:t>
            </a:r>
            <a:r>
              <a:rPr lang="en-US" dirty="0">
                <a:latin typeface="Montserrat"/>
                <a:ea typeface="Montserrat"/>
                <a:cs typeface="Montserrat"/>
                <a:sym typeface="Montserrat"/>
              </a:rPr>
              <a:t>=8446</a:t>
            </a:r>
            <a:endParaRPr sz="1400" b="0" i="0" u="none" strike="noStrike" cap="none" dirty="0">
              <a:solidFill>
                <a:srgbClr val="000000"/>
              </a:solidFill>
              <a:latin typeface="Montserrat"/>
              <a:ea typeface="Montserrat"/>
              <a:cs typeface="Montserrat"/>
              <a:sym typeface="Montserrat"/>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59"/>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2400" dirty="0">
                <a:solidFill>
                  <a:schemeClr val="lt2"/>
                </a:solidFill>
              </a:rPr>
              <a:t>Chall</a:t>
            </a:r>
            <a:r>
              <a:rPr lang="en-US" sz="2400" dirty="0">
                <a:solidFill>
                  <a:schemeClr val="lt2"/>
                </a:solidFill>
              </a:rPr>
              <a:t>e</a:t>
            </a:r>
            <a:r>
              <a:rPr lang="en" sz="2400" dirty="0">
                <a:solidFill>
                  <a:schemeClr val="lt2"/>
                </a:solidFill>
              </a:rPr>
              <a:t>nges Faced </a:t>
            </a:r>
            <a:endParaRPr dirty="0">
              <a:solidFill>
                <a:srgbClr val="000000"/>
              </a:solidFill>
            </a:endParaRPr>
          </a:p>
        </p:txBody>
      </p:sp>
      <p:sp>
        <p:nvSpPr>
          <p:cNvPr id="336" name="Google Shape;336;p59"/>
          <p:cNvSpPr txBox="1"/>
          <p:nvPr/>
        </p:nvSpPr>
        <p:spPr>
          <a:xfrm>
            <a:off x="287762" y="952603"/>
            <a:ext cx="7977279" cy="4108787"/>
          </a:xfrm>
          <a:prstGeom prst="rect">
            <a:avLst/>
          </a:prstGeom>
          <a:noFill/>
          <a:ln>
            <a:noFill/>
          </a:ln>
        </p:spPr>
        <p:txBody>
          <a:bodyPr spcFirstLastPara="1" wrap="square" lIns="91425" tIns="91425" rIns="91425" bIns="91425" anchor="t" anchorCtr="0">
            <a:spAutoFit/>
          </a:bodyPr>
          <a:lstStyle/>
          <a:p>
            <a:pPr marL="171450" marR="0" lvl="0" indent="-171450" algn="l" rtl="0">
              <a:lnSpc>
                <a:spcPct val="150000"/>
              </a:lnSpc>
              <a:spcBef>
                <a:spcPts val="0"/>
              </a:spcBef>
              <a:spcAft>
                <a:spcPts val="0"/>
              </a:spcAft>
              <a:buClr>
                <a:srgbClr val="000000"/>
              </a:buClr>
              <a:buSzPts val="1400"/>
              <a:buFont typeface="Arial" panose="020B0604020202020204" pitchFamily="34" charset="0"/>
              <a:buChar char="•"/>
            </a:pPr>
            <a:r>
              <a:rPr lang="en-US" sz="1000" dirty="0">
                <a:latin typeface="Montserrat"/>
                <a:ea typeface="Montserrat"/>
                <a:cs typeface="Montserrat"/>
                <a:sym typeface="Montserrat"/>
              </a:rPr>
              <a:t>Older version of </a:t>
            </a:r>
            <a:r>
              <a:rPr lang="en-US" sz="1000" dirty="0" err="1">
                <a:latin typeface="Montserrat"/>
                <a:ea typeface="Montserrat"/>
                <a:cs typeface="Montserrat"/>
                <a:sym typeface="Montserrat"/>
              </a:rPr>
              <a:t>numpy</a:t>
            </a:r>
            <a:r>
              <a:rPr lang="en-US" sz="1000" dirty="0">
                <a:latin typeface="Montserrat"/>
                <a:ea typeface="Montserrat"/>
                <a:cs typeface="Montserrat"/>
                <a:sym typeface="Montserrat"/>
              </a:rPr>
              <a:t> was there in given notebook hence lot of dependency errors were popping and to fix it appropriate version </a:t>
            </a:r>
            <a:r>
              <a:rPr lang="en-US" sz="1000" b="1" dirty="0" err="1">
                <a:latin typeface="Montserrat"/>
                <a:ea typeface="Montserrat"/>
                <a:cs typeface="Montserrat"/>
                <a:sym typeface="Montserrat"/>
              </a:rPr>
              <a:t>numpy</a:t>
            </a:r>
            <a:r>
              <a:rPr lang="en-US" sz="1000" b="1" dirty="0">
                <a:latin typeface="Montserrat"/>
                <a:ea typeface="Montserrat"/>
                <a:cs typeface="Montserrat"/>
                <a:sym typeface="Montserrat"/>
              </a:rPr>
              <a:t>==2.0.0 </a:t>
            </a:r>
            <a:r>
              <a:rPr lang="en-US" sz="1000" dirty="0">
                <a:latin typeface="Montserrat"/>
                <a:ea typeface="Montserrat"/>
                <a:cs typeface="Montserrat"/>
                <a:sym typeface="Montserrat"/>
              </a:rPr>
              <a:t>is installed </a:t>
            </a:r>
          </a:p>
          <a:p>
            <a:pPr marL="171450" lvl="0" indent="-171450">
              <a:lnSpc>
                <a:spcPct val="150000"/>
              </a:lnSpc>
              <a:buSzPts val="1400"/>
              <a:buFont typeface="Arial" panose="020B0604020202020204" pitchFamily="34" charset="0"/>
              <a:buChar char="•"/>
            </a:pPr>
            <a:r>
              <a:rPr lang="en-US" sz="1000" b="0" i="0" u="none" strike="noStrike" cap="none" dirty="0">
                <a:solidFill>
                  <a:srgbClr val="000000"/>
                </a:solidFill>
                <a:latin typeface="Montserrat"/>
                <a:ea typeface="Montserrat"/>
                <a:cs typeface="Montserrat"/>
                <a:sym typeface="Montserrat"/>
              </a:rPr>
              <a:t>Older</a:t>
            </a:r>
            <a:r>
              <a:rPr lang="en-US" sz="1000" dirty="0">
                <a:latin typeface="Montserrat"/>
                <a:ea typeface="Montserrat"/>
                <a:cs typeface="Montserrat"/>
                <a:sym typeface="Montserrat"/>
              </a:rPr>
              <a:t> version of the </a:t>
            </a:r>
            <a:r>
              <a:rPr lang="en-US" sz="1000" b="1" dirty="0" err="1">
                <a:latin typeface="Montserrat"/>
                <a:ea typeface="Montserrat"/>
                <a:cs typeface="Montserrat"/>
                <a:sym typeface="Montserrat"/>
              </a:rPr>
              <a:t>lagchain</a:t>
            </a:r>
            <a:r>
              <a:rPr lang="en-US" sz="1000" b="1" dirty="0">
                <a:latin typeface="Montserrat"/>
                <a:ea typeface="Montserrat"/>
                <a:cs typeface="Montserrat"/>
                <a:sym typeface="Montserrat"/>
              </a:rPr>
              <a:t>== 0.3.27 , </a:t>
            </a:r>
            <a:r>
              <a:rPr lang="en-US" sz="1000" dirty="0">
                <a:latin typeface="Montserrat"/>
                <a:ea typeface="Montserrat"/>
                <a:cs typeface="Montserrat"/>
                <a:sym typeface="Montserrat"/>
              </a:rPr>
              <a:t> and it was not giving proper evaluation rating , hence appropriate version of the </a:t>
            </a:r>
            <a:r>
              <a:rPr lang="en-US" sz="1000" b="1" dirty="0" err="1">
                <a:latin typeface="Montserrat"/>
                <a:ea typeface="Montserrat"/>
                <a:cs typeface="Montserrat"/>
                <a:sym typeface="Montserrat"/>
              </a:rPr>
              <a:t>lagchain</a:t>
            </a:r>
            <a:r>
              <a:rPr lang="en-US" sz="1000" b="1" dirty="0">
                <a:latin typeface="Montserrat"/>
                <a:ea typeface="Montserrat"/>
                <a:cs typeface="Montserrat"/>
                <a:sym typeface="Montserrat"/>
              </a:rPr>
              <a:t> ==1.0.0 </a:t>
            </a:r>
            <a:r>
              <a:rPr lang="en-US" sz="1000" dirty="0">
                <a:latin typeface="Montserrat"/>
                <a:ea typeface="Montserrat"/>
                <a:cs typeface="Montserrat"/>
                <a:sym typeface="Montserrat"/>
              </a:rPr>
              <a:t>was installed and because of this </a:t>
            </a:r>
            <a:r>
              <a:rPr lang="en-US" sz="1000" b="1" dirty="0">
                <a:latin typeface="Montserrat"/>
                <a:ea typeface="Montserrat"/>
                <a:cs typeface="Montserrat"/>
                <a:sym typeface="Montserrat"/>
              </a:rPr>
              <a:t> </a:t>
            </a:r>
            <a:r>
              <a:rPr lang="en-US" sz="1000" dirty="0">
                <a:latin typeface="Montserrat"/>
                <a:ea typeface="Montserrat"/>
                <a:cs typeface="Montserrat"/>
                <a:sym typeface="Montserrat"/>
              </a:rPr>
              <a:t>below line of code has to be changed as given code for executions was depreciated </a:t>
            </a:r>
          </a:p>
          <a:p>
            <a:pPr marL="171450" lvl="1" indent="-171450">
              <a:lnSpc>
                <a:spcPct val="150000"/>
              </a:lnSpc>
              <a:buSzPts val="1400"/>
              <a:buFont typeface="Arial" panose="020B0604020202020204" pitchFamily="34" charset="0"/>
              <a:buChar char="•"/>
            </a:pPr>
            <a:r>
              <a:rPr lang="en-US" sz="1000" dirty="0">
                <a:solidFill>
                  <a:schemeClr val="tx1"/>
                </a:solidFill>
                <a:latin typeface="Courier New" panose="02070309020205020404" pitchFamily="49" charset="0"/>
              </a:rPr>
              <a:t>Retriever does not support the method </a:t>
            </a:r>
            <a:r>
              <a:rPr lang="en-US" sz="1000" b="1" dirty="0" err="1">
                <a:solidFill>
                  <a:schemeClr val="tx1"/>
                </a:solidFill>
                <a:latin typeface="Courier New" panose="02070309020205020404" pitchFamily="49" charset="0"/>
              </a:rPr>
              <a:t>get_relevant_documents</a:t>
            </a:r>
            <a:r>
              <a:rPr lang="en-US" sz="1000" b="1" dirty="0">
                <a:solidFill>
                  <a:schemeClr val="tx1"/>
                </a:solidFill>
                <a:latin typeface="Courier New" panose="02070309020205020404" pitchFamily="49" charset="0"/>
              </a:rPr>
              <a:t>() , </a:t>
            </a:r>
            <a:r>
              <a:rPr lang="en-US" sz="1000" dirty="0">
                <a:solidFill>
                  <a:schemeClr val="tx1"/>
                </a:solidFill>
                <a:latin typeface="Courier New" panose="02070309020205020404" pitchFamily="49" charset="0"/>
              </a:rPr>
              <a:t>hence new method Invoke() was called </a:t>
            </a:r>
          </a:p>
          <a:p>
            <a:pPr>
              <a:lnSpc>
                <a:spcPts val="1425"/>
              </a:lnSpc>
              <a:buNone/>
            </a:pPr>
            <a:r>
              <a:rPr lang="en-US" sz="800" b="0" dirty="0" err="1">
                <a:solidFill>
                  <a:schemeClr val="accent4">
                    <a:lumMod val="50000"/>
                  </a:schemeClr>
                </a:solidFill>
                <a:effectLst/>
                <a:latin typeface="Courier New" panose="02070309020205020404" pitchFamily="49" charset="0"/>
              </a:rPr>
              <a:t>rel_docs</a:t>
            </a:r>
            <a:r>
              <a:rPr lang="en-US" sz="800" b="0" dirty="0">
                <a:solidFill>
                  <a:schemeClr val="accent4">
                    <a:lumMod val="50000"/>
                  </a:schemeClr>
                </a:solidFill>
                <a:effectLst/>
                <a:latin typeface="Courier New" panose="02070309020205020404" pitchFamily="49" charset="0"/>
              </a:rPr>
              <a:t> = </a:t>
            </a:r>
            <a:r>
              <a:rPr lang="en-US" sz="800" b="0" dirty="0" err="1">
                <a:solidFill>
                  <a:schemeClr val="accent4">
                    <a:lumMod val="50000"/>
                  </a:schemeClr>
                </a:solidFill>
                <a:effectLst/>
                <a:latin typeface="Courier New" panose="02070309020205020404" pitchFamily="49" charset="0"/>
              </a:rPr>
              <a:t>retriever.get_relevant_documents</a:t>
            </a:r>
            <a:r>
              <a:rPr lang="en-US" sz="800" b="0" dirty="0">
                <a:solidFill>
                  <a:schemeClr val="accent4">
                    <a:lumMod val="50000"/>
                  </a:schemeClr>
                </a:solidFill>
                <a:effectLst/>
                <a:latin typeface="Courier New" panose="02070309020205020404" pitchFamily="49" charset="0"/>
              </a:rPr>
              <a:t>("What are the common symptoms for appendicitis, and can it be cured via medicine? If not, what surgical procedure should be followed to treat it?") #Complete the code to pass the query</a:t>
            </a:r>
            <a:r>
              <a:rPr lang="en-US" sz="800" b="0" dirty="0">
                <a:solidFill>
                  <a:schemeClr val="accent4">
                    <a:lumMod val="50000"/>
                  </a:schemeClr>
                </a:solidFill>
                <a:effectLst/>
                <a:latin typeface="Courier New" panose="02070309020205020404" pitchFamily="49" charset="0"/>
                <a:sym typeface="Wingdings" panose="05000000000000000000" pitchFamily="2" charset="2"/>
              </a:rPr>
              <a:t> Existing Code</a:t>
            </a:r>
            <a:endParaRPr lang="en-US" sz="800" b="0" dirty="0">
              <a:solidFill>
                <a:schemeClr val="accent4">
                  <a:lumMod val="50000"/>
                </a:schemeClr>
              </a:solidFill>
              <a:effectLst/>
              <a:latin typeface="Courier New" panose="02070309020205020404" pitchFamily="49" charset="0"/>
            </a:endParaRPr>
          </a:p>
          <a:p>
            <a:pPr>
              <a:lnSpc>
                <a:spcPts val="1425"/>
              </a:lnSpc>
              <a:buNone/>
            </a:pPr>
            <a:r>
              <a:rPr lang="en-US" sz="800" b="0" dirty="0" err="1">
                <a:solidFill>
                  <a:srgbClr val="00B050"/>
                </a:solidFill>
                <a:effectLst/>
                <a:latin typeface="Courier New" panose="02070309020205020404" pitchFamily="49" charset="0"/>
              </a:rPr>
              <a:t>rel_docs</a:t>
            </a:r>
            <a:r>
              <a:rPr lang="en-US" sz="800" b="0" dirty="0">
                <a:solidFill>
                  <a:srgbClr val="00B050"/>
                </a:solidFill>
                <a:effectLst/>
                <a:latin typeface="Courier New" panose="02070309020205020404" pitchFamily="49" charset="0"/>
              </a:rPr>
              <a:t> = </a:t>
            </a:r>
            <a:r>
              <a:rPr lang="en-US" sz="800" b="1" dirty="0" err="1">
                <a:solidFill>
                  <a:srgbClr val="00B050"/>
                </a:solidFill>
                <a:effectLst/>
                <a:highlight>
                  <a:srgbClr val="FFFF00"/>
                </a:highlight>
                <a:latin typeface="Courier New" panose="02070309020205020404" pitchFamily="49" charset="0"/>
              </a:rPr>
              <a:t>retriever.invoke</a:t>
            </a:r>
            <a:r>
              <a:rPr lang="en-US" sz="800" b="0" dirty="0">
                <a:solidFill>
                  <a:srgbClr val="00B050"/>
                </a:solidFill>
                <a:effectLst/>
                <a:latin typeface="Courier New" panose="02070309020205020404" pitchFamily="49" charset="0"/>
              </a:rPr>
              <a:t>("What are the common symptoms for appendicitis, and can it be cured via medicine? If not, what surgical procedure should be followed to treat it?") #Complete the code to pass the query</a:t>
            </a:r>
            <a:r>
              <a:rPr lang="en-US" sz="800" b="0" dirty="0">
                <a:solidFill>
                  <a:srgbClr val="00B050"/>
                </a:solidFill>
                <a:effectLst/>
                <a:latin typeface="Courier New" panose="02070309020205020404" pitchFamily="49" charset="0"/>
                <a:sym typeface="Wingdings" panose="05000000000000000000" pitchFamily="2" charset="2"/>
              </a:rPr>
              <a:t> new code written </a:t>
            </a:r>
            <a:endParaRPr lang="en-US" sz="1100" b="0" dirty="0">
              <a:solidFill>
                <a:srgbClr val="00B050"/>
              </a:solidFill>
              <a:effectLst/>
              <a:latin typeface="Courier New" panose="02070309020205020404" pitchFamily="49" charset="0"/>
            </a:endParaRPr>
          </a:p>
          <a:p>
            <a:pPr>
              <a:lnSpc>
                <a:spcPts val="1425"/>
              </a:lnSpc>
              <a:buNone/>
            </a:pPr>
            <a:r>
              <a:rPr lang="en-US" sz="1100" b="0" dirty="0" err="1">
                <a:solidFill>
                  <a:srgbClr val="000000"/>
                </a:solidFill>
                <a:effectLst/>
                <a:latin typeface="Courier New" panose="02070309020205020404" pitchFamily="49" charset="0"/>
              </a:rPr>
              <a:t>rel_docs</a:t>
            </a:r>
            <a:endParaRPr lang="en-US" sz="1100" b="0" dirty="0">
              <a:solidFill>
                <a:srgbClr val="000000"/>
              </a:solidFill>
              <a:effectLst/>
              <a:latin typeface="Courier New" panose="02070309020205020404" pitchFamily="49" charset="0"/>
            </a:endParaRPr>
          </a:p>
          <a:p>
            <a:pPr marL="171450" lvl="1" indent="-171450">
              <a:lnSpc>
                <a:spcPct val="150000"/>
              </a:lnSpc>
              <a:buSzPts val="1400"/>
              <a:buFont typeface="Arial" panose="020B0604020202020204" pitchFamily="34" charset="0"/>
              <a:buChar char="•"/>
            </a:pPr>
            <a:r>
              <a:rPr lang="en-US" sz="1000" b="1" dirty="0">
                <a:solidFill>
                  <a:schemeClr val="accent4">
                    <a:lumMod val="50000"/>
                  </a:schemeClr>
                </a:solidFill>
                <a:latin typeface="Courier New" panose="02070309020205020404" pitchFamily="49" charset="0"/>
              </a:rPr>
              <a:t> </a:t>
            </a:r>
            <a:r>
              <a:rPr lang="en-US" sz="1000" dirty="0">
                <a:solidFill>
                  <a:schemeClr val="tx1"/>
                </a:solidFill>
                <a:latin typeface="Courier New" panose="02070309020205020404" pitchFamily="49" charset="0"/>
              </a:rPr>
              <a:t>Invoke() method takes only one parameter (</a:t>
            </a:r>
            <a:r>
              <a:rPr lang="en-US" sz="1000" dirty="0" err="1">
                <a:solidFill>
                  <a:schemeClr val="tx1"/>
                </a:solidFill>
                <a:latin typeface="Courier New" panose="02070309020205020404" pitchFamily="49" charset="0"/>
              </a:rPr>
              <a:t>user_input</a:t>
            </a:r>
            <a:r>
              <a:rPr lang="en-US" sz="1000" dirty="0">
                <a:solidFill>
                  <a:schemeClr val="tx1"/>
                </a:solidFill>
                <a:latin typeface="Courier New" panose="02070309020205020404" pitchFamily="49" charset="0"/>
              </a:rPr>
              <a:t>) hence below code has to change </a:t>
            </a:r>
            <a:endParaRPr lang="en-US" sz="1000" dirty="0">
              <a:latin typeface="Montserrat"/>
              <a:ea typeface="Montserrat"/>
              <a:cs typeface="Montserrat"/>
              <a:sym typeface="Montserrat"/>
            </a:endParaRPr>
          </a:p>
          <a:p>
            <a:pPr>
              <a:lnSpc>
                <a:spcPts val="1425"/>
              </a:lnSpc>
              <a:buNone/>
            </a:pPr>
            <a:r>
              <a:rPr lang="en-US" sz="800" b="0" dirty="0" err="1">
                <a:solidFill>
                  <a:schemeClr val="accent4">
                    <a:lumMod val="50000"/>
                  </a:schemeClr>
                </a:solidFill>
                <a:effectLst/>
                <a:latin typeface="Courier New" panose="02070309020205020404" pitchFamily="49" charset="0"/>
              </a:rPr>
              <a:t>relevant_document_chunks</a:t>
            </a:r>
            <a:r>
              <a:rPr lang="en-US" sz="800" b="0" dirty="0">
                <a:solidFill>
                  <a:schemeClr val="accent4">
                    <a:lumMod val="50000"/>
                  </a:schemeClr>
                </a:solidFill>
                <a:effectLst/>
                <a:latin typeface="Courier New" panose="02070309020205020404" pitchFamily="49" charset="0"/>
              </a:rPr>
              <a:t> = </a:t>
            </a:r>
            <a:r>
              <a:rPr lang="en-US" sz="800" b="0" dirty="0" err="1">
                <a:solidFill>
                  <a:schemeClr val="accent4">
                    <a:lumMod val="50000"/>
                  </a:schemeClr>
                </a:solidFill>
                <a:effectLst/>
                <a:latin typeface="Courier New" panose="02070309020205020404" pitchFamily="49" charset="0"/>
              </a:rPr>
              <a:t>retriever.</a:t>
            </a:r>
            <a:r>
              <a:rPr lang="en-US" sz="800" b="1" dirty="0" err="1">
                <a:solidFill>
                  <a:schemeClr val="accent4">
                    <a:lumMod val="50000"/>
                  </a:schemeClr>
                </a:solidFill>
                <a:effectLst/>
                <a:latin typeface="Courier New" panose="02070309020205020404" pitchFamily="49" charset="0"/>
              </a:rPr>
              <a:t>get_relevant_documents</a:t>
            </a:r>
            <a:r>
              <a:rPr lang="en-US" sz="800" b="0" dirty="0">
                <a:solidFill>
                  <a:schemeClr val="accent4">
                    <a:lumMod val="50000"/>
                  </a:schemeClr>
                </a:solidFill>
                <a:effectLst/>
                <a:latin typeface="Courier New" panose="02070309020205020404" pitchFamily="49" charset="0"/>
              </a:rPr>
              <a:t>(query=</a:t>
            </a:r>
            <a:r>
              <a:rPr lang="en-US" sz="800" b="0" dirty="0" err="1">
                <a:solidFill>
                  <a:schemeClr val="accent4">
                    <a:lumMod val="50000"/>
                  </a:schemeClr>
                </a:solidFill>
                <a:effectLst/>
                <a:latin typeface="Courier New" panose="02070309020205020404" pitchFamily="49" charset="0"/>
              </a:rPr>
              <a:t>user_input,k</a:t>
            </a:r>
            <a:r>
              <a:rPr lang="en-US" sz="800" b="0" dirty="0">
                <a:solidFill>
                  <a:schemeClr val="accent4">
                    <a:lumMod val="50000"/>
                  </a:schemeClr>
                </a:solidFill>
                <a:effectLst/>
                <a:latin typeface="Courier New" panose="02070309020205020404" pitchFamily="49" charset="0"/>
              </a:rPr>
              <a:t>=3)</a:t>
            </a:r>
            <a:r>
              <a:rPr lang="en-US" sz="800" b="0" dirty="0">
                <a:solidFill>
                  <a:schemeClr val="accent4">
                    <a:lumMod val="50000"/>
                  </a:schemeClr>
                </a:solidFill>
                <a:effectLst/>
                <a:latin typeface="Courier New" panose="02070309020205020404" pitchFamily="49" charset="0"/>
                <a:sym typeface="Wingdings" panose="05000000000000000000" pitchFamily="2" charset="2"/>
              </a:rPr>
              <a:t> existing code </a:t>
            </a:r>
            <a:endParaRPr lang="en-US" sz="800" b="0" dirty="0">
              <a:solidFill>
                <a:schemeClr val="accent4">
                  <a:lumMod val="50000"/>
                </a:schemeClr>
              </a:solidFill>
              <a:effectLst/>
              <a:latin typeface="Courier New" panose="02070309020205020404" pitchFamily="49" charset="0"/>
            </a:endParaRPr>
          </a:p>
          <a:p>
            <a:pPr>
              <a:lnSpc>
                <a:spcPts val="1425"/>
              </a:lnSpc>
              <a:buNone/>
            </a:pPr>
            <a:r>
              <a:rPr lang="en-US" sz="1100" b="0" dirty="0">
                <a:solidFill>
                  <a:srgbClr val="000000"/>
                </a:solidFill>
                <a:effectLst/>
                <a:latin typeface="Courier New" panose="02070309020205020404" pitchFamily="49" charset="0"/>
              </a:rPr>
              <a:t>    </a:t>
            </a:r>
            <a:r>
              <a:rPr lang="en-US" sz="800" b="0" dirty="0" err="1">
                <a:solidFill>
                  <a:srgbClr val="00B050"/>
                </a:solidFill>
                <a:effectLst/>
                <a:highlight>
                  <a:srgbClr val="FFFF00"/>
                </a:highlight>
                <a:latin typeface="Courier New" panose="02070309020205020404" pitchFamily="49" charset="0"/>
              </a:rPr>
              <a:t>relevant_document_chunks</a:t>
            </a:r>
            <a:r>
              <a:rPr lang="en-US" sz="800" b="0" dirty="0">
                <a:solidFill>
                  <a:srgbClr val="00B050"/>
                </a:solidFill>
                <a:effectLst/>
                <a:highlight>
                  <a:srgbClr val="FFFF00"/>
                </a:highlight>
                <a:latin typeface="Courier New" panose="02070309020205020404" pitchFamily="49" charset="0"/>
              </a:rPr>
              <a:t> = </a:t>
            </a:r>
            <a:r>
              <a:rPr lang="en-US" sz="800" b="0" dirty="0" err="1">
                <a:solidFill>
                  <a:srgbClr val="00B050"/>
                </a:solidFill>
                <a:effectLst/>
                <a:highlight>
                  <a:srgbClr val="FFFF00"/>
                </a:highlight>
                <a:latin typeface="Courier New" panose="02070309020205020404" pitchFamily="49" charset="0"/>
              </a:rPr>
              <a:t>retriever.with_config</a:t>
            </a:r>
            <a:r>
              <a:rPr lang="en-US" sz="800" b="0" dirty="0">
                <a:solidFill>
                  <a:srgbClr val="00B050"/>
                </a:solidFill>
                <a:effectLst/>
                <a:highlight>
                  <a:srgbClr val="FFFF00"/>
                </a:highlight>
                <a:latin typeface="Courier New" panose="02070309020205020404" pitchFamily="49" charset="0"/>
              </a:rPr>
              <a:t>(</a:t>
            </a:r>
          </a:p>
          <a:p>
            <a:pPr>
              <a:lnSpc>
                <a:spcPts val="1425"/>
              </a:lnSpc>
              <a:buNone/>
            </a:pPr>
            <a:r>
              <a:rPr lang="en-US" sz="800" b="0" dirty="0">
                <a:solidFill>
                  <a:srgbClr val="00B050"/>
                </a:solidFill>
                <a:effectLst/>
                <a:highlight>
                  <a:srgbClr val="FFFF00"/>
                </a:highlight>
                <a:latin typeface="Courier New" panose="02070309020205020404" pitchFamily="49" charset="0"/>
              </a:rPr>
              <a:t>        {"</a:t>
            </a:r>
            <a:r>
              <a:rPr lang="en-US" sz="800" b="0" dirty="0" err="1">
                <a:solidFill>
                  <a:srgbClr val="00B050"/>
                </a:solidFill>
                <a:effectLst/>
                <a:highlight>
                  <a:srgbClr val="FFFF00"/>
                </a:highlight>
                <a:latin typeface="Courier New" panose="02070309020205020404" pitchFamily="49" charset="0"/>
              </a:rPr>
              <a:t>search_kwargs</a:t>
            </a:r>
            <a:r>
              <a:rPr lang="en-US" sz="800" b="0" dirty="0">
                <a:solidFill>
                  <a:srgbClr val="00B050"/>
                </a:solidFill>
                <a:effectLst/>
                <a:highlight>
                  <a:srgbClr val="FFFF00"/>
                </a:highlight>
                <a:latin typeface="Courier New" panose="02070309020205020404" pitchFamily="49" charset="0"/>
              </a:rPr>
              <a:t>": {"k": k}}</a:t>
            </a:r>
          </a:p>
          <a:p>
            <a:pPr>
              <a:lnSpc>
                <a:spcPts val="1425"/>
              </a:lnSpc>
              <a:buNone/>
            </a:pPr>
            <a:r>
              <a:rPr lang="en-US" sz="800" b="0" dirty="0">
                <a:solidFill>
                  <a:srgbClr val="00B050"/>
                </a:solidFill>
                <a:effectLst/>
                <a:highlight>
                  <a:srgbClr val="FFFF00"/>
                </a:highlight>
                <a:latin typeface="Courier New" panose="02070309020205020404" pitchFamily="49" charset="0"/>
              </a:rPr>
              <a:t>    ).invoke(</a:t>
            </a:r>
            <a:r>
              <a:rPr lang="en-US" sz="800" b="0" dirty="0" err="1">
                <a:solidFill>
                  <a:srgbClr val="00B050"/>
                </a:solidFill>
                <a:effectLst/>
                <a:highlight>
                  <a:srgbClr val="FFFF00"/>
                </a:highlight>
                <a:latin typeface="Courier New" panose="02070309020205020404" pitchFamily="49" charset="0"/>
              </a:rPr>
              <a:t>user_input</a:t>
            </a:r>
            <a:r>
              <a:rPr lang="en-US" sz="800" b="0" dirty="0">
                <a:solidFill>
                  <a:srgbClr val="00B050"/>
                </a:solidFill>
                <a:effectLst/>
                <a:highlight>
                  <a:srgbClr val="FFFF00"/>
                </a:highlight>
                <a:latin typeface="Courier New" panose="02070309020205020404" pitchFamily="49" charset="0"/>
              </a:rPr>
              <a:t>)-</a:t>
            </a:r>
            <a:r>
              <a:rPr lang="en-US" sz="800" b="0" dirty="0">
                <a:solidFill>
                  <a:srgbClr val="00B050"/>
                </a:solidFill>
                <a:effectLst/>
                <a:highlight>
                  <a:srgbClr val="FFFF00"/>
                </a:highlight>
                <a:latin typeface="Courier New" panose="02070309020205020404" pitchFamily="49" charset="0"/>
                <a:sym typeface="Wingdings" panose="05000000000000000000" pitchFamily="2" charset="2"/>
              </a:rPr>
              <a:t> New Code </a:t>
            </a:r>
            <a:endParaRPr lang="en-US" sz="800" b="0" dirty="0">
              <a:solidFill>
                <a:srgbClr val="00B050"/>
              </a:solidFill>
              <a:effectLst/>
              <a:highlight>
                <a:srgbClr val="FFFF00"/>
              </a:highlight>
              <a:latin typeface="Courier New" panose="02070309020205020404" pitchFamily="49" charset="0"/>
            </a:endParaRPr>
          </a:p>
          <a:p>
            <a:pPr marL="171450" lvl="0" indent="-171450">
              <a:lnSpc>
                <a:spcPct val="150000"/>
              </a:lnSpc>
              <a:buSzPts val="1400"/>
              <a:buFont typeface="Arial" panose="020B0604020202020204" pitchFamily="34" charset="0"/>
              <a:buChar char="•"/>
            </a:pPr>
            <a:r>
              <a:rPr lang="en-US" sz="1000" dirty="0">
                <a:latin typeface="Montserrat"/>
                <a:ea typeface="Montserrat"/>
                <a:cs typeface="Montserrat"/>
                <a:sym typeface="Montserrat"/>
              </a:rPr>
              <a:t>After making above code adjustment then I got perfect evaluation for question number including </a:t>
            </a:r>
            <a:r>
              <a:rPr lang="en-US" sz="1000" dirty="0" err="1">
                <a:latin typeface="Montserrat"/>
                <a:ea typeface="Montserrat"/>
                <a:cs typeface="Montserrat"/>
                <a:sym typeface="Montserrat"/>
              </a:rPr>
              <a:t>groundedness</a:t>
            </a:r>
            <a:r>
              <a:rPr lang="en-US" sz="1000" dirty="0">
                <a:latin typeface="Montserrat"/>
                <a:ea typeface="Montserrat"/>
                <a:cs typeface="Montserrat"/>
                <a:sym typeface="Montserrat"/>
              </a:rPr>
              <a:t>  and Relevance rating for reference question number 1 evaluation output is </a:t>
            </a:r>
            <a:r>
              <a:rPr lang="en-US" sz="1000" dirty="0" err="1">
                <a:latin typeface="Montserrat"/>
                <a:ea typeface="Montserrat"/>
                <a:cs typeface="Montserrat"/>
                <a:sym typeface="Montserrat"/>
              </a:rPr>
              <a:t>aavible</a:t>
            </a:r>
            <a:r>
              <a:rPr lang="en-US" sz="1000" dirty="0">
                <a:latin typeface="Montserrat"/>
                <a:ea typeface="Montserrat"/>
                <a:cs typeface="Montserrat"/>
                <a:sym typeface="Montserrat"/>
              </a:rPr>
              <a:t> in next slide </a:t>
            </a:r>
            <a:endParaRPr sz="1000" i="0" u="none" strike="noStrike" cap="none" dirty="0">
              <a:solidFill>
                <a:srgbClr val="000000"/>
              </a:solidFill>
              <a:latin typeface="Montserrat"/>
              <a:ea typeface="Montserrat"/>
              <a:cs typeface="Montserrat"/>
              <a:sym typeface="Montserrat"/>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304">
          <a:extLst>
            <a:ext uri="{FF2B5EF4-FFF2-40B4-BE49-F238E27FC236}">
              <a16:creationId xmlns:a16="http://schemas.microsoft.com/office/drawing/2014/main" id="{B574B197-D931-36CA-273F-736CCC8BA5C3}"/>
            </a:ext>
          </a:extLst>
        </p:cNvPr>
        <p:cNvGrpSpPr/>
        <p:nvPr/>
      </p:nvGrpSpPr>
      <p:grpSpPr>
        <a:xfrm>
          <a:off x="0" y="0"/>
          <a:ext cx="0" cy="0"/>
          <a:chOff x="0" y="0"/>
          <a:chExt cx="0" cy="0"/>
        </a:xfrm>
      </p:grpSpPr>
      <p:sp>
        <p:nvSpPr>
          <p:cNvPr id="305" name="Google Shape;305;p56">
            <a:extLst>
              <a:ext uri="{FF2B5EF4-FFF2-40B4-BE49-F238E27FC236}">
                <a16:creationId xmlns:a16="http://schemas.microsoft.com/office/drawing/2014/main" id="{C2DC5F59-7316-8B33-287A-CCB33B892537}"/>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2400" dirty="0">
                <a:solidFill>
                  <a:srgbClr val="0E39A9"/>
                </a:solidFill>
              </a:rPr>
              <a:t>Output Evaluation-Response –</a:t>
            </a:r>
            <a:r>
              <a:rPr lang="en" sz="2400">
                <a:solidFill>
                  <a:srgbClr val="0E39A9"/>
                </a:solidFill>
              </a:rPr>
              <a:t>Question 1-Refrence slide</a:t>
            </a:r>
            <a:endParaRPr sz="2400" dirty="0">
              <a:solidFill>
                <a:srgbClr val="0E39A9"/>
              </a:solidFill>
            </a:endParaRPr>
          </a:p>
        </p:txBody>
      </p:sp>
      <p:sp>
        <p:nvSpPr>
          <p:cNvPr id="3" name="TextBox 2">
            <a:extLst>
              <a:ext uri="{FF2B5EF4-FFF2-40B4-BE49-F238E27FC236}">
                <a16:creationId xmlns:a16="http://schemas.microsoft.com/office/drawing/2014/main" id="{F003B124-4050-C7C7-104D-3EBC77959B26}"/>
              </a:ext>
            </a:extLst>
          </p:cNvPr>
          <p:cNvSpPr txBox="1"/>
          <p:nvPr/>
        </p:nvSpPr>
        <p:spPr>
          <a:xfrm>
            <a:off x="202550" y="861979"/>
            <a:ext cx="8755372" cy="276999"/>
          </a:xfrm>
          <a:prstGeom prst="rect">
            <a:avLst/>
          </a:prstGeom>
          <a:noFill/>
        </p:spPr>
        <p:txBody>
          <a:bodyPr wrap="square" rtlCol="0">
            <a:spAutoFit/>
          </a:bodyPr>
          <a:lstStyle/>
          <a:p>
            <a:r>
              <a:rPr lang="en-US" sz="1200" b="1" dirty="0">
                <a:latin typeface="Montserrat" panose="00000500000000000000" pitchFamily="2" charset="0"/>
              </a:rPr>
              <a:t>Question: What is the protocol for managing sepsis in a critical care unit? </a:t>
            </a:r>
          </a:p>
        </p:txBody>
      </p:sp>
      <p:sp>
        <p:nvSpPr>
          <p:cNvPr id="2" name="TextBox 1">
            <a:extLst>
              <a:ext uri="{FF2B5EF4-FFF2-40B4-BE49-F238E27FC236}">
                <a16:creationId xmlns:a16="http://schemas.microsoft.com/office/drawing/2014/main" id="{694DAB4B-07C6-61A5-63A0-A9E055F965EB}"/>
              </a:ext>
            </a:extLst>
          </p:cNvPr>
          <p:cNvSpPr txBox="1"/>
          <p:nvPr/>
        </p:nvSpPr>
        <p:spPr>
          <a:xfrm>
            <a:off x="221751" y="1480443"/>
            <a:ext cx="8755372" cy="276999"/>
          </a:xfrm>
          <a:prstGeom prst="rect">
            <a:avLst/>
          </a:prstGeom>
          <a:noFill/>
        </p:spPr>
        <p:txBody>
          <a:bodyPr wrap="square" rtlCol="0">
            <a:spAutoFit/>
          </a:bodyPr>
          <a:lstStyle/>
          <a:p>
            <a:r>
              <a:rPr lang="en-US" sz="1200" dirty="0">
                <a:latin typeface="Montserrat" panose="00000500000000000000" pitchFamily="2" charset="0"/>
              </a:rPr>
              <a:t>Groundedness response </a:t>
            </a:r>
          </a:p>
        </p:txBody>
      </p:sp>
      <p:sp>
        <p:nvSpPr>
          <p:cNvPr id="4" name="TextBox 3">
            <a:extLst>
              <a:ext uri="{FF2B5EF4-FFF2-40B4-BE49-F238E27FC236}">
                <a16:creationId xmlns:a16="http://schemas.microsoft.com/office/drawing/2014/main" id="{8FD59BE1-4210-9003-488D-6CF838A665A2}"/>
              </a:ext>
            </a:extLst>
          </p:cNvPr>
          <p:cNvSpPr txBox="1"/>
          <p:nvPr/>
        </p:nvSpPr>
        <p:spPr>
          <a:xfrm>
            <a:off x="221751" y="3626629"/>
            <a:ext cx="8755372" cy="276999"/>
          </a:xfrm>
          <a:prstGeom prst="rect">
            <a:avLst/>
          </a:prstGeom>
          <a:noFill/>
        </p:spPr>
        <p:txBody>
          <a:bodyPr wrap="square" rtlCol="0">
            <a:spAutoFit/>
          </a:bodyPr>
          <a:lstStyle/>
          <a:p>
            <a:r>
              <a:rPr lang="en-US" sz="1200" dirty="0">
                <a:latin typeface="Montserrat" panose="00000500000000000000" pitchFamily="2" charset="0"/>
              </a:rPr>
              <a:t>Relevance  response </a:t>
            </a:r>
          </a:p>
        </p:txBody>
      </p:sp>
      <p:sp>
        <p:nvSpPr>
          <p:cNvPr id="5" name="TextBox 4">
            <a:extLst>
              <a:ext uri="{FF2B5EF4-FFF2-40B4-BE49-F238E27FC236}">
                <a16:creationId xmlns:a16="http://schemas.microsoft.com/office/drawing/2014/main" id="{1E8D1951-D561-CDD1-7836-FC3635758A49}"/>
              </a:ext>
            </a:extLst>
          </p:cNvPr>
          <p:cNvSpPr txBox="1"/>
          <p:nvPr/>
        </p:nvSpPr>
        <p:spPr>
          <a:xfrm>
            <a:off x="221751" y="4477611"/>
            <a:ext cx="8755372" cy="276999"/>
          </a:xfrm>
          <a:prstGeom prst="rect">
            <a:avLst/>
          </a:prstGeom>
          <a:noFill/>
        </p:spPr>
        <p:txBody>
          <a:bodyPr wrap="square" rtlCol="0">
            <a:spAutoFit/>
          </a:bodyPr>
          <a:lstStyle/>
          <a:p>
            <a:r>
              <a:rPr lang="en-US" sz="1200" dirty="0">
                <a:latin typeface="Montserrat" panose="00000500000000000000" pitchFamily="2" charset="0"/>
              </a:rPr>
              <a:t>Comment /Observation  </a:t>
            </a:r>
          </a:p>
        </p:txBody>
      </p:sp>
      <p:sp>
        <p:nvSpPr>
          <p:cNvPr id="6" name="TextBox 5">
            <a:extLst>
              <a:ext uri="{FF2B5EF4-FFF2-40B4-BE49-F238E27FC236}">
                <a16:creationId xmlns:a16="http://schemas.microsoft.com/office/drawing/2014/main" id="{3F8D810C-4F11-3B34-2077-AFE398C64502}"/>
              </a:ext>
            </a:extLst>
          </p:cNvPr>
          <p:cNvSpPr txBox="1"/>
          <p:nvPr/>
        </p:nvSpPr>
        <p:spPr>
          <a:xfrm>
            <a:off x="168259" y="1711678"/>
            <a:ext cx="8719699" cy="2031325"/>
          </a:xfrm>
          <a:prstGeom prst="rect">
            <a:avLst/>
          </a:prstGeom>
          <a:noFill/>
        </p:spPr>
        <p:txBody>
          <a:bodyPr wrap="square" rtlCol="0">
            <a:spAutoFit/>
          </a:bodyPr>
          <a:lstStyle/>
          <a:p>
            <a:r>
              <a:rPr lang="en-US" dirty="0"/>
              <a:t> Steps to evaluate the answer:</a:t>
            </a:r>
          </a:p>
          <a:p>
            <a:r>
              <a:rPr lang="en-US" dirty="0"/>
              <a:t>1. Identify the information in the context related to managing sepsis in a critical care unit.</a:t>
            </a:r>
          </a:p>
          <a:p>
            <a:r>
              <a:rPr lang="en-US" dirty="0"/>
              <a:t>2. Compare the information identified in step 1 with the AI generated answer to determine if the answer is derived only from the context.</a:t>
            </a:r>
          </a:p>
          <a:p>
            <a:r>
              <a:rPr lang="en-US" dirty="0"/>
              <a:t>3. Evaluate the extent to which the metric (answer should be derived only from the information</a:t>
            </a:r>
          </a:p>
          <a:p>
            <a:endParaRPr lang="en-US" dirty="0"/>
          </a:p>
          <a:p>
            <a:r>
              <a:rPr lang="en-US" dirty="0"/>
              <a:t> Steps to evaluate the context as per the relevance metric:</a:t>
            </a:r>
          </a:p>
          <a:p>
            <a:r>
              <a:rPr lang="en-US" dirty="0"/>
              <a:t>1. Identify the main aspects of the question: managing sepsis in a critical care unit.</a:t>
            </a:r>
          </a:p>
          <a:p>
            <a:r>
              <a:rPr lang="en-US" dirty="0"/>
              <a:t>2. Read through the context to understand the information provided about critical care</a:t>
            </a:r>
          </a:p>
        </p:txBody>
      </p:sp>
      <p:sp>
        <p:nvSpPr>
          <p:cNvPr id="7" name="TextBox 6">
            <a:extLst>
              <a:ext uri="{FF2B5EF4-FFF2-40B4-BE49-F238E27FC236}">
                <a16:creationId xmlns:a16="http://schemas.microsoft.com/office/drawing/2014/main" id="{67CAB71C-9D21-DC08-CC6F-5C2411E44F59}"/>
              </a:ext>
            </a:extLst>
          </p:cNvPr>
          <p:cNvSpPr txBox="1"/>
          <p:nvPr/>
        </p:nvSpPr>
        <p:spPr>
          <a:xfrm>
            <a:off x="438912" y="1218833"/>
            <a:ext cx="5586984" cy="261610"/>
          </a:xfrm>
          <a:prstGeom prst="rect">
            <a:avLst/>
          </a:prstGeom>
          <a:noFill/>
        </p:spPr>
        <p:txBody>
          <a:bodyPr wrap="square" rtlCol="0">
            <a:spAutoFit/>
          </a:bodyPr>
          <a:lstStyle/>
          <a:p>
            <a:r>
              <a:rPr lang="en-US" sz="1100" dirty="0">
                <a:solidFill>
                  <a:srgbClr val="EE0000"/>
                </a:solidFill>
              </a:rPr>
              <a:t>Partial response due to the older version of the </a:t>
            </a:r>
            <a:r>
              <a:rPr lang="en-US" sz="1100" dirty="0" err="1">
                <a:solidFill>
                  <a:srgbClr val="EE0000"/>
                </a:solidFill>
                <a:latin typeface="Montserrat"/>
                <a:ea typeface="Montserrat"/>
                <a:cs typeface="Montserrat"/>
                <a:sym typeface="Montserrat"/>
              </a:rPr>
              <a:t>the</a:t>
            </a:r>
            <a:r>
              <a:rPr lang="en-US" sz="1100" dirty="0">
                <a:solidFill>
                  <a:srgbClr val="EE0000"/>
                </a:solidFill>
                <a:latin typeface="Montserrat"/>
                <a:ea typeface="Montserrat"/>
                <a:cs typeface="Montserrat"/>
                <a:sym typeface="Montserrat"/>
              </a:rPr>
              <a:t> </a:t>
            </a:r>
            <a:r>
              <a:rPr lang="en-US" sz="1100" b="1" dirty="0" err="1">
                <a:solidFill>
                  <a:srgbClr val="EE0000"/>
                </a:solidFill>
                <a:latin typeface="Montserrat"/>
                <a:ea typeface="Montserrat"/>
                <a:cs typeface="Montserrat"/>
                <a:sym typeface="Montserrat"/>
              </a:rPr>
              <a:t>lagchain</a:t>
            </a:r>
            <a:r>
              <a:rPr lang="en-US" sz="1100" b="1" dirty="0">
                <a:solidFill>
                  <a:srgbClr val="EE0000"/>
                </a:solidFill>
                <a:latin typeface="Montserrat"/>
                <a:ea typeface="Montserrat"/>
                <a:cs typeface="Montserrat"/>
                <a:sym typeface="Montserrat"/>
              </a:rPr>
              <a:t>== 0.3.27</a:t>
            </a:r>
            <a:r>
              <a:rPr lang="en-US" sz="1100" dirty="0">
                <a:solidFill>
                  <a:srgbClr val="EE0000"/>
                </a:solidFill>
              </a:rPr>
              <a:t> </a:t>
            </a:r>
          </a:p>
        </p:txBody>
      </p:sp>
    </p:spTree>
    <p:extLst>
      <p:ext uri="{BB962C8B-B14F-4D97-AF65-F5344CB8AC3E}">
        <p14:creationId xmlns:p14="http://schemas.microsoft.com/office/powerpoint/2010/main" val="67771338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342"/>
        <p:cNvGrpSpPr/>
        <p:nvPr/>
      </p:nvGrpSpPr>
      <p:grpSpPr>
        <a:xfrm>
          <a:off x="0" y="0"/>
          <a:ext cx="0" cy="0"/>
          <a:chOff x="0" y="0"/>
          <a:chExt cx="0" cy="0"/>
        </a:xfrm>
      </p:grpSpPr>
      <p:sp>
        <p:nvSpPr>
          <p:cNvPr id="343" name="Google Shape;343;p60"/>
          <p:cNvSpPr txBox="1">
            <a:spLocks noGrp="1"/>
          </p:cNvSpPr>
          <p:nvPr>
            <p:ph type="title"/>
          </p:nvPr>
        </p:nvSpPr>
        <p:spPr>
          <a:xfrm>
            <a:off x="70129" y="6703219"/>
            <a:ext cx="15008700" cy="697800"/>
          </a:xfrm>
          <a:prstGeom prst="rect">
            <a:avLst/>
          </a:prstGeom>
          <a:noFill/>
          <a:ln>
            <a:noFill/>
          </a:ln>
        </p:spPr>
        <p:txBody>
          <a:bodyPr spcFirstLastPara="1" wrap="square" lIns="0" tIns="12850" rIns="0" bIns="0" anchor="t" anchorCtr="0">
            <a:noAutofit/>
          </a:bodyPr>
          <a:lstStyle/>
          <a:p>
            <a:pPr marL="0" lvl="0" indent="0" algn="l" rtl="0">
              <a:lnSpc>
                <a:spcPct val="100000"/>
              </a:lnSpc>
              <a:spcBef>
                <a:spcPts val="0"/>
              </a:spcBef>
              <a:spcAft>
                <a:spcPts val="0"/>
              </a:spcAft>
              <a:buSzPts val="2200"/>
              <a:buNone/>
            </a:pPr>
            <a:endParaRPr/>
          </a:p>
        </p:txBody>
      </p:sp>
      <p:sp>
        <p:nvSpPr>
          <p:cNvPr id="344" name="Google Shape;344;p60"/>
          <p:cNvSpPr txBox="1">
            <a:spLocks noGrp="1"/>
          </p:cNvSpPr>
          <p:nvPr>
            <p:ph type="sldNum" idx="4294967295"/>
          </p:nvPr>
        </p:nvSpPr>
        <p:spPr>
          <a:xfrm>
            <a:off x="8556784" y="4749851"/>
            <a:ext cx="548700" cy="3936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800"/>
              <a:buNone/>
            </a:pPr>
            <a:fld id="{00000000-1234-1234-1234-123412341234}" type="slidenum">
              <a:rPr lang="en"/>
              <a:t>52</a:t>
            </a:fld>
            <a:endParaRPr/>
          </a:p>
        </p:txBody>
      </p:sp>
    </p:spTree>
  </p:cSld>
  <p:clrMapOvr>
    <a:masterClrMapping/>
  </p:clrMapOvr>
</p:sld>
</file>

<file path=ppt/theme/theme1.xml><?xml version="1.0" encoding="utf-8"?>
<a:theme xmlns:a="http://schemas.openxmlformats.org/drawingml/2006/main" name="Just Logo">
  <a:themeElements>
    <a:clrScheme name="Simple Light">
      <a:dk1>
        <a:srgbClr val="222222"/>
      </a:dk1>
      <a:lt1>
        <a:srgbClr val="FFFFFF"/>
      </a:lt1>
      <a:dk2>
        <a:srgbClr val="222222"/>
      </a:dk2>
      <a:lt2>
        <a:srgbClr val="0E39A9"/>
      </a:lt2>
      <a:accent1>
        <a:srgbClr val="FFAB40"/>
      </a:accent1>
      <a:accent2>
        <a:srgbClr val="6F4294"/>
      </a:accent2>
      <a:accent3>
        <a:srgbClr val="FFA000"/>
      </a:accent3>
      <a:accent4>
        <a:srgbClr val="FFAB40"/>
      </a:accent4>
      <a:accent5>
        <a:srgbClr val="FFDF00"/>
      </a:accent5>
      <a:accent6>
        <a:srgbClr val="1974D5"/>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Just Logo">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2346</TotalTime>
  <Words>11781</Words>
  <Application>Microsoft Office PowerPoint</Application>
  <PresentationFormat>On-screen Show (16:9)</PresentationFormat>
  <Paragraphs>701</Paragraphs>
  <Slides>52</Slides>
  <Notes>52</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52</vt:i4>
      </vt:variant>
    </vt:vector>
  </HeadingPairs>
  <TitlesOfParts>
    <vt:vector size="63" baseType="lpstr">
      <vt:lpstr>Arial</vt:lpstr>
      <vt:lpstr>Wingdings</vt:lpstr>
      <vt:lpstr>Nunito</vt:lpstr>
      <vt:lpstr>Nunito SemiBold</vt:lpstr>
      <vt:lpstr>Montserrat</vt:lpstr>
      <vt:lpstr>Nunito ExtraBold</vt:lpstr>
      <vt:lpstr>Courier New</vt:lpstr>
      <vt:lpstr>Century Gothic</vt:lpstr>
      <vt:lpstr>Calibri</vt:lpstr>
      <vt:lpstr>Just Logo</vt:lpstr>
      <vt:lpstr>Just Logo</vt:lpstr>
      <vt:lpstr>PowerPoint Presentation</vt:lpstr>
      <vt:lpstr>Contents / Agenda</vt:lpstr>
      <vt:lpstr>Executive Summary:  AI-Powered Medical Knowledge Retrieval System</vt:lpstr>
      <vt:lpstr>Executive Summary:  Actionable insights and recommendations </vt:lpstr>
      <vt:lpstr>Business Problem Overview- Medical Assistant</vt:lpstr>
      <vt:lpstr>Business Problem Overview- Medical Assistant</vt:lpstr>
      <vt:lpstr>Solution Approach-RAG</vt:lpstr>
      <vt:lpstr>Question Answering using LLM</vt:lpstr>
      <vt:lpstr>Question Answering using LLM</vt:lpstr>
      <vt:lpstr>Question Answering using LLM</vt:lpstr>
      <vt:lpstr>Question Answering using LLM</vt:lpstr>
      <vt:lpstr>Question Answering using LLM</vt:lpstr>
      <vt:lpstr>Question Answering using LLM</vt:lpstr>
      <vt:lpstr>Question Answering using LLM with Prompt Engineering</vt:lpstr>
      <vt:lpstr>Question Answering using LLM with Prompt Engineering</vt:lpstr>
      <vt:lpstr>Question Answering using LLM with Prompt Engineering</vt:lpstr>
      <vt:lpstr>Question Answering using LLM with Prompt Engineering</vt:lpstr>
      <vt:lpstr>Question Answering using LLM with Prompt Engineering</vt:lpstr>
      <vt:lpstr>Data Preparation for RAG</vt:lpstr>
      <vt:lpstr>Question Answering using RAG</vt:lpstr>
      <vt:lpstr>Question Answering using RAG</vt:lpstr>
      <vt:lpstr>Question Answering using RAG</vt:lpstr>
      <vt:lpstr>Question Answering using RAG</vt:lpstr>
      <vt:lpstr>Question Answering using RAG</vt:lpstr>
      <vt:lpstr>Question Answering using RAG</vt:lpstr>
      <vt:lpstr>Question Answering using RAG with Fine tuning </vt:lpstr>
      <vt:lpstr>Question Answering using RAG-Finetuning </vt:lpstr>
      <vt:lpstr>Question Answering using RAG-Finetuning </vt:lpstr>
      <vt:lpstr>Question Answering using RAG-Finetuning </vt:lpstr>
      <vt:lpstr>Question Answering using RAG-Finetuning </vt:lpstr>
      <vt:lpstr>Output Evaluation Prompt - Groundedness </vt:lpstr>
      <vt:lpstr>Output Evaluation Prompt - Relevance </vt:lpstr>
      <vt:lpstr>Output Evaluation- Groundedness  Response</vt:lpstr>
      <vt:lpstr>Output Evaluation-Relevance Response</vt:lpstr>
      <vt:lpstr>Output Evaluation -Observations  </vt:lpstr>
      <vt:lpstr>Output Evaluation- Groundedness Response </vt:lpstr>
      <vt:lpstr>Output Evaluation-Relevance Response </vt:lpstr>
      <vt:lpstr>Output Evaluation-Response -Observations  </vt:lpstr>
      <vt:lpstr>Output Evaluation- Groundedness Response</vt:lpstr>
      <vt:lpstr>Output Evaluation-Relevance Response </vt:lpstr>
      <vt:lpstr>Output Evaluation Response –Observations  </vt:lpstr>
      <vt:lpstr>Output Evaluation- Groundedness Response</vt:lpstr>
      <vt:lpstr>Output Evaluation-Relevance Response</vt:lpstr>
      <vt:lpstr>Output Evaluation-Response –Observations  </vt:lpstr>
      <vt:lpstr>Output Evaluation-Groundedness Response </vt:lpstr>
      <vt:lpstr>Output Evaluation-Relevance Response </vt:lpstr>
      <vt:lpstr>Output Evaluation-Response –Observations  </vt:lpstr>
      <vt:lpstr>PowerPoint Presentation</vt:lpstr>
      <vt:lpstr>Data Background and Contents</vt:lpstr>
      <vt:lpstr>Challenges Faced </vt:lpstr>
      <vt:lpstr>Output Evaluation-Response –Question 1-Refrence slide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Yashpal Singh (ALLYIS INC)</cp:lastModifiedBy>
  <cp:revision>1</cp:revision>
  <cp:lastPrinted>2025-12-22T04:45:33Z</cp:lastPrinted>
  <dcterms:modified xsi:type="dcterms:W3CDTF">2025-12-22T04:57:38Z</dcterms:modified>
</cp:coreProperties>
</file>